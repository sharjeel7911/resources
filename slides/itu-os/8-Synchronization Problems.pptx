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67" r:id="rId2"/>
    <p:sldId id="853" r:id="rId3"/>
    <p:sldId id="854" r:id="rId4"/>
    <p:sldId id="859" r:id="rId5"/>
    <p:sldId id="856" r:id="rId6"/>
    <p:sldId id="857" r:id="rId7"/>
    <p:sldId id="858" r:id="rId8"/>
    <p:sldId id="860" r:id="rId9"/>
    <p:sldId id="861" r:id="rId10"/>
    <p:sldId id="862" r:id="rId11"/>
    <p:sldId id="863" r:id="rId12"/>
    <p:sldId id="864" r:id="rId13"/>
    <p:sldId id="865" r:id="rId14"/>
    <p:sldId id="8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FFCCCC"/>
    <a:srgbClr val="FF00FF"/>
    <a:srgbClr val="FFCC66"/>
    <a:srgbClr val="5C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1F220-408F-448A-A719-256DA9B18DB5}" v="934" dt="2024-10-23T19:20:51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3548" autoAdjust="0"/>
  </p:normalViewPr>
  <p:slideViewPr>
    <p:cSldViewPr snapToGrid="0">
      <p:cViewPr varScale="1">
        <p:scale>
          <a:sx n="61" d="100"/>
          <a:sy n="61" d="100"/>
        </p:scale>
        <p:origin x="672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Jamal" userId="6724a5da2ffd1b8f" providerId="LiveId" clId="{1D41F220-408F-448A-A719-256DA9B18DB5}"/>
    <pc:docChg chg="undo redo custSel addSld delSld modSld">
      <pc:chgData name="Hasan Jamal" userId="6724a5da2ffd1b8f" providerId="LiveId" clId="{1D41F220-408F-448A-A719-256DA9B18DB5}" dt="2024-10-23T19:28:45.183" v="1225" actId="20577"/>
      <pc:docMkLst>
        <pc:docMk/>
      </pc:docMkLst>
      <pc:sldChg chg="modSp mod">
        <pc:chgData name="Hasan Jamal" userId="6724a5da2ffd1b8f" providerId="LiveId" clId="{1D41F220-408F-448A-A719-256DA9B18DB5}" dt="2024-10-23T19:28:45.183" v="1225" actId="20577"/>
        <pc:sldMkLst>
          <pc:docMk/>
          <pc:sldMk cId="1423990881" sldId="267"/>
        </pc:sldMkLst>
        <pc:spChg chg="mod">
          <ac:chgData name="Hasan Jamal" userId="6724a5da2ffd1b8f" providerId="LiveId" clId="{1D41F220-408F-448A-A719-256DA9B18DB5}" dt="2024-10-23T19:28:45.183" v="1225" actId="20577"/>
          <ac:spMkLst>
            <pc:docMk/>
            <pc:sldMk cId="1423990881" sldId="267"/>
            <ac:spMk id="8" creationId="{00000000-0000-0000-0000-000000000000}"/>
          </ac:spMkLst>
        </pc:spChg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507695815" sldId="632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728946806" sldId="665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546388610" sldId="671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875525734" sldId="687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292484748" sldId="688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52814908" sldId="689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98211189" sldId="723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102760886" sldId="726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810699139" sldId="728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325734656" sldId="729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427526718" sldId="743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770396052" sldId="747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610718199" sldId="752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612253287" sldId="782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754351031" sldId="784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37068810" sldId="785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638753230" sldId="787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953277210" sldId="789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783443465" sldId="790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590029065" sldId="791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895379852" sldId="795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651830277" sldId="796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035644326" sldId="797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694793788" sldId="798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315473388" sldId="799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30040890" sldId="800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106170499" sldId="801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321442274" sldId="802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525096735" sldId="803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124739223" sldId="804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434505501" sldId="806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520491377" sldId="808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031527186" sldId="809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512164281" sldId="810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402703582" sldId="811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564862862" sldId="812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547710292" sldId="813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103444707" sldId="814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041005747" sldId="815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054034208" sldId="816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415965798" sldId="817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830698193" sldId="818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465575792" sldId="819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4045099029" sldId="820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441620833" sldId="821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736700286" sldId="822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428040278" sldId="823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406667675" sldId="824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744684931" sldId="825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490968368" sldId="826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797904385" sldId="827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337953599" sldId="828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145772478" sldId="829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929076733" sldId="830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3197305" sldId="831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988028389" sldId="832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524573923" sldId="833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655579869" sldId="834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73887641" sldId="835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236061358" sldId="836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873902577" sldId="837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270364909" sldId="838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089796124" sldId="839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929446052" sldId="840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819665932" sldId="841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930702191" sldId="842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94338546" sldId="843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154689295" sldId="844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334668103" sldId="845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920630109" sldId="846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986470987" sldId="847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737903966" sldId="848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1936587309" sldId="850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3965400327" sldId="851"/>
        </pc:sldMkLst>
      </pc:sldChg>
      <pc:sldChg chg="del">
        <pc:chgData name="Hasan Jamal" userId="6724a5da2ffd1b8f" providerId="LiveId" clId="{1D41F220-408F-448A-A719-256DA9B18DB5}" dt="2024-10-23T19:28:30.144" v="1199" actId="47"/>
        <pc:sldMkLst>
          <pc:docMk/>
          <pc:sldMk cId="2480703900" sldId="852"/>
        </pc:sldMkLst>
      </pc:sldChg>
      <pc:sldChg chg="del">
        <pc:chgData name="Hasan Jamal" userId="6724a5da2ffd1b8f" providerId="LiveId" clId="{1D41F220-408F-448A-A719-256DA9B18DB5}" dt="2024-10-23T18:11:30.787" v="0" actId="2696"/>
        <pc:sldMkLst>
          <pc:docMk/>
          <pc:sldMk cId="294136961" sldId="853"/>
        </pc:sldMkLst>
      </pc:sldChg>
      <pc:sldChg chg="addSp delSp modSp add">
        <pc:chgData name="Hasan Jamal" userId="6724a5da2ffd1b8f" providerId="LiveId" clId="{1D41F220-408F-448A-A719-256DA9B18DB5}" dt="2024-10-23T18:20:19.517" v="79" actId="1076"/>
        <pc:sldMkLst>
          <pc:docMk/>
          <pc:sldMk cId="2007311269" sldId="853"/>
        </pc:sldMkLst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7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22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23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24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25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26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27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28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29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30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31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3072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3073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3075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0:19.517" v="79" actId="1076"/>
          <ac:spMkLst>
            <pc:docMk/>
            <pc:sldMk cId="2007311269" sldId="853"/>
            <ac:spMk id="3076" creationId="{00000000-0000-0000-0000-000000000000}"/>
          </ac:spMkLst>
        </pc:spChg>
        <pc:grpChg chg="del">
          <ac:chgData name="Hasan Jamal" userId="6724a5da2ffd1b8f" providerId="LiveId" clId="{1D41F220-408F-448A-A719-256DA9B18DB5}" dt="2024-10-23T18:20:11.812" v="77" actId="478"/>
          <ac:grpSpMkLst>
            <pc:docMk/>
            <pc:sldMk cId="2007311269" sldId="853"/>
            <ac:grpSpMk id="2" creationId="{00000000-0000-0000-0000-000000000000}"/>
          </ac:grpSpMkLst>
        </pc:grpChg>
        <pc:grpChg chg="add mod">
          <ac:chgData name="Hasan Jamal" userId="6724a5da2ffd1b8f" providerId="LiveId" clId="{1D41F220-408F-448A-A719-256DA9B18DB5}" dt="2024-10-23T18:20:19.517" v="79" actId="1076"/>
          <ac:grpSpMkLst>
            <pc:docMk/>
            <pc:sldMk cId="2007311269" sldId="853"/>
            <ac:grpSpMk id="4" creationId="{00000000-0000-0000-0000-000000000000}"/>
          </ac:grpSpMkLst>
        </pc:grpChg>
      </pc:sldChg>
      <pc:sldChg chg="del">
        <pc:chgData name="Hasan Jamal" userId="6724a5da2ffd1b8f" providerId="LiveId" clId="{1D41F220-408F-448A-A719-256DA9B18DB5}" dt="2024-10-23T18:11:30.787" v="0" actId="2696"/>
        <pc:sldMkLst>
          <pc:docMk/>
          <pc:sldMk cId="3262705335" sldId="854"/>
        </pc:sldMkLst>
      </pc:sldChg>
      <pc:sldChg chg="addSp modSp add mod">
        <pc:chgData name="Hasan Jamal" userId="6724a5da2ffd1b8f" providerId="LiveId" clId="{1D41F220-408F-448A-A719-256DA9B18DB5}" dt="2024-10-23T18:24:24.834" v="212" actId="113"/>
        <pc:sldMkLst>
          <pc:docMk/>
          <pc:sldMk cId="4232449878" sldId="854"/>
        </pc:sldMkLst>
        <pc:spChg chg="add mod">
          <ac:chgData name="Hasan Jamal" userId="6724a5da2ffd1b8f" providerId="LiveId" clId="{1D41F220-408F-448A-A719-256DA9B18DB5}" dt="2024-10-23T18:24:22.913" v="211" actId="113"/>
          <ac:spMkLst>
            <pc:docMk/>
            <pc:sldMk cId="4232449878" sldId="854"/>
            <ac:spMk id="2" creationId="{DA49C398-B595-3F15-772B-7212073D59A9}"/>
          </ac:spMkLst>
        </pc:spChg>
        <pc:spChg chg="add mod">
          <ac:chgData name="Hasan Jamal" userId="6724a5da2ffd1b8f" providerId="LiveId" clId="{1D41F220-408F-448A-A719-256DA9B18DB5}" dt="2024-10-23T18:24:24.834" v="212" actId="113"/>
          <ac:spMkLst>
            <pc:docMk/>
            <pc:sldMk cId="4232449878" sldId="854"/>
            <ac:spMk id="4" creationId="{1C63E36D-32F4-F542-1003-2C5D82299F50}"/>
          </ac:spMkLst>
        </pc:spChg>
      </pc:sldChg>
      <pc:sldChg chg="del">
        <pc:chgData name="Hasan Jamal" userId="6724a5da2ffd1b8f" providerId="LiveId" clId="{1D41F220-408F-448A-A719-256DA9B18DB5}" dt="2024-10-23T18:11:30.787" v="0" actId="2696"/>
        <pc:sldMkLst>
          <pc:docMk/>
          <pc:sldMk cId="984715250" sldId="856"/>
        </pc:sldMkLst>
      </pc:sldChg>
      <pc:sldChg chg="addSp modSp add mod modAnim">
        <pc:chgData name="Hasan Jamal" userId="6724a5da2ffd1b8f" providerId="LiveId" clId="{1D41F220-408F-448A-A719-256DA9B18DB5}" dt="2024-10-23T18:24:41.694" v="235" actId="1035"/>
        <pc:sldMkLst>
          <pc:docMk/>
          <pc:sldMk cId="1243982625" sldId="856"/>
        </pc:sldMkLst>
        <pc:spChg chg="add mod">
          <ac:chgData name="Hasan Jamal" userId="6724a5da2ffd1b8f" providerId="LiveId" clId="{1D41F220-408F-448A-A719-256DA9B18DB5}" dt="2024-10-23T18:24:36.835" v="232" actId="1035"/>
          <ac:spMkLst>
            <pc:docMk/>
            <pc:sldMk cId="1243982625" sldId="856"/>
            <ac:spMk id="2" creationId="{F6FE7135-F531-E532-03A1-1F7F017D9B00}"/>
          </ac:spMkLst>
        </pc:spChg>
        <pc:spChg chg="mod">
          <ac:chgData name="Hasan Jamal" userId="6724a5da2ffd1b8f" providerId="LiveId" clId="{1D41F220-408F-448A-A719-256DA9B18DB5}" dt="2024-10-23T18:24:41.694" v="235" actId="1035"/>
          <ac:spMkLst>
            <pc:docMk/>
            <pc:sldMk cId="1243982625" sldId="856"/>
            <ac:spMk id="4" creationId="{174E65FA-8B8C-4F47-FC8A-7E1BCEC8AF64}"/>
          </ac:spMkLst>
        </pc:spChg>
        <pc:spChg chg="add mod">
          <ac:chgData name="Hasan Jamal" userId="6724a5da2ffd1b8f" providerId="LiveId" clId="{1D41F220-408F-448A-A719-256DA9B18DB5}" dt="2024-10-23T18:24:36.835" v="232" actId="1035"/>
          <ac:spMkLst>
            <pc:docMk/>
            <pc:sldMk cId="1243982625" sldId="856"/>
            <ac:spMk id="5" creationId="{CA4BA109-35E8-6AB7-9E03-0E978BC215A3}"/>
          </ac:spMkLst>
        </pc:spChg>
        <pc:spChg chg="mod">
          <ac:chgData name="Hasan Jamal" userId="6724a5da2ffd1b8f" providerId="LiveId" clId="{1D41F220-408F-448A-A719-256DA9B18DB5}" dt="2024-10-23T18:23:22.902" v="162" actId="1036"/>
          <ac:spMkLst>
            <pc:docMk/>
            <pc:sldMk cId="1243982625" sldId="856"/>
            <ac:spMk id="22" creationId="{C0FCB693-7248-39D4-142F-9C05BFEC77F5}"/>
          </ac:spMkLst>
        </pc:spChg>
        <pc:spChg chg="mod">
          <ac:chgData name="Hasan Jamal" userId="6724a5da2ffd1b8f" providerId="LiveId" clId="{1D41F220-408F-448A-A719-256DA9B18DB5}" dt="2024-10-23T18:23:22.902" v="162" actId="1036"/>
          <ac:spMkLst>
            <pc:docMk/>
            <pc:sldMk cId="1243982625" sldId="856"/>
            <ac:spMk id="23" creationId="{FEBEF845-B159-F895-D87A-B318F95282E0}"/>
          </ac:spMkLst>
        </pc:spChg>
        <pc:spChg chg="mod">
          <ac:chgData name="Hasan Jamal" userId="6724a5da2ffd1b8f" providerId="LiveId" clId="{1D41F220-408F-448A-A719-256DA9B18DB5}" dt="2024-10-23T18:18:09.373" v="76" actId="20577"/>
          <ac:spMkLst>
            <pc:docMk/>
            <pc:sldMk cId="1243982625" sldId="856"/>
            <ac:spMk id="3074" creationId="{94161931-BB81-87DF-B95B-B3CD8DCE3A05}"/>
          </ac:spMkLst>
        </pc:spChg>
      </pc:sldChg>
      <pc:sldChg chg="del">
        <pc:chgData name="Hasan Jamal" userId="6724a5da2ffd1b8f" providerId="LiveId" clId="{1D41F220-408F-448A-A719-256DA9B18DB5}" dt="2024-10-23T18:11:30.787" v="0" actId="2696"/>
        <pc:sldMkLst>
          <pc:docMk/>
          <pc:sldMk cId="1288332448" sldId="857"/>
        </pc:sldMkLst>
      </pc:sldChg>
      <pc:sldChg chg="modSp add mod">
        <pc:chgData name="Hasan Jamal" userId="6724a5da2ffd1b8f" providerId="LiveId" clId="{1D41F220-408F-448A-A719-256DA9B18DB5}" dt="2024-10-23T18:27:49.362" v="237"/>
        <pc:sldMkLst>
          <pc:docMk/>
          <pc:sldMk cId="3524629677" sldId="857"/>
        </pc:sldMkLst>
        <pc:spChg chg="mod">
          <ac:chgData name="Hasan Jamal" userId="6724a5da2ffd1b8f" providerId="LiveId" clId="{1D41F220-408F-448A-A719-256DA9B18DB5}" dt="2024-10-23T18:27:49.362" v="237"/>
          <ac:spMkLst>
            <pc:docMk/>
            <pc:sldMk cId="3524629677" sldId="857"/>
            <ac:spMk id="3074" creationId="{900A6CF5-15E8-81E0-8D25-B4FF8B99792E}"/>
          </ac:spMkLst>
        </pc:spChg>
      </pc:sldChg>
      <pc:sldChg chg="modSp add mod">
        <pc:chgData name="Hasan Jamal" userId="6724a5da2ffd1b8f" providerId="LiveId" clId="{1D41F220-408F-448A-A719-256DA9B18DB5}" dt="2024-10-23T18:27:54.412" v="238"/>
        <pc:sldMkLst>
          <pc:docMk/>
          <pc:sldMk cId="1680343791" sldId="858"/>
        </pc:sldMkLst>
        <pc:spChg chg="mod">
          <ac:chgData name="Hasan Jamal" userId="6724a5da2ffd1b8f" providerId="LiveId" clId="{1D41F220-408F-448A-A719-256DA9B18DB5}" dt="2024-10-23T18:27:54.412" v="238"/>
          <ac:spMkLst>
            <pc:docMk/>
            <pc:sldMk cId="1680343791" sldId="858"/>
            <ac:spMk id="3074" creationId="{F170306E-09FE-C8C5-7E46-2F18DFEE678F}"/>
          </ac:spMkLst>
        </pc:spChg>
      </pc:sldChg>
      <pc:sldChg chg="del">
        <pc:chgData name="Hasan Jamal" userId="6724a5da2ffd1b8f" providerId="LiveId" clId="{1D41F220-408F-448A-A719-256DA9B18DB5}" dt="2024-10-23T18:11:30.787" v="0" actId="2696"/>
        <pc:sldMkLst>
          <pc:docMk/>
          <pc:sldMk cId="1767642564" sldId="858"/>
        </pc:sldMkLst>
      </pc:sldChg>
      <pc:sldChg chg="delSp modSp add mod">
        <pc:chgData name="Hasan Jamal" userId="6724a5da2ffd1b8f" providerId="LiveId" clId="{1D41F220-408F-448A-A719-256DA9B18DB5}" dt="2024-10-23T18:15:57.985" v="8" actId="478"/>
        <pc:sldMkLst>
          <pc:docMk/>
          <pc:sldMk cId="3729865849" sldId="859"/>
        </pc:sldMkLst>
        <pc:spChg chg="mod">
          <ac:chgData name="Hasan Jamal" userId="6724a5da2ffd1b8f" providerId="LiveId" clId="{1D41F220-408F-448A-A719-256DA9B18DB5}" dt="2024-10-23T18:15:48.654" v="7"/>
          <ac:spMkLst>
            <pc:docMk/>
            <pc:sldMk cId="3729865849" sldId="859"/>
            <ac:spMk id="12" creationId="{23628D4E-4AE1-0EFA-52E3-4348ED1D33E2}"/>
          </ac:spMkLst>
        </pc:spChg>
        <pc:spChg chg="mod">
          <ac:chgData name="Hasan Jamal" userId="6724a5da2ffd1b8f" providerId="LiveId" clId="{1D41F220-408F-448A-A719-256DA9B18DB5}" dt="2024-10-23T18:15:12.526" v="3"/>
          <ac:spMkLst>
            <pc:docMk/>
            <pc:sldMk cId="3729865849" sldId="859"/>
            <ac:spMk id="3074" creationId="{E9B658D7-11FC-F874-3287-9FA671129E51}"/>
          </ac:spMkLst>
        </pc:spChg>
        <pc:grpChg chg="del">
          <ac:chgData name="Hasan Jamal" userId="6724a5da2ffd1b8f" providerId="LiveId" clId="{1D41F220-408F-448A-A719-256DA9B18DB5}" dt="2024-10-23T18:15:57.985" v="8" actId="478"/>
          <ac:grpSpMkLst>
            <pc:docMk/>
            <pc:sldMk cId="3729865849" sldId="859"/>
            <ac:grpSpMk id="2" creationId="{01F2CC64-E4F7-2A7B-E0F1-A3EC83A02BD0}"/>
          </ac:grpSpMkLst>
        </pc:grpChg>
      </pc:sldChg>
      <pc:sldChg chg="addSp delSp modSp add mod">
        <pc:chgData name="Hasan Jamal" userId="6724a5da2ffd1b8f" providerId="LiveId" clId="{1D41F220-408F-448A-A719-256DA9B18DB5}" dt="2024-10-23T18:34:05.719" v="329" actId="1035"/>
        <pc:sldMkLst>
          <pc:docMk/>
          <pc:sldMk cId="2801867058" sldId="860"/>
        </pc:sldMkLst>
        <pc:spChg chg="mod">
          <ac:chgData name="Hasan Jamal" userId="6724a5da2ffd1b8f" providerId="LiveId" clId="{1D41F220-408F-448A-A719-256DA9B18DB5}" dt="2024-10-23T18:34:05.719" v="329" actId="1035"/>
          <ac:spMkLst>
            <pc:docMk/>
            <pc:sldMk cId="2801867058" sldId="860"/>
            <ac:spMk id="5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34:05.719" v="329" actId="1035"/>
          <ac:spMkLst>
            <pc:docMk/>
            <pc:sldMk cId="2801867058" sldId="860"/>
            <ac:spMk id="6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34:05.719" v="329" actId="1035"/>
          <ac:spMkLst>
            <pc:docMk/>
            <pc:sldMk cId="2801867058" sldId="860"/>
            <ac:spMk id="8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34:05.719" v="329" actId="1035"/>
          <ac:spMkLst>
            <pc:docMk/>
            <pc:sldMk cId="2801867058" sldId="860"/>
            <ac:spMk id="9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34:05.719" v="329" actId="1035"/>
          <ac:spMkLst>
            <pc:docMk/>
            <pc:sldMk cId="2801867058" sldId="860"/>
            <ac:spMk id="10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34:05.719" v="329" actId="1035"/>
          <ac:spMkLst>
            <pc:docMk/>
            <pc:sldMk cId="2801867058" sldId="860"/>
            <ac:spMk id="11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34:02.310" v="324" actId="255"/>
          <ac:spMkLst>
            <pc:docMk/>
            <pc:sldMk cId="2801867058" sldId="860"/>
            <ac:spMk id="12" creationId="{8673332F-5918-ED3B-93E8-E143F663DA78}"/>
          </ac:spMkLst>
        </pc:spChg>
        <pc:spChg chg="mod">
          <ac:chgData name="Hasan Jamal" userId="6724a5da2ffd1b8f" providerId="LiveId" clId="{1D41F220-408F-448A-A719-256DA9B18DB5}" dt="2024-10-23T18:34:05.719" v="329" actId="1035"/>
          <ac:spMkLst>
            <pc:docMk/>
            <pc:sldMk cId="2801867058" sldId="860"/>
            <ac:spMk id="13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34:05.719" v="329" actId="1035"/>
          <ac:spMkLst>
            <pc:docMk/>
            <pc:sldMk cId="2801867058" sldId="860"/>
            <ac:spMk id="14" creationId="{00000000-0000-0000-0000-000000000000}"/>
          </ac:spMkLst>
        </pc:spChg>
        <pc:spChg chg="mod">
          <ac:chgData name="Hasan Jamal" userId="6724a5da2ffd1b8f" providerId="LiveId" clId="{1D41F220-408F-448A-A719-256DA9B18DB5}" dt="2024-10-23T18:28:06.845" v="259" actId="20577"/>
          <ac:spMkLst>
            <pc:docMk/>
            <pc:sldMk cId="2801867058" sldId="860"/>
            <ac:spMk id="3074" creationId="{EAE82D2D-2205-D5C2-00C1-B1B93840776D}"/>
          </ac:spMkLst>
        </pc:spChg>
        <pc:grpChg chg="add mod">
          <ac:chgData name="Hasan Jamal" userId="6724a5da2ffd1b8f" providerId="LiveId" clId="{1D41F220-408F-448A-A719-256DA9B18DB5}" dt="2024-10-23T18:34:05.719" v="329" actId="1035"/>
          <ac:grpSpMkLst>
            <pc:docMk/>
            <pc:sldMk cId="2801867058" sldId="860"/>
            <ac:grpSpMk id="2" creationId="{00000000-0000-0000-0000-000000000000}"/>
          </ac:grpSpMkLst>
        </pc:grpChg>
        <pc:grpChg chg="del">
          <ac:chgData name="Hasan Jamal" userId="6724a5da2ffd1b8f" providerId="LiveId" clId="{1D41F220-408F-448A-A719-256DA9B18DB5}" dt="2024-10-23T18:28:42.407" v="262" actId="478"/>
          <ac:grpSpMkLst>
            <pc:docMk/>
            <pc:sldMk cId="2801867058" sldId="860"/>
            <ac:grpSpMk id="4" creationId="{CC3239EC-08F5-1A16-7265-F58DE3F3D38A}"/>
          </ac:grpSpMkLst>
        </pc:grpChg>
      </pc:sldChg>
      <pc:sldChg chg="modSp add mod modAnim">
        <pc:chgData name="Hasan Jamal" userId="6724a5da2ffd1b8f" providerId="LiveId" clId="{1D41F220-408F-448A-A719-256DA9B18DB5}" dt="2024-10-23T18:52:37.160" v="862"/>
        <pc:sldMkLst>
          <pc:docMk/>
          <pc:sldMk cId="741009088" sldId="861"/>
        </pc:sldMkLst>
        <pc:spChg chg="mod">
          <ac:chgData name="Hasan Jamal" userId="6724a5da2ffd1b8f" providerId="LiveId" clId="{1D41F220-408F-448A-A719-256DA9B18DB5}" dt="2024-10-23T18:47:56.349" v="809" actId="1035"/>
          <ac:spMkLst>
            <pc:docMk/>
            <pc:sldMk cId="741009088" sldId="861"/>
            <ac:spMk id="2" creationId="{DF72ECAB-5794-2500-0C44-D9E47F5AF40C}"/>
          </ac:spMkLst>
        </pc:spChg>
        <pc:spChg chg="mod">
          <ac:chgData name="Hasan Jamal" userId="6724a5da2ffd1b8f" providerId="LiveId" clId="{1D41F220-408F-448A-A719-256DA9B18DB5}" dt="2024-10-23T18:48:05.874" v="847" actId="1038"/>
          <ac:spMkLst>
            <pc:docMk/>
            <pc:sldMk cId="741009088" sldId="861"/>
            <ac:spMk id="4" creationId="{EFD85C20-27F0-3C4B-F606-C14BAE9D0F9E}"/>
          </ac:spMkLst>
        </pc:spChg>
        <pc:spChg chg="mod">
          <ac:chgData name="Hasan Jamal" userId="6724a5da2ffd1b8f" providerId="LiveId" clId="{1D41F220-408F-448A-A719-256DA9B18DB5}" dt="2024-10-23T18:47:56.349" v="809" actId="1035"/>
          <ac:spMkLst>
            <pc:docMk/>
            <pc:sldMk cId="741009088" sldId="861"/>
            <ac:spMk id="5" creationId="{B33DC060-EAE4-63C8-3DAF-1B2C8B879B2C}"/>
          </ac:spMkLst>
        </pc:spChg>
        <pc:spChg chg="mod">
          <ac:chgData name="Hasan Jamal" userId="6724a5da2ffd1b8f" providerId="LiveId" clId="{1D41F220-408F-448A-A719-256DA9B18DB5}" dt="2024-10-23T18:47:51.583" v="807" actId="1076"/>
          <ac:spMkLst>
            <pc:docMk/>
            <pc:sldMk cId="741009088" sldId="861"/>
            <ac:spMk id="22" creationId="{74C7AD3E-3D17-B361-A053-4BA53A9B1C97}"/>
          </ac:spMkLst>
        </pc:spChg>
        <pc:spChg chg="mod">
          <ac:chgData name="Hasan Jamal" userId="6724a5da2ffd1b8f" providerId="LiveId" clId="{1D41F220-408F-448A-A719-256DA9B18DB5}" dt="2024-10-23T18:47:46.338" v="806" actId="1035"/>
          <ac:spMkLst>
            <pc:docMk/>
            <pc:sldMk cId="741009088" sldId="861"/>
            <ac:spMk id="23" creationId="{8C7E91A0-AC39-107A-D9D8-65756102B601}"/>
          </ac:spMkLst>
        </pc:spChg>
      </pc:sldChg>
      <pc:sldChg chg="addSp delSp modSp add mod">
        <pc:chgData name="Hasan Jamal" userId="6724a5da2ffd1b8f" providerId="LiveId" clId="{1D41F220-408F-448A-A719-256DA9B18DB5}" dt="2024-10-23T18:59:55.585" v="908" actId="22"/>
        <pc:sldMkLst>
          <pc:docMk/>
          <pc:sldMk cId="3983847472" sldId="862"/>
        </pc:sldMkLst>
        <pc:spChg chg="add del">
          <ac:chgData name="Hasan Jamal" userId="6724a5da2ffd1b8f" providerId="LiveId" clId="{1D41F220-408F-448A-A719-256DA9B18DB5}" dt="2024-10-23T18:59:55.585" v="908" actId="22"/>
          <ac:spMkLst>
            <pc:docMk/>
            <pc:sldMk cId="3983847472" sldId="862"/>
            <ac:spMk id="7" creationId="{1CD8EB8C-EC6A-73B4-C644-B5F6D14DE72B}"/>
          </ac:spMkLst>
        </pc:spChg>
        <pc:spChg chg="mod">
          <ac:chgData name="Hasan Jamal" userId="6724a5da2ffd1b8f" providerId="LiveId" clId="{1D41F220-408F-448A-A719-256DA9B18DB5}" dt="2024-10-23T18:59:01.608" v="906" actId="255"/>
          <ac:spMkLst>
            <pc:docMk/>
            <pc:sldMk cId="3983847472" sldId="862"/>
            <ac:spMk id="12" creationId="{BE8EBBFD-C79E-28E7-2F3A-B312BCDB0BC4}"/>
          </ac:spMkLst>
        </pc:spChg>
        <pc:spChg chg="mod">
          <ac:chgData name="Hasan Jamal" userId="6724a5da2ffd1b8f" providerId="LiveId" clId="{1D41F220-408F-448A-A719-256DA9B18DB5}" dt="2024-10-23T18:53:40.264" v="874" actId="20577"/>
          <ac:spMkLst>
            <pc:docMk/>
            <pc:sldMk cId="3983847472" sldId="862"/>
            <ac:spMk id="3074" creationId="{4E2EDFD9-4A7E-5B89-2EF7-1662770A5D19}"/>
          </ac:spMkLst>
        </pc:spChg>
        <pc:grpChg chg="del">
          <ac:chgData name="Hasan Jamal" userId="6724a5da2ffd1b8f" providerId="LiveId" clId="{1D41F220-408F-448A-A719-256DA9B18DB5}" dt="2024-10-23T18:53:43.826" v="875" actId="478"/>
          <ac:grpSpMkLst>
            <pc:docMk/>
            <pc:sldMk cId="3983847472" sldId="862"/>
            <ac:grpSpMk id="2" creationId="{90F0528F-DAC5-21B8-17FC-5C9AA182FD85}"/>
          </ac:grpSpMkLst>
        </pc:grpChg>
      </pc:sldChg>
      <pc:sldChg chg="addSp delSp modSp add mod">
        <pc:chgData name="Hasan Jamal" userId="6724a5da2ffd1b8f" providerId="LiveId" clId="{1D41F220-408F-448A-A719-256DA9B18DB5}" dt="2024-10-23T19:02:04.769" v="934" actId="1037"/>
        <pc:sldMkLst>
          <pc:docMk/>
          <pc:sldMk cId="2932226671" sldId="863"/>
        </pc:sldMkLst>
        <pc:spChg chg="add mod">
          <ac:chgData name="Hasan Jamal" userId="6724a5da2ffd1b8f" providerId="LiveId" clId="{1D41F220-408F-448A-A719-256DA9B18DB5}" dt="2024-10-23T19:02:04.769" v="934" actId="1037"/>
          <ac:spMkLst>
            <pc:docMk/>
            <pc:sldMk cId="2932226671" sldId="863"/>
            <ac:spMk id="4" creationId="{00000000-0000-0000-0000-000000000000}"/>
          </ac:spMkLst>
        </pc:spChg>
        <pc:spChg chg="add mod">
          <ac:chgData name="Hasan Jamal" userId="6724a5da2ffd1b8f" providerId="LiveId" clId="{1D41F220-408F-448A-A719-256DA9B18DB5}" dt="2024-10-23T19:02:04.769" v="934" actId="1037"/>
          <ac:spMkLst>
            <pc:docMk/>
            <pc:sldMk cId="2932226671" sldId="863"/>
            <ac:spMk id="7" creationId="{00000000-0000-0000-0000-000000000000}"/>
          </ac:spMkLst>
        </pc:spChg>
        <pc:spChg chg="mod">
          <ac:chgData name="Hasan Jamal" userId="6724a5da2ffd1b8f" providerId="LiveId" clId="{1D41F220-408F-448A-A719-256DA9B18DB5}" dt="2024-10-23T19:01:55.170" v="927" actId="1076"/>
          <ac:spMkLst>
            <pc:docMk/>
            <pc:sldMk cId="2932226671" sldId="863"/>
            <ac:spMk id="12" creationId="{308AFBAF-5E47-D8E3-FC32-4E60FD7B2EC7}"/>
          </ac:spMkLst>
        </pc:spChg>
        <pc:spChg chg="add mod">
          <ac:chgData name="Hasan Jamal" userId="6724a5da2ffd1b8f" providerId="LiveId" clId="{1D41F220-408F-448A-A719-256DA9B18DB5}" dt="2024-10-23T19:02:04.769" v="934" actId="1037"/>
          <ac:spMkLst>
            <pc:docMk/>
            <pc:sldMk cId="2932226671" sldId="863"/>
            <ac:spMk id="15" creationId="{00000000-0000-0000-0000-000000000000}"/>
          </ac:spMkLst>
        </pc:spChg>
        <pc:spChg chg="add mod">
          <ac:chgData name="Hasan Jamal" userId="6724a5da2ffd1b8f" providerId="LiveId" clId="{1D41F220-408F-448A-A719-256DA9B18DB5}" dt="2024-10-23T19:02:04.769" v="934" actId="1037"/>
          <ac:spMkLst>
            <pc:docMk/>
            <pc:sldMk cId="2932226671" sldId="863"/>
            <ac:spMk id="16" creationId="{00000000-0000-0000-0000-000000000000}"/>
          </ac:spMkLst>
        </pc:spChg>
        <pc:spChg chg="mod">
          <ac:chgData name="Hasan Jamal" userId="6724a5da2ffd1b8f" providerId="LiveId" clId="{1D41F220-408F-448A-A719-256DA9B18DB5}" dt="2024-10-23T19:00:11.453" v="910"/>
          <ac:spMkLst>
            <pc:docMk/>
            <pc:sldMk cId="2932226671" sldId="863"/>
            <ac:spMk id="3074" creationId="{8E25A013-66DE-1E05-6765-3CA0BD8D868D}"/>
          </ac:spMkLst>
        </pc:spChg>
        <pc:grpChg chg="del">
          <ac:chgData name="Hasan Jamal" userId="6724a5da2ffd1b8f" providerId="LiveId" clId="{1D41F220-408F-448A-A719-256DA9B18DB5}" dt="2024-10-23T19:01:11.942" v="917" actId="478"/>
          <ac:grpSpMkLst>
            <pc:docMk/>
            <pc:sldMk cId="2932226671" sldId="863"/>
            <ac:grpSpMk id="2" creationId="{A5F3555C-0807-8336-AF19-7CE6AE346E8B}"/>
          </ac:grpSpMkLst>
        </pc:grpChg>
        <pc:picChg chg="add mod">
          <ac:chgData name="Hasan Jamal" userId="6724a5da2ffd1b8f" providerId="LiveId" clId="{1D41F220-408F-448A-A719-256DA9B18DB5}" dt="2024-10-23T19:01:52.093" v="925" actId="1036"/>
          <ac:picMkLst>
            <pc:docMk/>
            <pc:sldMk cId="2932226671" sldId="863"/>
            <ac:picMk id="72707" creationId="{00000000-0000-0000-0000-000000000000}"/>
          </ac:picMkLst>
        </pc:picChg>
      </pc:sldChg>
      <pc:sldChg chg="delSp modSp add mod">
        <pc:chgData name="Hasan Jamal" userId="6724a5da2ffd1b8f" providerId="LiveId" clId="{1D41F220-408F-448A-A719-256DA9B18DB5}" dt="2024-10-23T19:04:17.880" v="948"/>
        <pc:sldMkLst>
          <pc:docMk/>
          <pc:sldMk cId="3118817431" sldId="864"/>
        </pc:sldMkLst>
        <pc:spChg chg="del">
          <ac:chgData name="Hasan Jamal" userId="6724a5da2ffd1b8f" providerId="LiveId" clId="{1D41F220-408F-448A-A719-256DA9B18DB5}" dt="2024-10-23T19:03:00.341" v="936" actId="478"/>
          <ac:spMkLst>
            <pc:docMk/>
            <pc:sldMk cId="3118817431" sldId="864"/>
            <ac:spMk id="4" creationId="{101ED650-CDD1-385C-23F7-0951FDB4C80C}"/>
          </ac:spMkLst>
        </pc:spChg>
        <pc:spChg chg="del">
          <ac:chgData name="Hasan Jamal" userId="6724a5da2ffd1b8f" providerId="LiveId" clId="{1D41F220-408F-448A-A719-256DA9B18DB5}" dt="2024-10-23T19:03:00.341" v="936" actId="478"/>
          <ac:spMkLst>
            <pc:docMk/>
            <pc:sldMk cId="3118817431" sldId="864"/>
            <ac:spMk id="7" creationId="{76B839CF-497A-E85D-B204-CAB32865C0FF}"/>
          </ac:spMkLst>
        </pc:spChg>
        <pc:spChg chg="mod">
          <ac:chgData name="Hasan Jamal" userId="6724a5da2ffd1b8f" providerId="LiveId" clId="{1D41F220-408F-448A-A719-256DA9B18DB5}" dt="2024-10-23T19:04:17.880" v="948"/>
          <ac:spMkLst>
            <pc:docMk/>
            <pc:sldMk cId="3118817431" sldId="864"/>
            <ac:spMk id="12" creationId="{346C6D27-C2AD-C3C0-4A06-80FB0EEDF214}"/>
          </ac:spMkLst>
        </pc:spChg>
        <pc:spChg chg="del">
          <ac:chgData name="Hasan Jamal" userId="6724a5da2ffd1b8f" providerId="LiveId" clId="{1D41F220-408F-448A-A719-256DA9B18DB5}" dt="2024-10-23T19:03:00.341" v="936" actId="478"/>
          <ac:spMkLst>
            <pc:docMk/>
            <pc:sldMk cId="3118817431" sldId="864"/>
            <ac:spMk id="15" creationId="{B7529F21-D420-F31A-CC10-870F6D8B1D31}"/>
          </ac:spMkLst>
        </pc:spChg>
        <pc:spChg chg="del">
          <ac:chgData name="Hasan Jamal" userId="6724a5da2ffd1b8f" providerId="LiveId" clId="{1D41F220-408F-448A-A719-256DA9B18DB5}" dt="2024-10-23T19:03:00.341" v="936" actId="478"/>
          <ac:spMkLst>
            <pc:docMk/>
            <pc:sldMk cId="3118817431" sldId="864"/>
            <ac:spMk id="16" creationId="{E73EE5C0-1C65-B2B2-9B1C-82F121FAD96E}"/>
          </ac:spMkLst>
        </pc:spChg>
        <pc:picChg chg="del">
          <ac:chgData name="Hasan Jamal" userId="6724a5da2ffd1b8f" providerId="LiveId" clId="{1D41F220-408F-448A-A719-256DA9B18DB5}" dt="2024-10-23T19:03:00.341" v="936" actId="478"/>
          <ac:picMkLst>
            <pc:docMk/>
            <pc:sldMk cId="3118817431" sldId="864"/>
            <ac:picMk id="72707" creationId="{CBEB01BF-9BB1-D62B-C82D-E2F2212B6D29}"/>
          </ac:picMkLst>
        </pc:picChg>
      </pc:sldChg>
      <pc:sldChg chg="delSp modSp add mod delAnim modAnim">
        <pc:chgData name="Hasan Jamal" userId="6724a5da2ffd1b8f" providerId="LiveId" clId="{1D41F220-408F-448A-A719-256DA9B18DB5}" dt="2024-10-23T19:18:44.024" v="1194" actId="20577"/>
        <pc:sldMkLst>
          <pc:docMk/>
          <pc:sldMk cId="3156641704" sldId="865"/>
        </pc:sldMkLst>
        <pc:spChg chg="del">
          <ac:chgData name="Hasan Jamal" userId="6724a5da2ffd1b8f" providerId="LiveId" clId="{1D41F220-408F-448A-A719-256DA9B18DB5}" dt="2024-10-23T19:05:09.447" v="952" actId="478"/>
          <ac:spMkLst>
            <pc:docMk/>
            <pc:sldMk cId="3156641704" sldId="865"/>
            <ac:spMk id="2" creationId="{9E923912-8979-6734-9792-A055AE5F2438}"/>
          </ac:spMkLst>
        </pc:spChg>
        <pc:spChg chg="mod">
          <ac:chgData name="Hasan Jamal" userId="6724a5da2ffd1b8f" providerId="LiveId" clId="{1D41F220-408F-448A-A719-256DA9B18DB5}" dt="2024-10-23T19:18:34.014" v="1192" actId="20577"/>
          <ac:spMkLst>
            <pc:docMk/>
            <pc:sldMk cId="3156641704" sldId="865"/>
            <ac:spMk id="4" creationId="{E0AEF624-A0CB-EC28-8BBC-4ABA8784064B}"/>
          </ac:spMkLst>
        </pc:spChg>
        <pc:spChg chg="del">
          <ac:chgData name="Hasan Jamal" userId="6724a5da2ffd1b8f" providerId="LiveId" clId="{1D41F220-408F-448A-A719-256DA9B18DB5}" dt="2024-10-23T19:05:12.570" v="953" actId="478"/>
          <ac:spMkLst>
            <pc:docMk/>
            <pc:sldMk cId="3156641704" sldId="865"/>
            <ac:spMk id="5" creationId="{BE9C050D-71DD-1FA4-4F60-24E96C9FAF8B}"/>
          </ac:spMkLst>
        </pc:spChg>
        <pc:spChg chg="del">
          <ac:chgData name="Hasan Jamal" userId="6724a5da2ffd1b8f" providerId="LiveId" clId="{1D41F220-408F-448A-A719-256DA9B18DB5}" dt="2024-10-23T19:05:06.918" v="951" actId="478"/>
          <ac:spMkLst>
            <pc:docMk/>
            <pc:sldMk cId="3156641704" sldId="865"/>
            <ac:spMk id="22" creationId="{F6070D77-BC98-D21F-48E1-5DE1434003A9}"/>
          </ac:spMkLst>
        </pc:spChg>
        <pc:spChg chg="mod">
          <ac:chgData name="Hasan Jamal" userId="6724a5da2ffd1b8f" providerId="LiveId" clId="{1D41F220-408F-448A-A719-256DA9B18DB5}" dt="2024-10-23T19:18:44.024" v="1194" actId="20577"/>
          <ac:spMkLst>
            <pc:docMk/>
            <pc:sldMk cId="3156641704" sldId="865"/>
            <ac:spMk id="23" creationId="{5F0848D3-7B33-640A-E4B9-EA28C326A204}"/>
          </ac:spMkLst>
        </pc:spChg>
        <pc:spChg chg="mod">
          <ac:chgData name="Hasan Jamal" userId="6724a5da2ffd1b8f" providerId="LiveId" clId="{1D41F220-408F-448A-A719-256DA9B18DB5}" dt="2024-10-23T19:05:03.171" v="950"/>
          <ac:spMkLst>
            <pc:docMk/>
            <pc:sldMk cId="3156641704" sldId="865"/>
            <ac:spMk id="3074" creationId="{5B37721C-71DD-EB2C-2DC3-0B8D15E1B60D}"/>
          </ac:spMkLst>
        </pc:spChg>
      </pc:sldChg>
      <pc:sldChg chg="modSp add mod">
        <pc:chgData name="Hasan Jamal" userId="6724a5da2ffd1b8f" providerId="LiveId" clId="{1D41F220-408F-448A-A719-256DA9B18DB5}" dt="2024-10-23T19:25:59.980" v="1198"/>
        <pc:sldMkLst>
          <pc:docMk/>
          <pc:sldMk cId="2316937727" sldId="866"/>
        </pc:sldMkLst>
        <pc:spChg chg="mod">
          <ac:chgData name="Hasan Jamal" userId="6724a5da2ffd1b8f" providerId="LiveId" clId="{1D41F220-408F-448A-A719-256DA9B18DB5}" dt="2024-10-23T19:25:59.980" v="1198"/>
          <ac:spMkLst>
            <pc:docMk/>
            <pc:sldMk cId="2316937727" sldId="866"/>
            <ac:spMk id="12" creationId="{DE3E2994-B302-41A8-8CED-8FA03EE69779}"/>
          </ac:spMkLst>
        </pc:spChg>
        <pc:spChg chg="mod">
          <ac:chgData name="Hasan Jamal" userId="6724a5da2ffd1b8f" providerId="LiveId" clId="{1D41F220-408F-448A-A719-256DA9B18DB5}" dt="2024-10-23T19:21:05.715" v="1196"/>
          <ac:spMkLst>
            <pc:docMk/>
            <pc:sldMk cId="2316937727" sldId="866"/>
            <ac:spMk id="3074" creationId="{DE2FC58B-C9CA-0616-8EF2-8E4E88E3D9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34546-FD7D-47BB-AA1E-00BBFD21EEC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D3D20-B80A-47F2-90D8-E85AAC9E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5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4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2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7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54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80208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3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93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A143B-99B6-4B27-B043-E574855ABF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759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718971-3FDC-4323-BE22-69C0E5D579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871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CAC09-0EE0-4829-9090-1F0BC639B9B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95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&amp; Analysis of Algorithms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and Anaysis of Algorihms, Spring 2008 </a:t>
            </a:r>
          </a:p>
        </p:txBody>
      </p:sp>
    </p:spTree>
    <p:extLst>
      <p:ext uri="{BB962C8B-B14F-4D97-AF65-F5344CB8AC3E}">
        <p14:creationId xmlns:p14="http://schemas.microsoft.com/office/powerpoint/2010/main" val="238991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</a:t>
            </a:fld>
            <a:endParaRPr lang="en-US">
              <a:latin typeface="Calibri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654176"/>
            <a:ext cx="8458200" cy="1470025"/>
          </a:xfrm>
        </p:spPr>
        <p:txBody>
          <a:bodyPr/>
          <a:lstStyle/>
          <a:p>
            <a:pPr algn="ctr"/>
            <a:r>
              <a:rPr lang="en-US" sz="3200" b="1" dirty="0"/>
              <a:t>CSC 323 – Principles of Operating Systems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4000" y="3505200"/>
            <a:ext cx="84582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Instructor: Ms. </a:t>
            </a:r>
            <a:r>
              <a:rPr lang="en-US" sz="2800" b="1" spc="-100">
                <a:solidFill>
                  <a:srgbClr val="675E47"/>
                </a:solidFill>
                <a:latin typeface="Cambria"/>
              </a:rPr>
              <a:t>Mamoona Tasadduq</a:t>
            </a:r>
          </a:p>
          <a:p>
            <a:pPr algn="ctr">
              <a:buClr>
                <a:srgbClr val="A9A57C"/>
              </a:buClr>
            </a:pPr>
            <a:r>
              <a:rPr lang="en-US" sz="2800" b="1" spc="-100">
                <a:solidFill>
                  <a:srgbClr val="675E47"/>
                </a:solidFill>
                <a:latin typeface="Cambria"/>
              </a:rPr>
              <a:t>Lecture</a:t>
            </a: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# 07: Classic Synchronization Problems</a:t>
            </a:r>
          </a:p>
        </p:txBody>
      </p:sp>
    </p:spTree>
    <p:extLst>
      <p:ext uri="{BB962C8B-B14F-4D97-AF65-F5344CB8AC3E}">
        <p14:creationId xmlns:p14="http://schemas.microsoft.com/office/powerpoint/2010/main" val="142399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9FFBC-2913-D282-E366-8479B7A18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52212E6-5BD5-70FC-7108-DCBFA603F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Producer-Consumer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65930F-E832-01DB-A248-DB8A5743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F7F7C8B-9830-77AB-8AC3-EE0ABD9FAA3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40649" cy="522747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Producer-consumer problem is a common paradigm for cooperating processes.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 produces information that is used by the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Shared buffer used that is filled by the producer and emptied by the consumer concurrently.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Must be synchronized so that the consumer does not try to consume an item that has not yet been produced. Consumer has to wait for the producer</a:t>
            </a:r>
          </a:p>
          <a:p>
            <a:pPr lvl="2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Unbounded buffer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places no particular limit on the size of the buffer  </a:t>
            </a:r>
          </a:p>
          <a:p>
            <a:pPr lvl="2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Bounded buffers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assumes that there is a fixed buffer size</a:t>
            </a:r>
          </a:p>
          <a:p>
            <a:pPr lvl="2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746061" y="4826000"/>
            <a:ext cx="6112828" cy="1645920"/>
            <a:chOff x="1402080" y="3789363"/>
            <a:chExt cx="6112828" cy="1645920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348038" y="4438650"/>
              <a:ext cx="217487" cy="503238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3563938" y="4438650"/>
              <a:ext cx="217487" cy="503238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3779838" y="4438650"/>
              <a:ext cx="217487" cy="503238"/>
            </a:xfrm>
            <a:prstGeom prst="rect">
              <a:avLst/>
            </a:prstGeom>
            <a:solidFill>
              <a:srgbClr val="969696"/>
            </a:solidFill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3995738" y="4438650"/>
              <a:ext cx="217487" cy="503238"/>
            </a:xfrm>
            <a:prstGeom prst="rect">
              <a:avLst/>
            </a:prstGeom>
            <a:solidFill>
              <a:srgbClr val="969696"/>
            </a:solidFill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4211638" y="4438650"/>
              <a:ext cx="217487" cy="503238"/>
            </a:xfrm>
            <a:prstGeom prst="rect">
              <a:avLst/>
            </a:prstGeom>
            <a:solidFill>
              <a:srgbClr val="969696"/>
            </a:solidFill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4427538" y="4438650"/>
              <a:ext cx="217487" cy="503238"/>
            </a:xfrm>
            <a:prstGeom prst="rect">
              <a:avLst/>
            </a:prstGeom>
            <a:solidFill>
              <a:srgbClr val="969696"/>
            </a:solidFill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4643438" y="4438650"/>
              <a:ext cx="217487" cy="503238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4859338" y="4438650"/>
              <a:ext cx="217487" cy="503238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5075238" y="4438650"/>
              <a:ext cx="217487" cy="503238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5291138" y="4438650"/>
              <a:ext cx="217487" cy="503238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" name="Text Box 15"/>
            <p:cNvSpPr txBox="1">
              <a:spLocks noChangeArrowheads="1"/>
            </p:cNvSpPr>
            <p:nvPr/>
          </p:nvSpPr>
          <p:spPr bwMode="auto">
            <a:xfrm>
              <a:off x="3656743" y="4078288"/>
              <a:ext cx="1601057" cy="3715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 type="none" w="lg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en-US" b="0" dirty="0"/>
                <a:t>Shared Buffer</a:t>
              </a:r>
            </a:p>
          </p:txBody>
        </p:sp>
        <p:sp>
          <p:nvSpPr>
            <p:cNvPr id="3072" name="Oval 17"/>
            <p:cNvSpPr>
              <a:spLocks noChangeArrowheads="1"/>
            </p:cNvSpPr>
            <p:nvPr/>
          </p:nvSpPr>
          <p:spPr bwMode="auto">
            <a:xfrm>
              <a:off x="1402080" y="3789363"/>
              <a:ext cx="1645920" cy="164592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b="0" dirty="0"/>
                <a:t>Producer</a:t>
              </a:r>
            </a:p>
          </p:txBody>
        </p:sp>
        <p:sp>
          <p:nvSpPr>
            <p:cNvPr id="3073" name="Oval 18"/>
            <p:cNvSpPr>
              <a:spLocks noChangeArrowheads="1"/>
            </p:cNvSpPr>
            <p:nvPr/>
          </p:nvSpPr>
          <p:spPr bwMode="auto">
            <a:xfrm>
              <a:off x="5868988" y="3789363"/>
              <a:ext cx="1645920" cy="164592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b="0" dirty="0"/>
                <a:t>Consumer</a:t>
              </a:r>
            </a:p>
          </p:txBody>
        </p:sp>
        <p:sp>
          <p:nvSpPr>
            <p:cNvPr id="3075" name="Line 19"/>
            <p:cNvSpPr>
              <a:spLocks noChangeShapeType="1"/>
            </p:cNvSpPr>
            <p:nvPr/>
          </p:nvSpPr>
          <p:spPr bwMode="auto">
            <a:xfrm>
              <a:off x="3060700" y="4654550"/>
              <a:ext cx="287338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3076" name="Line 20"/>
            <p:cNvSpPr>
              <a:spLocks noChangeShapeType="1"/>
            </p:cNvSpPr>
            <p:nvPr/>
          </p:nvSpPr>
          <p:spPr bwMode="auto">
            <a:xfrm>
              <a:off x="5508625" y="4654550"/>
              <a:ext cx="360363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07311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699CF-4839-7CE4-EF37-76648DEF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8F6E773-EF71-18B8-8847-5836E148BF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Producer-Consumer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FDEFD1-2F89-3B99-935A-810635817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FE0645F-D91B-E42F-C311-A6202D56B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134" y="2036387"/>
            <a:ext cx="4369352" cy="3151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produce an item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nextProduced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...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while (count == BUFFER_SIZE);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buffer[in] =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nextProduced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 = (in + 1)% BUFFER_SIZE;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count++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83990FD-1A1E-711F-55B1-06B401314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36388"/>
            <a:ext cx="4369352" cy="3151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while (count == 0);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nextConsumed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buffer[out];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out = (out + 1)% BUFFER_SIZE;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count--;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//consume item </a:t>
            </a:r>
            <a:r>
              <a:rPr lang="en-US" altLang="en-US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nextConsumed</a:t>
            </a:r>
            <a:endParaRPr lang="en-US" alt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DA49C398-B595-3F15-772B-7212073D5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8453" y="1640783"/>
            <a:ext cx="1194856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Producer</a:t>
            </a:r>
          </a:p>
        </p:txBody>
      </p:sp>
      <p:sp>
        <p:nvSpPr>
          <p:cNvPr id="4" name="Text Box 14">
            <a:extLst>
              <a:ext uri="{FF2B5EF4-FFF2-40B4-BE49-F238E27FC236}">
                <a16:creationId xmlns:a16="http://schemas.microsoft.com/office/drawing/2014/main" id="{1C63E36D-32F4-F542-1003-2C5D82299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376" y="1640783"/>
            <a:ext cx="1323096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Consumer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244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57E3-2A0B-D4D7-9850-CC3A4E3B9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9B658D7-11FC-F874-3287-9FA671129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Classical Problems of Synchronization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C60165-DDDC-F6AD-BC37-EE6D14BDC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3628D4E-4AE1-0EFA-52E3-4348ED1D33E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40649" cy="522747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Classical problems used to test newly-proposed synchronization schemes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Bounded-Buffer Problem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Readers-Writers Problem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Dining-Philosophers Problem</a:t>
            </a:r>
          </a:p>
          <a:p>
            <a:pPr lvl="2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9865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3F4DB-EC3D-77D2-3F9A-87F39FDC6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4161931-BB81-87DF-B95B-B3CD8DCE3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Bounded-Buffer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5BEA54-7E87-0F25-DF2A-12112A0A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C0FCB693-7248-39D4-142F-9C05BFEC7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134" y="1569856"/>
            <a:ext cx="4369352" cy="39229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produce an item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nextProduced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...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wait(empty);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wait(mutex);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Add item to buffer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buffer[in] =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nextProduced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 = (in + 1)% BUFFER_SIZE;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signal(mutex);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signal(full);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FEBEF845-B159-F895-D87A-B318F9528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569857"/>
            <a:ext cx="4369352" cy="39229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wait(full);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wait(mutex);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remove item from buffer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nextConsumed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buffer[out];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out = (out + 1)% BUFFER_SIZE;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signal(mutex);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signal(empty);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//consume item </a:t>
            </a:r>
            <a:r>
              <a:rPr lang="en-US" altLang="en-US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nextConsumed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174E65FA-8B8C-4F47-FC8A-7E1BCEC8A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7163" y="5742265"/>
            <a:ext cx="7570237" cy="925511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b="0" dirty="0"/>
              <a:t>semaphore</a:t>
            </a:r>
            <a:r>
              <a:rPr lang="en-US" altLang="en-US" dirty="0"/>
              <a:t> mutex = 1</a:t>
            </a:r>
          </a:p>
          <a:p>
            <a:pPr eaLnBrk="1" hangingPunct="1"/>
            <a:r>
              <a:rPr lang="en-US" altLang="en-US" b="0" dirty="0"/>
              <a:t>semaphore </a:t>
            </a:r>
            <a:r>
              <a:rPr lang="en-US" altLang="en-US" dirty="0"/>
              <a:t>full = 0		</a:t>
            </a:r>
            <a:r>
              <a:rPr lang="en-US" altLang="en-US" dirty="0">
                <a:solidFill>
                  <a:srgbClr val="00B050"/>
                </a:solidFill>
              </a:rPr>
              <a:t>// 0 slots are full</a:t>
            </a:r>
          </a:p>
          <a:p>
            <a:pPr eaLnBrk="1" hangingPunct="1"/>
            <a:r>
              <a:rPr lang="en-US" altLang="en-US" b="0" dirty="0"/>
              <a:t>semaphore </a:t>
            </a:r>
            <a:r>
              <a:rPr lang="en-US" altLang="en-US" dirty="0"/>
              <a:t>empty = N		</a:t>
            </a:r>
            <a:r>
              <a:rPr lang="en-US" altLang="en-US" dirty="0">
                <a:solidFill>
                  <a:srgbClr val="00B050"/>
                </a:solidFill>
              </a:rPr>
              <a:t>// All slots are empty initially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F6FE7135-F531-E532-03A1-1F7F017D9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8453" y="1192918"/>
            <a:ext cx="1194856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Producer</a:t>
            </a: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CA4BA109-35E8-6AB7-9E03-0E978BC21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376" y="1192918"/>
            <a:ext cx="1323096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Consumer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398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C355-4CC1-073E-6C26-008132FD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00A6CF5-15E8-81E0-8D25-B4FF8B9979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Bounded-Buffer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4B485-230A-A473-F208-4EB1F0F92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sp>
        <p:nvSpPr>
          <p:cNvPr id="901133" name="Line 13"/>
          <p:cNvSpPr>
            <a:spLocks noChangeShapeType="1"/>
          </p:cNvSpPr>
          <p:nvPr/>
        </p:nvSpPr>
        <p:spPr bwMode="auto">
          <a:xfrm flipV="1">
            <a:off x="2380497" y="3905276"/>
            <a:ext cx="1079897" cy="124182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1989" name="Line 5"/>
          <p:cNvSpPr>
            <a:spLocks noChangeShapeType="1"/>
          </p:cNvSpPr>
          <p:nvPr/>
        </p:nvSpPr>
        <p:spPr bwMode="auto">
          <a:xfrm>
            <a:off x="2380497" y="5142335"/>
            <a:ext cx="5509022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2227001" y="2171727"/>
            <a:ext cx="415241" cy="278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 dirty="0"/>
              <a:t>Full</a:t>
            </a:r>
          </a:p>
        </p:txBody>
      </p:sp>
      <p:sp>
        <p:nvSpPr>
          <p:cNvPr id="41991" name="Line 7"/>
          <p:cNvSpPr>
            <a:spLocks noChangeShapeType="1"/>
          </p:cNvSpPr>
          <p:nvPr/>
        </p:nvSpPr>
        <p:spPr bwMode="auto">
          <a:xfrm flipV="1">
            <a:off x="2380497" y="2441998"/>
            <a:ext cx="0" cy="270033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1992" name="Text Box 9"/>
          <p:cNvSpPr txBox="1">
            <a:spLocks noChangeArrowheads="1"/>
          </p:cNvSpPr>
          <p:nvPr/>
        </p:nvSpPr>
        <p:spPr bwMode="auto">
          <a:xfrm>
            <a:off x="2110225" y="4980411"/>
            <a:ext cx="398860" cy="278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/>
              <a:t>0</a:t>
            </a:r>
          </a:p>
        </p:txBody>
      </p:sp>
      <p:sp>
        <p:nvSpPr>
          <p:cNvPr id="901134" name="Line 14"/>
          <p:cNvSpPr>
            <a:spLocks noChangeShapeType="1"/>
          </p:cNvSpPr>
          <p:nvPr/>
        </p:nvSpPr>
        <p:spPr bwMode="auto">
          <a:xfrm>
            <a:off x="3460394" y="3905276"/>
            <a:ext cx="432197" cy="6477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901135" name="Line 15"/>
          <p:cNvSpPr>
            <a:spLocks noChangeShapeType="1"/>
          </p:cNvSpPr>
          <p:nvPr/>
        </p:nvSpPr>
        <p:spPr bwMode="auto">
          <a:xfrm flipV="1">
            <a:off x="3892590" y="4067201"/>
            <a:ext cx="270272" cy="485775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901136" name="Line 16"/>
          <p:cNvSpPr>
            <a:spLocks noChangeShapeType="1"/>
          </p:cNvSpPr>
          <p:nvPr/>
        </p:nvSpPr>
        <p:spPr bwMode="auto">
          <a:xfrm>
            <a:off x="4162862" y="4067201"/>
            <a:ext cx="702469" cy="1079897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901137" name="Line 17"/>
          <p:cNvSpPr>
            <a:spLocks noChangeShapeType="1"/>
          </p:cNvSpPr>
          <p:nvPr/>
        </p:nvSpPr>
        <p:spPr bwMode="auto">
          <a:xfrm>
            <a:off x="4865331" y="5147098"/>
            <a:ext cx="97155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901138" name="Line 18"/>
          <p:cNvSpPr>
            <a:spLocks noChangeShapeType="1"/>
          </p:cNvSpPr>
          <p:nvPr/>
        </p:nvSpPr>
        <p:spPr bwMode="auto">
          <a:xfrm flipV="1">
            <a:off x="5836881" y="4876826"/>
            <a:ext cx="216694" cy="27027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901139" name="Line 19"/>
          <p:cNvSpPr>
            <a:spLocks noChangeShapeType="1"/>
          </p:cNvSpPr>
          <p:nvPr/>
        </p:nvSpPr>
        <p:spPr bwMode="auto">
          <a:xfrm>
            <a:off x="6053574" y="4911354"/>
            <a:ext cx="215504" cy="216694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901140" name="Line 20"/>
          <p:cNvSpPr>
            <a:spLocks noChangeShapeType="1"/>
          </p:cNvSpPr>
          <p:nvPr/>
        </p:nvSpPr>
        <p:spPr bwMode="auto">
          <a:xfrm flipV="1">
            <a:off x="6269078" y="2987304"/>
            <a:ext cx="1512094" cy="2159794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2000" name="Line 21"/>
          <p:cNvSpPr>
            <a:spLocks noChangeShapeType="1"/>
          </p:cNvSpPr>
          <p:nvPr/>
        </p:nvSpPr>
        <p:spPr bwMode="auto">
          <a:xfrm>
            <a:off x="2273340" y="2981351"/>
            <a:ext cx="270272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2001" name="Text Box 22"/>
          <p:cNvSpPr txBox="1">
            <a:spLocks noChangeArrowheads="1"/>
          </p:cNvSpPr>
          <p:nvPr/>
        </p:nvSpPr>
        <p:spPr bwMode="auto">
          <a:xfrm>
            <a:off x="2381688" y="2712271"/>
            <a:ext cx="963468" cy="278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/>
              <a:t>BUF_SIZE</a:t>
            </a:r>
          </a:p>
        </p:txBody>
      </p:sp>
      <p:sp>
        <p:nvSpPr>
          <p:cNvPr id="901143" name="Line 23"/>
          <p:cNvSpPr>
            <a:spLocks noChangeShapeType="1"/>
          </p:cNvSpPr>
          <p:nvPr/>
        </p:nvSpPr>
        <p:spPr bwMode="auto">
          <a:xfrm>
            <a:off x="7781172" y="2987304"/>
            <a:ext cx="594122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2003" name="Text Box 24"/>
          <p:cNvSpPr txBox="1">
            <a:spLocks noChangeArrowheads="1"/>
          </p:cNvSpPr>
          <p:nvPr/>
        </p:nvSpPr>
        <p:spPr bwMode="auto">
          <a:xfrm>
            <a:off x="7875231" y="5000652"/>
            <a:ext cx="463331" cy="278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FF9900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/>
              <a:t>time</a:t>
            </a:r>
          </a:p>
        </p:txBody>
      </p:sp>
      <p:sp>
        <p:nvSpPr>
          <p:cNvPr id="901145" name="Text Box 25"/>
          <p:cNvSpPr txBox="1">
            <a:spLocks noChangeArrowheads="1"/>
          </p:cNvSpPr>
          <p:nvPr/>
        </p:nvSpPr>
        <p:spPr bwMode="auto">
          <a:xfrm>
            <a:off x="4851044" y="5162576"/>
            <a:ext cx="982704" cy="48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/>
              <a:t>Consumer </a:t>
            </a:r>
            <a:br>
              <a:rPr lang="en-US" altLang="en-US" sz="1350" b="0"/>
            </a:br>
            <a:r>
              <a:rPr lang="en-US" altLang="en-US" sz="1350" b="0"/>
              <a:t>Sleeps</a:t>
            </a:r>
          </a:p>
        </p:txBody>
      </p:sp>
      <p:sp>
        <p:nvSpPr>
          <p:cNvPr id="901146" name="Text Box 26"/>
          <p:cNvSpPr txBox="1">
            <a:spLocks noChangeArrowheads="1"/>
          </p:cNvSpPr>
          <p:nvPr/>
        </p:nvSpPr>
        <p:spPr bwMode="auto">
          <a:xfrm>
            <a:off x="7781172" y="2987304"/>
            <a:ext cx="838434" cy="48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/>
              <a:t>Producer</a:t>
            </a:r>
            <a:br>
              <a:rPr lang="en-US" altLang="en-US" sz="1350" b="0"/>
            </a:br>
            <a:r>
              <a:rPr lang="en-US" altLang="en-US" sz="1350" b="0"/>
              <a:t>Sleeps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462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0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0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0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0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0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0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33" grpId="0" animBg="1"/>
      <p:bldP spid="901134" grpId="0" animBg="1"/>
      <p:bldP spid="901135" grpId="0" animBg="1"/>
      <p:bldP spid="901136" grpId="0" animBg="1"/>
      <p:bldP spid="901137" grpId="0" animBg="1"/>
      <p:bldP spid="901138" grpId="0" animBg="1"/>
      <p:bldP spid="901139" grpId="0" animBg="1"/>
      <p:bldP spid="901140" grpId="0" animBg="1"/>
      <p:bldP spid="901143" grpId="0" animBg="1"/>
      <p:bldP spid="901145" grpId="0"/>
      <p:bldP spid="9011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DFE86-B4E9-F751-1751-28A70929C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170306E-09FE-C8C5-7E46-2F18DFEE6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Bounded-Buffer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A45722-2E69-4044-C861-84F31F78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sp>
        <p:nvSpPr>
          <p:cNvPr id="43012" name="Line 5"/>
          <p:cNvSpPr>
            <a:spLocks noChangeShapeType="1"/>
          </p:cNvSpPr>
          <p:nvPr/>
        </p:nvSpPr>
        <p:spPr bwMode="auto">
          <a:xfrm>
            <a:off x="2396730" y="5350384"/>
            <a:ext cx="599360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13" name="Line 7"/>
          <p:cNvSpPr>
            <a:spLocks noChangeShapeType="1"/>
          </p:cNvSpPr>
          <p:nvPr/>
        </p:nvSpPr>
        <p:spPr bwMode="auto">
          <a:xfrm flipV="1">
            <a:off x="2395539" y="2379775"/>
            <a:ext cx="0" cy="2970609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14" name="Line 8"/>
          <p:cNvSpPr>
            <a:spLocks noChangeShapeType="1"/>
          </p:cNvSpPr>
          <p:nvPr/>
        </p:nvSpPr>
        <p:spPr bwMode="auto">
          <a:xfrm>
            <a:off x="2178846" y="4431222"/>
            <a:ext cx="270272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15" name="Text Box 9"/>
          <p:cNvSpPr txBox="1">
            <a:spLocks noChangeArrowheads="1"/>
          </p:cNvSpPr>
          <p:nvPr/>
        </p:nvSpPr>
        <p:spPr bwMode="auto">
          <a:xfrm>
            <a:off x="2287193" y="4162141"/>
            <a:ext cx="1011558" cy="278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/>
              <a:t>BUF_SIZE </a:t>
            </a:r>
          </a:p>
        </p:txBody>
      </p:sp>
      <p:sp>
        <p:nvSpPr>
          <p:cNvPr id="43016" name="Line 10"/>
          <p:cNvSpPr>
            <a:spLocks noChangeShapeType="1"/>
          </p:cNvSpPr>
          <p:nvPr/>
        </p:nvSpPr>
        <p:spPr bwMode="auto">
          <a:xfrm flipV="1">
            <a:off x="2395539" y="4432412"/>
            <a:ext cx="756047" cy="91797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17" name="Line 11"/>
          <p:cNvSpPr>
            <a:spLocks noChangeShapeType="1"/>
          </p:cNvSpPr>
          <p:nvPr/>
        </p:nvSpPr>
        <p:spPr bwMode="auto">
          <a:xfrm>
            <a:off x="3150395" y="4432413"/>
            <a:ext cx="972741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18" name="Line 12"/>
          <p:cNvSpPr>
            <a:spLocks noChangeShapeType="1"/>
          </p:cNvSpPr>
          <p:nvPr/>
        </p:nvSpPr>
        <p:spPr bwMode="auto">
          <a:xfrm>
            <a:off x="2395539" y="5350384"/>
            <a:ext cx="172759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19" name="Line 13"/>
          <p:cNvSpPr>
            <a:spLocks noChangeShapeType="1"/>
          </p:cNvSpPr>
          <p:nvPr/>
        </p:nvSpPr>
        <p:spPr bwMode="auto">
          <a:xfrm flipV="1">
            <a:off x="4123137" y="4702684"/>
            <a:ext cx="486965" cy="647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20" name="Line 14"/>
          <p:cNvSpPr>
            <a:spLocks noChangeShapeType="1"/>
          </p:cNvSpPr>
          <p:nvPr/>
        </p:nvSpPr>
        <p:spPr bwMode="auto">
          <a:xfrm>
            <a:off x="4123137" y="4432413"/>
            <a:ext cx="48696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21" name="Line 15"/>
          <p:cNvSpPr>
            <a:spLocks noChangeShapeType="1"/>
          </p:cNvSpPr>
          <p:nvPr/>
        </p:nvSpPr>
        <p:spPr bwMode="auto">
          <a:xfrm flipV="1">
            <a:off x="4610102" y="3784713"/>
            <a:ext cx="432197" cy="6477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22" name="Line 16"/>
          <p:cNvSpPr>
            <a:spLocks noChangeShapeType="1"/>
          </p:cNvSpPr>
          <p:nvPr/>
        </p:nvSpPr>
        <p:spPr bwMode="auto">
          <a:xfrm>
            <a:off x="4610101" y="4702684"/>
            <a:ext cx="8096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23" name="Line 17"/>
          <p:cNvSpPr>
            <a:spLocks noChangeShapeType="1"/>
          </p:cNvSpPr>
          <p:nvPr/>
        </p:nvSpPr>
        <p:spPr bwMode="auto">
          <a:xfrm>
            <a:off x="3637361" y="4432413"/>
            <a:ext cx="0" cy="864394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24" name="Line 18"/>
          <p:cNvSpPr>
            <a:spLocks noChangeShapeType="1"/>
          </p:cNvSpPr>
          <p:nvPr/>
        </p:nvSpPr>
        <p:spPr bwMode="auto">
          <a:xfrm>
            <a:off x="5149455" y="3794238"/>
            <a:ext cx="0" cy="864394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25" name="Line 19"/>
          <p:cNvSpPr>
            <a:spLocks noChangeShapeType="1"/>
          </p:cNvSpPr>
          <p:nvPr/>
        </p:nvSpPr>
        <p:spPr bwMode="auto">
          <a:xfrm>
            <a:off x="5051823" y="3784713"/>
            <a:ext cx="91797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26" name="Line 20"/>
          <p:cNvSpPr>
            <a:spLocks noChangeShapeType="1"/>
          </p:cNvSpPr>
          <p:nvPr/>
        </p:nvSpPr>
        <p:spPr bwMode="auto">
          <a:xfrm flipV="1">
            <a:off x="5419727" y="3784712"/>
            <a:ext cx="594122" cy="91797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27" name="Line 21"/>
          <p:cNvSpPr>
            <a:spLocks noChangeShapeType="1"/>
          </p:cNvSpPr>
          <p:nvPr/>
        </p:nvSpPr>
        <p:spPr bwMode="auto">
          <a:xfrm flipV="1">
            <a:off x="6013849" y="3190591"/>
            <a:ext cx="378619" cy="59412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28" name="Line 22"/>
          <p:cNvSpPr>
            <a:spLocks noChangeShapeType="1"/>
          </p:cNvSpPr>
          <p:nvPr/>
        </p:nvSpPr>
        <p:spPr bwMode="auto">
          <a:xfrm>
            <a:off x="6013848" y="3784713"/>
            <a:ext cx="43219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29" name="Line 23"/>
          <p:cNvSpPr>
            <a:spLocks noChangeShapeType="1"/>
          </p:cNvSpPr>
          <p:nvPr/>
        </p:nvSpPr>
        <p:spPr bwMode="auto">
          <a:xfrm>
            <a:off x="6417470" y="3190590"/>
            <a:ext cx="6477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30" name="Line 24"/>
          <p:cNvSpPr>
            <a:spLocks noChangeShapeType="1"/>
          </p:cNvSpPr>
          <p:nvPr/>
        </p:nvSpPr>
        <p:spPr bwMode="auto">
          <a:xfrm flipV="1">
            <a:off x="6436520" y="3244169"/>
            <a:ext cx="333375" cy="5405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31" name="Line 25"/>
          <p:cNvSpPr>
            <a:spLocks noChangeShapeType="1"/>
          </p:cNvSpPr>
          <p:nvPr/>
        </p:nvSpPr>
        <p:spPr bwMode="auto">
          <a:xfrm>
            <a:off x="6785373" y="3253694"/>
            <a:ext cx="27027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32" name="Freeform 26"/>
          <p:cNvSpPr>
            <a:spLocks/>
          </p:cNvSpPr>
          <p:nvPr/>
        </p:nvSpPr>
        <p:spPr bwMode="auto">
          <a:xfrm>
            <a:off x="6544867" y="2434544"/>
            <a:ext cx="657225" cy="736997"/>
          </a:xfrm>
          <a:custGeom>
            <a:avLst/>
            <a:gdLst>
              <a:gd name="T0" fmla="*/ 228600 w 552"/>
              <a:gd name="T1" fmla="*/ 935037 h 619"/>
              <a:gd name="T2" fmla="*/ 300038 w 552"/>
              <a:gd name="T3" fmla="*/ 935037 h 619"/>
              <a:gd name="T4" fmla="*/ 371475 w 552"/>
              <a:gd name="T5" fmla="*/ 647700 h 619"/>
              <a:gd name="T6" fmla="*/ 84138 w 552"/>
              <a:gd name="T7" fmla="*/ 215900 h 619"/>
              <a:gd name="T8" fmla="*/ 876300 w 552"/>
              <a:gd name="T9" fmla="*/ 0 h 6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52" h="619">
                <a:moveTo>
                  <a:pt x="144" y="589"/>
                </a:moveTo>
                <a:cubicBezTo>
                  <a:pt x="159" y="604"/>
                  <a:pt x="174" y="619"/>
                  <a:pt x="189" y="589"/>
                </a:cubicBezTo>
                <a:cubicBezTo>
                  <a:pt x="204" y="559"/>
                  <a:pt x="257" y="483"/>
                  <a:pt x="234" y="408"/>
                </a:cubicBezTo>
                <a:cubicBezTo>
                  <a:pt x="211" y="333"/>
                  <a:pt x="0" y="204"/>
                  <a:pt x="53" y="136"/>
                </a:cubicBezTo>
                <a:cubicBezTo>
                  <a:pt x="106" y="68"/>
                  <a:pt x="329" y="34"/>
                  <a:pt x="552" y="0"/>
                </a:cubicBezTo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ap="flat" cmpd="sng">
                <a:solidFill>
                  <a:srgbClr val="FF9900"/>
                </a:solidFill>
                <a:prstDash val="solid"/>
                <a:round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33" name="Freeform 28"/>
          <p:cNvSpPr>
            <a:spLocks/>
          </p:cNvSpPr>
          <p:nvPr/>
        </p:nvSpPr>
        <p:spPr bwMode="auto">
          <a:xfrm>
            <a:off x="2701530" y="3729944"/>
            <a:ext cx="234553" cy="1081088"/>
          </a:xfrm>
          <a:custGeom>
            <a:avLst/>
            <a:gdLst>
              <a:gd name="T0" fmla="*/ 168275 w 197"/>
              <a:gd name="T1" fmla="*/ 1441450 h 908"/>
              <a:gd name="T2" fmla="*/ 23812 w 197"/>
              <a:gd name="T3" fmla="*/ 1081088 h 908"/>
              <a:gd name="T4" fmla="*/ 312737 w 197"/>
              <a:gd name="T5" fmla="*/ 0 h 90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7" h="908">
                <a:moveTo>
                  <a:pt x="106" y="908"/>
                </a:moveTo>
                <a:cubicBezTo>
                  <a:pt x="53" y="870"/>
                  <a:pt x="0" y="832"/>
                  <a:pt x="15" y="681"/>
                </a:cubicBezTo>
                <a:cubicBezTo>
                  <a:pt x="30" y="530"/>
                  <a:pt x="113" y="265"/>
                  <a:pt x="197" y="0"/>
                </a:cubicBezTo>
              </a:path>
            </a:pathLst>
          </a:custGeom>
          <a:noFill/>
          <a:ln w="3175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34" name="Text Box 30"/>
          <p:cNvSpPr txBox="1">
            <a:spLocks noChangeArrowheads="1"/>
          </p:cNvSpPr>
          <p:nvPr/>
        </p:nvSpPr>
        <p:spPr bwMode="auto">
          <a:xfrm>
            <a:off x="2557464" y="3514441"/>
            <a:ext cx="1867562" cy="278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/>
              <a:t>all items produced (Pt)</a:t>
            </a:r>
          </a:p>
        </p:txBody>
      </p:sp>
      <p:sp>
        <p:nvSpPr>
          <p:cNvPr id="43035" name="Freeform 31"/>
          <p:cNvSpPr>
            <a:spLocks/>
          </p:cNvSpPr>
          <p:nvPr/>
        </p:nvSpPr>
        <p:spPr bwMode="auto">
          <a:xfrm>
            <a:off x="3259933" y="5350384"/>
            <a:ext cx="1079897" cy="216694"/>
          </a:xfrm>
          <a:custGeom>
            <a:avLst/>
            <a:gdLst>
              <a:gd name="T0" fmla="*/ 0 w 907"/>
              <a:gd name="T1" fmla="*/ 0 h 182"/>
              <a:gd name="T2" fmla="*/ 360363 w 907"/>
              <a:gd name="T3" fmla="*/ 215900 h 182"/>
              <a:gd name="T4" fmla="*/ 1439863 w 907"/>
              <a:gd name="T5" fmla="*/ 288925 h 1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07" h="182">
                <a:moveTo>
                  <a:pt x="0" y="0"/>
                </a:moveTo>
                <a:cubicBezTo>
                  <a:pt x="38" y="53"/>
                  <a:pt x="76" y="106"/>
                  <a:pt x="227" y="136"/>
                </a:cubicBezTo>
                <a:cubicBezTo>
                  <a:pt x="378" y="166"/>
                  <a:pt x="642" y="174"/>
                  <a:pt x="907" y="182"/>
                </a:cubicBezTo>
              </a:path>
            </a:pathLst>
          </a:custGeom>
          <a:noFill/>
          <a:ln w="3175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/>
          <a:p>
            <a:endParaRPr lang="en-US" sz="1350"/>
          </a:p>
        </p:txBody>
      </p:sp>
      <p:sp>
        <p:nvSpPr>
          <p:cNvPr id="43036" name="Text Box 32"/>
          <p:cNvSpPr txBox="1">
            <a:spLocks noChangeArrowheads="1"/>
          </p:cNvSpPr>
          <p:nvPr/>
        </p:nvSpPr>
        <p:spPr bwMode="auto">
          <a:xfrm>
            <a:off x="4271964" y="5365863"/>
            <a:ext cx="1954124" cy="278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/>
              <a:t>all items consumed (Ct)</a:t>
            </a:r>
          </a:p>
        </p:txBody>
      </p:sp>
      <p:sp>
        <p:nvSpPr>
          <p:cNvPr id="43037" name="Text Box 33"/>
          <p:cNvSpPr txBox="1">
            <a:spLocks noChangeArrowheads="1"/>
          </p:cNvSpPr>
          <p:nvPr/>
        </p:nvSpPr>
        <p:spPr bwMode="auto">
          <a:xfrm>
            <a:off x="3219451" y="2326197"/>
            <a:ext cx="1731307" cy="48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 dirty="0"/>
              <a:t>Pt – Ct ≤  BUF_SIZE</a:t>
            </a:r>
          </a:p>
          <a:p>
            <a:pPr eaLnBrk="1" hangingPunct="1"/>
            <a:r>
              <a:rPr lang="en-US" altLang="en-US" sz="1350" b="0" dirty="0"/>
              <a:t>Pt – Ct ≥ 0</a:t>
            </a:r>
          </a:p>
        </p:txBody>
      </p:sp>
      <p:sp>
        <p:nvSpPr>
          <p:cNvPr id="43038" name="Text Box 34"/>
          <p:cNvSpPr txBox="1">
            <a:spLocks noChangeArrowheads="1"/>
          </p:cNvSpPr>
          <p:nvPr/>
        </p:nvSpPr>
        <p:spPr bwMode="auto">
          <a:xfrm>
            <a:off x="2665811" y="2124982"/>
            <a:ext cx="3329500" cy="278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/>
              <a:t>Ensured by synchronization mechanisms:</a:t>
            </a:r>
          </a:p>
        </p:txBody>
      </p:sp>
      <p:sp>
        <p:nvSpPr>
          <p:cNvPr id="43039" name="Text Box 35"/>
          <p:cNvSpPr txBox="1">
            <a:spLocks noChangeArrowheads="1"/>
          </p:cNvSpPr>
          <p:nvPr/>
        </p:nvSpPr>
        <p:spPr bwMode="auto">
          <a:xfrm>
            <a:off x="7687868" y="5080113"/>
            <a:ext cx="549893" cy="278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/>
              <a:t>times</a:t>
            </a:r>
          </a:p>
        </p:txBody>
      </p:sp>
      <p:sp>
        <p:nvSpPr>
          <p:cNvPr id="43040" name="Text Box 36"/>
          <p:cNvSpPr txBox="1">
            <a:spLocks noChangeArrowheads="1"/>
          </p:cNvSpPr>
          <p:nvPr/>
        </p:nvSpPr>
        <p:spPr bwMode="auto">
          <a:xfrm>
            <a:off x="6148389" y="2080928"/>
            <a:ext cx="2538413" cy="694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500" tIns="35100" rIns="67500" bIns="351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350" b="0" dirty="0"/>
              <a:t>* Red is always less than Blue</a:t>
            </a:r>
          </a:p>
          <a:p>
            <a:pPr eaLnBrk="1" hangingPunct="1"/>
            <a:r>
              <a:rPr lang="en-US" altLang="en-US" sz="1350" b="0" dirty="0"/>
              <a:t>* (Blue – Red) can never be    greater than BUF_SIZE</a:t>
            </a:r>
          </a:p>
        </p:txBody>
      </p:sp>
      <p:sp>
        <p:nvSpPr>
          <p:cNvPr id="43041" name="AutoShape 37"/>
          <p:cNvSpPr>
            <a:spLocks/>
          </p:cNvSpPr>
          <p:nvPr/>
        </p:nvSpPr>
        <p:spPr bwMode="auto">
          <a:xfrm>
            <a:off x="5748339" y="2055925"/>
            <a:ext cx="432197" cy="809625"/>
          </a:xfrm>
          <a:prstGeom prst="rightBrace">
            <a:avLst>
              <a:gd name="adj1" fmla="val 15611"/>
              <a:gd name="adj2" fmla="val 50000"/>
            </a:avLst>
          </a:prstGeom>
          <a:noFill/>
          <a:ln w="3175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500" tIns="35100" rIns="67500" bIns="35100" anchor="ctr"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35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0343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CA12-E918-652E-1DC1-F9006539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AE82D2D-2205-D5C2-00C1-B1B938407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Readers-Writers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6138B5-44C2-C036-BE5F-86ED47B6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673332F-5918-ED3B-93E8-E143F663DA7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40649" cy="522747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data set is shared among a number of concurrent processes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Readers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can only read the data set; they do not perform any updates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 can both read and write.</a:t>
            </a:r>
          </a:p>
          <a:p>
            <a:pPr lvl="1"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allow multiple readers to read at the same time. Only one single writer can access the shared data at the same time. 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Several variations of how readers and writers are considered – all involve some form of priorities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441371" y="4478695"/>
            <a:ext cx="3220894" cy="2211673"/>
            <a:chOff x="2406580" y="3513690"/>
            <a:chExt cx="3719580" cy="2716695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492500" y="4579938"/>
              <a:ext cx="1295400" cy="64770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b="0"/>
                <a:t>Data Set</a:t>
              </a:r>
            </a:p>
          </p:txBody>
        </p:sp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2601222" y="3790330"/>
              <a:ext cx="936625" cy="8636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b="0"/>
                <a:t>reader</a:t>
              </a: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2406580" y="4891916"/>
              <a:ext cx="936625" cy="8636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b="0"/>
                <a:t>writer</a:t>
              </a: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3381855" y="5366785"/>
              <a:ext cx="936625" cy="8636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b="0"/>
                <a:t>writer</a:t>
              </a:r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4555779" y="5323716"/>
              <a:ext cx="936625" cy="8636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b="0" dirty="0"/>
                <a:t>reader</a:t>
              </a: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5189535" y="4576625"/>
              <a:ext cx="936625" cy="8636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b="0"/>
                <a:t>reader</a:t>
              </a:r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4742552" y="3668851"/>
              <a:ext cx="936625" cy="8636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b="0"/>
                <a:t>writer</a:t>
              </a:r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3671887" y="3513690"/>
              <a:ext cx="936625" cy="8636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b="0"/>
                <a:t>reader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01867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37F57-E3AB-1190-DC20-0900605D5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7135341-82B7-7701-1379-6CABCD7ED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Readers-Writers Problem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CEC811-D6EC-CE34-8597-F8D74CCB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74C7AD3E-3D17-B361-A053-4BA53A9B1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715" y="1541281"/>
            <a:ext cx="4065916" cy="19924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wait(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rw_mutex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0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Writing is performed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10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signal(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rw_mutex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8C7E91A0-AC39-107A-D9D8-65756102B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4049" y="1541281"/>
            <a:ext cx="4988767" cy="42308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wait(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rd_mutex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reader_count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0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reader_count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1) 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1</a:t>
            </a:r>
            <a:r>
              <a:rPr lang="en-US" altLang="en-US" sz="1600" baseline="30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Reader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wait(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rw_mutex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signal(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rd_mutex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Reading is performed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10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wait(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rd_mutex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reader_count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reader_count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0) 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Last Reader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signal(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rw_mutex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signal(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rd_mutex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EFD85C20-27F0-3C4B-F606-C14BAE9D0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1214" y="5891419"/>
            <a:ext cx="6483988" cy="925511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b="0" dirty="0"/>
              <a:t>int</a:t>
            </a:r>
            <a:r>
              <a:rPr lang="en-US" altLang="en-US" dirty="0"/>
              <a:t> </a:t>
            </a:r>
            <a:r>
              <a:rPr lang="en-US" altLang="en-US" dirty="0" err="1"/>
              <a:t>reader_count</a:t>
            </a:r>
            <a:r>
              <a:rPr lang="en-US" altLang="en-US" dirty="0"/>
              <a:t> = 0</a:t>
            </a:r>
          </a:p>
          <a:p>
            <a:pPr eaLnBrk="1" hangingPunct="1"/>
            <a:r>
              <a:rPr lang="en-US" altLang="en-US" b="0" dirty="0"/>
              <a:t>semaphore </a:t>
            </a:r>
            <a:r>
              <a:rPr lang="en-US" altLang="en-US" dirty="0" err="1"/>
              <a:t>rd_mutex</a:t>
            </a:r>
            <a:r>
              <a:rPr lang="en-US" altLang="en-US" dirty="0"/>
              <a:t> = 1	  </a:t>
            </a:r>
            <a:r>
              <a:rPr lang="en-US" altLang="en-US" dirty="0">
                <a:solidFill>
                  <a:srgbClr val="00B050"/>
                </a:solidFill>
              </a:rPr>
              <a:t>// protect </a:t>
            </a:r>
            <a:r>
              <a:rPr lang="en-US" altLang="en-US" dirty="0" err="1">
                <a:solidFill>
                  <a:srgbClr val="00B050"/>
                </a:solidFill>
              </a:rPr>
              <a:t>reader_count</a:t>
            </a:r>
            <a:r>
              <a:rPr lang="en-US" altLang="en-US" dirty="0">
                <a:solidFill>
                  <a:srgbClr val="00B050"/>
                </a:solidFill>
              </a:rPr>
              <a:t> variable</a:t>
            </a:r>
          </a:p>
          <a:p>
            <a:pPr eaLnBrk="1" hangingPunct="1"/>
            <a:r>
              <a:rPr lang="en-US" altLang="en-US" b="0" dirty="0"/>
              <a:t>semaphore </a:t>
            </a:r>
            <a:r>
              <a:rPr lang="en-US" altLang="en-US" dirty="0" err="1"/>
              <a:t>rw_mutex</a:t>
            </a:r>
            <a:r>
              <a:rPr lang="en-US" altLang="en-US" dirty="0"/>
              <a:t> = 1	  </a:t>
            </a:r>
            <a:r>
              <a:rPr lang="en-US" altLang="en-US" dirty="0">
                <a:solidFill>
                  <a:srgbClr val="00B050"/>
                </a:solidFill>
              </a:rPr>
              <a:t>// protects the dataset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DF72ECAB-5794-2500-0C44-D9E47F5AF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8453" y="1173868"/>
            <a:ext cx="84444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Writer</a:t>
            </a: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B33DC060-EAE4-63C8-3DAF-1B2C8B879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376" y="1173868"/>
            <a:ext cx="964023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Reader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100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B29C3-6524-85D2-CFCE-91F645026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E2EDFD9-4A7E-5B89-2EF7-1662770A5D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Readers-Writers Problem Variations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38CA47-EE75-A4D8-D99B-01996B52B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E8EBBFD-C79E-28E7-2F3A-B312BCDB0BC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40649" cy="5404760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solution in previous slide can result in a situation where a writer  process never writes.  It is referred to as the “First reader-writer” problem.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reader kept waiting unless writer has permission to use shared object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reader should wait for other readers to finish just because a writer is waiting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Writers may starve</a:t>
            </a:r>
          </a:p>
          <a:p>
            <a:pPr lvl="1"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“Second reader-writer” problem is a variation the first reader-writer problem that state “once a writer is ready to write, no “newly arrived reader” is allowed  to read”.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Once writer is ready, it performs write ASAP</a:t>
            </a:r>
          </a:p>
          <a:p>
            <a:pPr lvl="1" algn="just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If writer is waiting, then no new reader may be allowed to read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847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6390C-E142-8D8E-67AD-3469CB49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E25A013-66DE-1E05-6765-3CA0BD8D8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Dining-Philosophers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68B2B5-C615-E6FF-F30E-773402E6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08AFBAF-5E47-D8E3-FC32-4E60FD7B2EC7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40649" cy="522747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philosophers’ sit at a round table with a bowel of rice in the middle.</a:t>
            </a:r>
          </a:p>
          <a:p>
            <a:pPr lvl="1"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They spend their lives alternating thinking and eating. They do not  interact with their neighbors. Occasionally try to pick up 2 chopsticks (one at a time) to eat from bowl. Need both to eat, then release both when done (Chopsticks are like resources). While a philosopher  is holding a chopstick, another one can not have it.</a:t>
            </a:r>
          </a:p>
        </p:txBody>
      </p:sp>
      <p:pic>
        <p:nvPicPr>
          <p:cNvPr id="72707" name="Picture 5" descr="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612" y="4069791"/>
            <a:ext cx="2775034" cy="2666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eeform 7"/>
          <p:cNvSpPr>
            <a:spLocks/>
          </p:cNvSpPr>
          <p:nvPr/>
        </p:nvSpPr>
        <p:spPr bwMode="auto">
          <a:xfrm>
            <a:off x="6716341" y="5301090"/>
            <a:ext cx="1558925" cy="398463"/>
          </a:xfrm>
          <a:custGeom>
            <a:avLst/>
            <a:gdLst>
              <a:gd name="T0" fmla="*/ 0 w 953"/>
              <a:gd name="T1" fmla="*/ 550863 h 347"/>
              <a:gd name="T2" fmla="*/ 504825 w 953"/>
              <a:gd name="T3" fmla="*/ 47625 h 347"/>
              <a:gd name="T4" fmla="*/ 1008062 w 953"/>
              <a:gd name="T5" fmla="*/ 263525 h 347"/>
              <a:gd name="T6" fmla="*/ 1512887 w 953"/>
              <a:gd name="T7" fmla="*/ 47625 h 34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53" h="347">
                <a:moveTo>
                  <a:pt x="0" y="347"/>
                </a:moveTo>
                <a:cubicBezTo>
                  <a:pt x="106" y="203"/>
                  <a:pt x="212" y="60"/>
                  <a:pt x="318" y="30"/>
                </a:cubicBezTo>
                <a:cubicBezTo>
                  <a:pt x="424" y="0"/>
                  <a:pt x="529" y="166"/>
                  <a:pt x="635" y="166"/>
                </a:cubicBezTo>
                <a:cubicBezTo>
                  <a:pt x="741" y="166"/>
                  <a:pt x="847" y="98"/>
                  <a:pt x="953" y="30"/>
                </a:cubicBezTo>
              </a:path>
            </a:pathLst>
          </a:custGeom>
          <a:noFill/>
          <a:ln w="3175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275266" y="5152161"/>
            <a:ext cx="11715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b="0" dirty="0"/>
              <a:t>a process</a:t>
            </a:r>
          </a:p>
        </p:txBody>
      </p:sp>
      <p:sp>
        <p:nvSpPr>
          <p:cNvPr id="15" name="Freeform 9"/>
          <p:cNvSpPr>
            <a:spLocks/>
          </p:cNvSpPr>
          <p:nvPr/>
        </p:nvSpPr>
        <p:spPr bwMode="auto">
          <a:xfrm>
            <a:off x="6216070" y="4427370"/>
            <a:ext cx="1943100" cy="658812"/>
          </a:xfrm>
          <a:custGeom>
            <a:avLst/>
            <a:gdLst>
              <a:gd name="T0" fmla="*/ 0 w 1224"/>
              <a:gd name="T1" fmla="*/ 658812 h 415"/>
              <a:gd name="T2" fmla="*/ 647700 w 1224"/>
              <a:gd name="T3" fmla="*/ 84137 h 415"/>
              <a:gd name="T4" fmla="*/ 1079500 w 1224"/>
              <a:gd name="T5" fmla="*/ 155575 h 415"/>
              <a:gd name="T6" fmla="*/ 1439863 w 1224"/>
              <a:gd name="T7" fmla="*/ 227012 h 415"/>
              <a:gd name="T8" fmla="*/ 1943100 w 1224"/>
              <a:gd name="T9" fmla="*/ 84137 h 4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24" h="415">
                <a:moveTo>
                  <a:pt x="0" y="415"/>
                </a:moveTo>
                <a:cubicBezTo>
                  <a:pt x="147" y="260"/>
                  <a:pt x="295" y="106"/>
                  <a:pt x="408" y="53"/>
                </a:cubicBezTo>
                <a:cubicBezTo>
                  <a:pt x="521" y="0"/>
                  <a:pt x="597" y="83"/>
                  <a:pt x="680" y="98"/>
                </a:cubicBezTo>
                <a:cubicBezTo>
                  <a:pt x="763" y="113"/>
                  <a:pt x="816" y="151"/>
                  <a:pt x="907" y="143"/>
                </a:cubicBezTo>
                <a:cubicBezTo>
                  <a:pt x="998" y="135"/>
                  <a:pt x="1111" y="94"/>
                  <a:pt x="1224" y="53"/>
                </a:cubicBezTo>
              </a:path>
            </a:pathLst>
          </a:custGeom>
          <a:noFill/>
          <a:ln w="3175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8159170" y="4334105"/>
            <a:ext cx="1260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b="0" dirty="0"/>
              <a:t>a resource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2226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7C2CD-4419-0E83-893E-416D58D7F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861CFCA-7E63-BD62-7A6E-45D19F16B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Dining-Philosophers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A8CD0C-76E5-950E-5FEB-B492BBBE5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46C6D27-C2AD-C3C0-4A06-80FB0EEDF21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40649" cy="522747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not a real problem, but a lot of real resource allocation problems look like this. If we can solve this problem effectively and efficiently, we can also solve the real problems.</a:t>
            </a:r>
          </a:p>
          <a:p>
            <a:pPr lvl="1"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a satisfactory solution: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want to have concurrency: two philosophers that are not sitting next to each other on the table should be able to eat concurrently.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don’t want deadlock: waiting for each other indefinitely.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don’t want starvation: no philosopher waits forever.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8817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85D87-0EB9-3F1A-CB41-F287E01FF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37721C-71DD-EB2C-2DC3-0B8D15E1B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Dining-Philosophers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6BF047-186E-DA89-6BBF-CE557F8E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5F0848D3-7B33-640A-E4B9-EA28C326A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621" y="2377321"/>
            <a:ext cx="4988767" cy="39266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think for a while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wait(mutex);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wait(chopstick[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wait(chopstick[(i+1)%N]);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signal(mutex);</a:t>
            </a:r>
            <a:endParaRPr lang="en-US" altLang="en-US" sz="10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eat for a while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signal(chopstick[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signal(chopstick[(i+1)%N]);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E0AEF624-A0CB-EC28-8BBC-4ABA87840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031" y="1448035"/>
            <a:ext cx="3603945" cy="648512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b="0" dirty="0"/>
              <a:t>semaphore </a:t>
            </a:r>
            <a:r>
              <a:rPr lang="en-US" altLang="en-US" dirty="0"/>
              <a:t>chopstick[N] = 1</a:t>
            </a:r>
          </a:p>
          <a:p>
            <a:pPr eaLnBrk="1" hangingPunct="1"/>
            <a:r>
              <a:rPr lang="en-US" altLang="en-US" b="0" dirty="0"/>
              <a:t>semaphore </a:t>
            </a:r>
            <a:r>
              <a:rPr lang="en-US" altLang="en-US" dirty="0"/>
              <a:t>mutex = 1</a:t>
            </a:r>
            <a:endParaRPr lang="en-US" altLang="en-US" dirty="0">
              <a:solidFill>
                <a:srgbClr val="00B05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664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07852-B3E0-C20D-0167-58BE95E0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E2FC58B-C9CA-0616-8EF2-8E4E88E3D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315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Dining-Philosophers Problem Variations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3466C7-C553-51D2-BCDB-ABC3A116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E3E2994-B302-41A8-8CED-8FA03EE69779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40649" cy="5404760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Allow to pick up the chopsticks only if both are available (pick up must be in critical section)</a:t>
            </a:r>
          </a:p>
          <a:p>
            <a:pPr lvl="1"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odd philosopher picks up first his left chopstick and then his right, whereas an even philosopher picks up his right chopstick first and then his left.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69377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32808</TotalTime>
  <Words>1120</Words>
  <Application>Microsoft Office PowerPoint</Application>
  <PresentationFormat>Widescreen</PresentationFormat>
  <Paragraphs>189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Adjacency</vt:lpstr>
      <vt:lpstr>CSC 323 – Principles of Operating Systems</vt:lpstr>
      <vt:lpstr>Producer-Consumer Problem</vt:lpstr>
      <vt:lpstr>Producer-Consumer Problem</vt:lpstr>
      <vt:lpstr>Classical Problems of Synchronization</vt:lpstr>
      <vt:lpstr>Bounded-Buffer Problem</vt:lpstr>
      <vt:lpstr>Bounded-Buffer Problem</vt:lpstr>
      <vt:lpstr>Bounded-Buffer Problem</vt:lpstr>
      <vt:lpstr>Readers-Writers Problem</vt:lpstr>
      <vt:lpstr>Readers-Writers Problem</vt:lpstr>
      <vt:lpstr>Readers-Writers Problem Variations</vt:lpstr>
      <vt:lpstr>Dining-Philosophers Problem</vt:lpstr>
      <vt:lpstr>Dining-Philosophers Problem</vt:lpstr>
      <vt:lpstr>Dining-Philosophers Problem</vt:lpstr>
      <vt:lpstr>Dining-Philosophers Problem Variations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323 – Principles of Operating Systems</dc:title>
  <dc:creator>Hasan Jamal</dc:creator>
  <cp:lastModifiedBy>Mamoona Tasadduq</cp:lastModifiedBy>
  <cp:revision>154</cp:revision>
  <dcterms:created xsi:type="dcterms:W3CDTF">2020-06-08T03:46:58Z</dcterms:created>
  <dcterms:modified xsi:type="dcterms:W3CDTF">2025-09-29T05:35:42Z</dcterms:modified>
</cp:coreProperties>
</file>