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9"/>
  </p:notesMasterIdLst>
  <p:sldIdLst>
    <p:sldId id="267" r:id="rId2"/>
    <p:sldId id="826" r:id="rId3"/>
    <p:sldId id="915" r:id="rId4"/>
    <p:sldId id="856" r:id="rId5"/>
    <p:sldId id="848" r:id="rId6"/>
    <p:sldId id="853" r:id="rId7"/>
    <p:sldId id="726" r:id="rId8"/>
    <p:sldId id="857" r:id="rId9"/>
    <p:sldId id="797" r:id="rId10"/>
    <p:sldId id="802" r:id="rId11"/>
    <p:sldId id="752" r:id="rId12"/>
    <p:sldId id="803" r:id="rId13"/>
    <p:sldId id="729" r:id="rId14"/>
    <p:sldId id="820" r:id="rId15"/>
    <p:sldId id="880" r:id="rId16"/>
    <p:sldId id="687" r:id="rId17"/>
    <p:sldId id="787" r:id="rId18"/>
    <p:sldId id="885" r:id="rId19"/>
    <p:sldId id="886" r:id="rId20"/>
    <p:sldId id="930" r:id="rId21"/>
    <p:sldId id="887" r:id="rId22"/>
    <p:sldId id="888" r:id="rId23"/>
    <p:sldId id="889" r:id="rId24"/>
    <p:sldId id="890" r:id="rId25"/>
    <p:sldId id="891" r:id="rId26"/>
    <p:sldId id="892" r:id="rId27"/>
    <p:sldId id="893" r:id="rId28"/>
    <p:sldId id="894" r:id="rId29"/>
    <p:sldId id="916" r:id="rId30"/>
    <p:sldId id="895" r:id="rId31"/>
    <p:sldId id="896" r:id="rId32"/>
    <p:sldId id="897" r:id="rId33"/>
    <p:sldId id="898" r:id="rId34"/>
    <p:sldId id="917" r:id="rId35"/>
    <p:sldId id="899" r:id="rId36"/>
    <p:sldId id="900" r:id="rId37"/>
    <p:sldId id="901" r:id="rId38"/>
    <p:sldId id="902" r:id="rId39"/>
    <p:sldId id="903" r:id="rId40"/>
    <p:sldId id="904" r:id="rId41"/>
    <p:sldId id="905" r:id="rId42"/>
    <p:sldId id="906" r:id="rId43"/>
    <p:sldId id="907" r:id="rId44"/>
    <p:sldId id="908" r:id="rId45"/>
    <p:sldId id="909" r:id="rId46"/>
    <p:sldId id="910" r:id="rId47"/>
    <p:sldId id="911" r:id="rId48"/>
    <p:sldId id="912" r:id="rId49"/>
    <p:sldId id="913" r:id="rId50"/>
    <p:sldId id="914" r:id="rId51"/>
    <p:sldId id="809" r:id="rId52"/>
    <p:sldId id="813" r:id="rId53"/>
    <p:sldId id="846" r:id="rId54"/>
    <p:sldId id="879" r:id="rId55"/>
    <p:sldId id="918" r:id="rId56"/>
    <p:sldId id="919" r:id="rId57"/>
    <p:sldId id="774" r:id="rId58"/>
    <p:sldId id="920" r:id="rId59"/>
    <p:sldId id="921" r:id="rId60"/>
    <p:sldId id="922" r:id="rId61"/>
    <p:sldId id="923" r:id="rId62"/>
    <p:sldId id="924" r:id="rId63"/>
    <p:sldId id="925" r:id="rId64"/>
    <p:sldId id="926" r:id="rId65"/>
    <p:sldId id="927" r:id="rId66"/>
    <p:sldId id="928" r:id="rId67"/>
    <p:sldId id="929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FFCCCC"/>
    <a:srgbClr val="FF00FF"/>
    <a:srgbClr val="FFCC66"/>
    <a:srgbClr val="5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A8A5D4-7739-4F9B-927D-87E9D0B95A2F}" v="9" dt="2024-12-12T17:05:11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3548" autoAdjust="0"/>
  </p:normalViewPr>
  <p:slideViewPr>
    <p:cSldViewPr snapToGrid="0">
      <p:cViewPr>
        <p:scale>
          <a:sx n="60" d="100"/>
          <a:sy n="60" d="100"/>
        </p:scale>
        <p:origin x="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Jamal" userId="6724a5da2ffd1b8f" providerId="LiveId" clId="{8DA8A5D4-7739-4F9B-927D-87E9D0B95A2F}"/>
    <pc:docChg chg="modSld">
      <pc:chgData name="Hasan Jamal" userId="6724a5da2ffd1b8f" providerId="LiveId" clId="{8DA8A5D4-7739-4F9B-927D-87E9D0B95A2F}" dt="2024-12-12T17:05:11.132" v="13"/>
      <pc:docMkLst>
        <pc:docMk/>
      </pc:docMkLst>
      <pc:sldChg chg="modAnim">
        <pc:chgData name="Hasan Jamal" userId="6724a5da2ffd1b8f" providerId="LiveId" clId="{8DA8A5D4-7739-4F9B-927D-87E9D0B95A2F}" dt="2024-12-05T10:52:29.397" v="4"/>
        <pc:sldMkLst>
          <pc:docMk/>
          <pc:sldMk cId="4204274919" sldId="895"/>
        </pc:sldMkLst>
      </pc:sldChg>
      <pc:sldChg chg="modSp mod modAnim">
        <pc:chgData name="Hasan Jamal" userId="6724a5da2ffd1b8f" providerId="LiveId" clId="{8DA8A5D4-7739-4F9B-927D-87E9D0B95A2F}" dt="2024-12-12T17:05:11.132" v="13"/>
        <pc:sldMkLst>
          <pc:docMk/>
          <pc:sldMk cId="4259444638" sldId="905"/>
        </pc:sldMkLst>
        <pc:spChg chg="mod">
          <ac:chgData name="Hasan Jamal" userId="6724a5da2ffd1b8f" providerId="LiveId" clId="{8DA8A5D4-7739-4F9B-927D-87E9D0B95A2F}" dt="2024-12-12T17:04:22.318" v="9" actId="14100"/>
          <ac:spMkLst>
            <pc:docMk/>
            <pc:sldMk cId="4259444638" sldId="905"/>
            <ac:spMk id="12" creationId="{7D52DEB4-16A5-B1F9-DEFC-1F447F04AE81}"/>
          </ac:spMkLst>
        </pc:spChg>
      </pc:sldChg>
    </pc:docChg>
  </pc:docChgLst>
  <pc:docChgLst>
    <pc:chgData name="Hasan Jamal" userId="6724a5da2ffd1b8f" providerId="LiveId" clId="{11CB3E86-BE7D-4F66-A2F5-6FBB7427C924}"/>
    <pc:docChg chg="undo redo custSel addSld delSld modSld sldOrd">
      <pc:chgData name="Hasan Jamal" userId="6724a5da2ffd1b8f" providerId="LiveId" clId="{11CB3E86-BE7D-4F66-A2F5-6FBB7427C924}" dt="2024-10-15T04:59:36.519" v="7029" actId="20577"/>
      <pc:docMkLst>
        <pc:docMk/>
      </pc:docMkLst>
      <pc:sldChg chg="modAnim">
        <pc:chgData name="Hasan Jamal" userId="6724a5da2ffd1b8f" providerId="LiveId" clId="{11CB3E86-BE7D-4F66-A2F5-6FBB7427C924}" dt="2024-10-14T04:16:23.948" v="805"/>
        <pc:sldMkLst>
          <pc:docMk/>
          <pc:sldMk cId="728946806" sldId="665"/>
        </pc:sldMkLst>
      </pc:sldChg>
      <pc:sldChg chg="modSp add del mod">
        <pc:chgData name="Hasan Jamal" userId="6724a5da2ffd1b8f" providerId="LiveId" clId="{11CB3E86-BE7D-4F66-A2F5-6FBB7427C924}" dt="2024-10-14T03:43:37.267" v="516" actId="47"/>
        <pc:sldMkLst>
          <pc:docMk/>
          <pc:sldMk cId="2555249719" sldId="669"/>
        </pc:sldMkLst>
        <pc:spChg chg="mod">
          <ac:chgData name="Hasan Jamal" userId="6724a5da2ffd1b8f" providerId="LiveId" clId="{11CB3E86-BE7D-4F66-A2F5-6FBB7427C924}" dt="2024-10-03T17:33:06.439" v="286" actId="20577"/>
          <ac:spMkLst>
            <pc:docMk/>
            <pc:sldMk cId="2555249719" sldId="669"/>
            <ac:spMk id="3074" creationId="{00000000-0000-0000-0000-000000000000}"/>
          </ac:spMkLst>
        </pc:spChg>
      </pc:sldChg>
      <pc:sldChg chg="modSp del">
        <pc:chgData name="Hasan Jamal" userId="6724a5da2ffd1b8f" providerId="LiveId" clId="{11CB3E86-BE7D-4F66-A2F5-6FBB7427C924}" dt="2024-10-03T17:32:18.449" v="269" actId="2696"/>
        <pc:sldMkLst>
          <pc:docMk/>
          <pc:sldMk cId="2565929598" sldId="669"/>
        </pc:sldMkLst>
        <pc:spChg chg="mod">
          <ac:chgData name="Hasan Jamal" userId="6724a5da2ffd1b8f" providerId="LiveId" clId="{11CB3E86-BE7D-4F66-A2F5-6FBB7427C924}" dt="2024-10-03T17:25:50.361" v="267" actId="6549"/>
          <ac:spMkLst>
            <pc:docMk/>
            <pc:sldMk cId="2565929598" sldId="669"/>
            <ac:spMk id="12" creationId="{A773B303-CEA4-39FE-8190-A77ECCC638B8}"/>
          </ac:spMkLst>
        </pc:spChg>
      </pc:sldChg>
      <pc:sldChg chg="modSp mod modAnim">
        <pc:chgData name="Hasan Jamal" userId="6724a5da2ffd1b8f" providerId="LiveId" clId="{11CB3E86-BE7D-4F66-A2F5-6FBB7427C924}" dt="2024-10-14T03:56:48.869" v="749"/>
        <pc:sldMkLst>
          <pc:docMk/>
          <pc:sldMk cId="4281361863" sldId="671"/>
        </pc:sldMkLst>
        <pc:spChg chg="mod">
          <ac:chgData name="Hasan Jamal" userId="6724a5da2ffd1b8f" providerId="LiveId" clId="{11CB3E86-BE7D-4F66-A2F5-6FBB7427C924}" dt="2024-10-14T03:53:09.389" v="705" actId="6549"/>
          <ac:spMkLst>
            <pc:docMk/>
            <pc:sldMk cId="4281361863" sldId="671"/>
            <ac:spMk id="12" creationId="{A773B303-CEA4-39FE-8190-A77ECCC638B8}"/>
          </ac:spMkLst>
        </pc:spChg>
        <pc:spChg chg="mod">
          <ac:chgData name="Hasan Jamal" userId="6724a5da2ffd1b8f" providerId="LiveId" clId="{11CB3E86-BE7D-4F66-A2F5-6FBB7427C924}" dt="2024-10-14T03:44:52.097" v="519" actId="6549"/>
          <ac:spMkLst>
            <pc:docMk/>
            <pc:sldMk cId="4281361863" sldId="671"/>
            <ac:spMk id="3074" creationId="{00000000-0000-0000-0000-000000000000}"/>
          </ac:spMkLst>
        </pc:spChg>
      </pc:sldChg>
      <pc:sldChg chg="del">
        <pc:chgData name="Hasan Jamal" userId="6724a5da2ffd1b8f" providerId="LiveId" clId="{11CB3E86-BE7D-4F66-A2F5-6FBB7427C924}" dt="2024-10-03T17:24:11.588" v="263" actId="47"/>
        <pc:sldMkLst>
          <pc:docMk/>
          <pc:sldMk cId="4249173034" sldId="674"/>
        </pc:sldMkLst>
      </pc:sldChg>
      <pc:sldChg chg="modSp del">
        <pc:chgData name="Hasan Jamal" userId="6724a5da2ffd1b8f" providerId="LiveId" clId="{11CB3E86-BE7D-4F66-A2F5-6FBB7427C924}" dt="2024-10-03T17:24:54.283" v="264" actId="47"/>
        <pc:sldMkLst>
          <pc:docMk/>
          <pc:sldMk cId="3913975929" sldId="677"/>
        </pc:sldMkLst>
        <pc:spChg chg="mod">
          <ac:chgData name="Hasan Jamal" userId="6724a5da2ffd1b8f" providerId="LiveId" clId="{11CB3E86-BE7D-4F66-A2F5-6FBB7427C924}" dt="2024-10-03T17:22:33.137" v="261" actId="6549"/>
          <ac:spMkLst>
            <pc:docMk/>
            <pc:sldMk cId="3913975929" sldId="677"/>
            <ac:spMk id="12" creationId="{A773B303-CEA4-39FE-8190-A77ECCC638B8}"/>
          </ac:spMkLst>
        </pc:spChg>
      </pc:sldChg>
      <pc:sldChg chg="addSp delSp modSp add del mod">
        <pc:chgData name="Hasan Jamal" userId="6724a5da2ffd1b8f" providerId="LiveId" clId="{11CB3E86-BE7D-4F66-A2F5-6FBB7427C924}" dt="2024-10-14T03:56:25.094" v="747" actId="47"/>
        <pc:sldMkLst>
          <pc:docMk/>
          <pc:sldMk cId="197547497" sldId="684"/>
        </pc:sldMkLst>
        <pc:spChg chg="add del">
          <ac:chgData name="Hasan Jamal" userId="6724a5da2ffd1b8f" providerId="LiveId" clId="{11CB3E86-BE7D-4F66-A2F5-6FBB7427C924}" dt="2024-10-14T03:51:36.179" v="565" actId="22"/>
          <ac:spMkLst>
            <pc:docMk/>
            <pc:sldMk cId="197547497" sldId="684"/>
            <ac:spMk id="4" creationId="{1CA63680-F2C9-488B-A9D4-4DF10EEE5926}"/>
          </ac:spMkLst>
        </pc:spChg>
        <pc:spChg chg="add del mod">
          <ac:chgData name="Hasan Jamal" userId="6724a5da2ffd1b8f" providerId="LiveId" clId="{11CB3E86-BE7D-4F66-A2F5-6FBB7427C924}" dt="2024-10-14T03:54:44.351" v="713"/>
          <ac:spMkLst>
            <pc:docMk/>
            <pc:sldMk cId="197547497" sldId="684"/>
            <ac:spMk id="6" creationId="{19C4E48E-F676-0719-2AE6-CD4F6A1D2810}"/>
          </ac:spMkLst>
        </pc:spChg>
        <pc:spChg chg="mod">
          <ac:chgData name="Hasan Jamal" userId="6724a5da2ffd1b8f" providerId="LiveId" clId="{11CB3E86-BE7D-4F66-A2F5-6FBB7427C924}" dt="2024-10-14T03:47:08.880" v="532" actId="21"/>
          <ac:spMkLst>
            <pc:docMk/>
            <pc:sldMk cId="197547497" sldId="684"/>
            <ac:spMk id="12" creationId="{A773B303-CEA4-39FE-8190-A77ECCC638B8}"/>
          </ac:spMkLst>
        </pc:spChg>
      </pc:sldChg>
      <pc:sldChg chg="del">
        <pc:chgData name="Hasan Jamal" userId="6724a5da2ffd1b8f" providerId="LiveId" clId="{11CB3E86-BE7D-4F66-A2F5-6FBB7427C924}" dt="2024-10-03T17:32:18.449" v="269" actId="2696"/>
        <pc:sldMkLst>
          <pc:docMk/>
          <pc:sldMk cId="2115185598" sldId="684"/>
        </pc:sldMkLst>
      </pc:sldChg>
      <pc:sldChg chg="del">
        <pc:chgData name="Hasan Jamal" userId="6724a5da2ffd1b8f" providerId="LiveId" clId="{11CB3E86-BE7D-4F66-A2F5-6FBB7427C924}" dt="2024-10-03T17:32:18.449" v="269" actId="2696"/>
        <pc:sldMkLst>
          <pc:docMk/>
          <pc:sldMk cId="511480830" sldId="686"/>
        </pc:sldMkLst>
      </pc:sldChg>
      <pc:sldChg chg="modSp add mod ord modAnim">
        <pc:chgData name="Hasan Jamal" userId="6724a5da2ffd1b8f" providerId="LiveId" clId="{11CB3E86-BE7D-4F66-A2F5-6FBB7427C924}" dt="2024-10-15T04:59:36.519" v="7029" actId="20577"/>
        <pc:sldMkLst>
          <pc:docMk/>
          <pc:sldMk cId="3431312120" sldId="686"/>
        </pc:sldMkLst>
        <pc:spChg chg="mod">
          <ac:chgData name="Hasan Jamal" userId="6724a5da2ffd1b8f" providerId="LiveId" clId="{11CB3E86-BE7D-4F66-A2F5-6FBB7427C924}" dt="2024-10-15T04:59:36.519" v="7029" actId="20577"/>
          <ac:spMkLst>
            <pc:docMk/>
            <pc:sldMk cId="3431312120" sldId="686"/>
            <ac:spMk id="12" creationId="{A773B303-CEA4-39FE-8190-A77ECCC638B8}"/>
          </ac:spMkLst>
        </pc:spChg>
        <pc:spChg chg="mod">
          <ac:chgData name="Hasan Jamal" userId="6724a5da2ffd1b8f" providerId="LiveId" clId="{11CB3E86-BE7D-4F66-A2F5-6FBB7427C924}" dt="2024-10-03T17:33:42.075" v="296" actId="20577"/>
          <ac:spMkLst>
            <pc:docMk/>
            <pc:sldMk cId="3431312120" sldId="686"/>
            <ac:spMk id="3074" creationId="{00000000-0000-0000-0000-000000000000}"/>
          </ac:spMkLst>
        </pc:spChg>
      </pc:sldChg>
      <pc:sldChg chg="modSp mod">
        <pc:chgData name="Hasan Jamal" userId="6724a5da2ffd1b8f" providerId="LiveId" clId="{11CB3E86-BE7D-4F66-A2F5-6FBB7427C924}" dt="2024-10-14T04:25:50.175" v="867" actId="20577"/>
        <pc:sldMkLst>
          <pc:docMk/>
          <pc:sldMk cId="2875525734" sldId="687"/>
        </pc:sldMkLst>
        <pc:spChg chg="mod">
          <ac:chgData name="Hasan Jamal" userId="6724a5da2ffd1b8f" providerId="LiveId" clId="{11CB3E86-BE7D-4F66-A2F5-6FBB7427C924}" dt="2024-10-14T04:25:50.175" v="867" actId="20577"/>
          <ac:spMkLst>
            <pc:docMk/>
            <pc:sldMk cId="2875525734" sldId="687"/>
            <ac:spMk id="12" creationId="{A773B303-CEA4-39FE-8190-A77ECCC638B8}"/>
          </ac:spMkLst>
        </pc:spChg>
        <pc:spChg chg="mod">
          <ac:chgData name="Hasan Jamal" userId="6724a5da2ffd1b8f" providerId="LiveId" clId="{11CB3E86-BE7D-4F66-A2F5-6FBB7427C924}" dt="2024-10-14T04:23:06.664" v="823"/>
          <ac:spMkLst>
            <pc:docMk/>
            <pc:sldMk cId="2875525734" sldId="687"/>
            <ac:spMk id="3074" creationId="{00000000-0000-0000-0000-000000000000}"/>
          </ac:spMkLst>
        </pc:spChg>
      </pc:sldChg>
      <pc:sldChg chg="modSp mod">
        <pc:chgData name="Hasan Jamal" userId="6724a5da2ffd1b8f" providerId="LiveId" clId="{11CB3E86-BE7D-4F66-A2F5-6FBB7427C924}" dt="2024-10-14T04:36:47.176" v="940" actId="14100"/>
        <pc:sldMkLst>
          <pc:docMk/>
          <pc:sldMk cId="252814908" sldId="689"/>
        </pc:sldMkLst>
        <pc:spChg chg="mod">
          <ac:chgData name="Hasan Jamal" userId="6724a5da2ffd1b8f" providerId="LiveId" clId="{11CB3E86-BE7D-4F66-A2F5-6FBB7427C924}" dt="2024-10-14T04:36:47.176" v="940" actId="14100"/>
          <ac:spMkLst>
            <pc:docMk/>
            <pc:sldMk cId="252814908" sldId="689"/>
            <ac:spMk id="12" creationId="{A773B303-CEA4-39FE-8190-A77ECCC638B8}"/>
          </ac:spMkLst>
        </pc:spChg>
        <pc:picChg chg="mod">
          <ac:chgData name="Hasan Jamal" userId="6724a5da2ffd1b8f" providerId="LiveId" clId="{11CB3E86-BE7D-4F66-A2F5-6FBB7427C924}" dt="2024-10-14T04:36:42.425" v="939" actId="14100"/>
          <ac:picMkLst>
            <pc:docMk/>
            <pc:sldMk cId="252814908" sldId="689"/>
            <ac:picMk id="2050" creationId="{00000000-0000-0000-0000-000000000000}"/>
          </ac:picMkLst>
        </pc:picChg>
      </pc:sldChg>
      <pc:sldChg chg="modSp mod">
        <pc:chgData name="Hasan Jamal" userId="6724a5da2ffd1b8f" providerId="LiveId" clId="{11CB3E86-BE7D-4F66-A2F5-6FBB7427C924}" dt="2024-10-14T05:12:06.348" v="1936" actId="20577"/>
        <pc:sldMkLst>
          <pc:docMk/>
          <pc:sldMk cId="219062299" sldId="690"/>
        </pc:sldMkLst>
        <pc:spChg chg="mod">
          <ac:chgData name="Hasan Jamal" userId="6724a5da2ffd1b8f" providerId="LiveId" clId="{11CB3E86-BE7D-4F66-A2F5-6FBB7427C924}" dt="2024-10-14T05:12:06.348" v="1936" actId="20577"/>
          <ac:spMkLst>
            <pc:docMk/>
            <pc:sldMk cId="219062299" sldId="690"/>
            <ac:spMk id="12" creationId="{A773B303-CEA4-39FE-8190-A77ECCC638B8}"/>
          </ac:spMkLst>
        </pc:spChg>
      </pc:sldChg>
      <pc:sldChg chg="addSp delSp modSp mod">
        <pc:chgData name="Hasan Jamal" userId="6724a5da2ffd1b8f" providerId="LiveId" clId="{11CB3E86-BE7D-4F66-A2F5-6FBB7427C924}" dt="2024-10-03T17:23:11.557" v="262" actId="1076"/>
        <pc:sldMkLst>
          <pc:docMk/>
          <pc:sldMk cId="4195009375" sldId="694"/>
        </pc:sldMkLst>
        <pc:spChg chg="mod">
          <ac:chgData name="Hasan Jamal" userId="6724a5da2ffd1b8f" providerId="LiveId" clId="{11CB3E86-BE7D-4F66-A2F5-6FBB7427C924}" dt="2024-10-03T17:23:11.557" v="262" actId="1076"/>
          <ac:spMkLst>
            <pc:docMk/>
            <pc:sldMk cId="4195009375" sldId="694"/>
            <ac:spMk id="2" creationId="{2F328AD0-3182-111D-EC23-3333BD3E55FE}"/>
          </ac:spMkLst>
        </pc:spChg>
        <pc:picChg chg="del">
          <ac:chgData name="Hasan Jamal" userId="6724a5da2ffd1b8f" providerId="LiveId" clId="{11CB3E86-BE7D-4F66-A2F5-6FBB7427C924}" dt="2024-10-03T10:39:52.921" v="5" actId="478"/>
          <ac:picMkLst>
            <pc:docMk/>
            <pc:sldMk cId="4195009375" sldId="694"/>
            <ac:picMk id="8195" creationId="{00000000-0000-0000-0000-000000000000}"/>
          </ac:picMkLst>
        </pc:picChg>
        <pc:picChg chg="add mod">
          <ac:chgData name="Hasan Jamal" userId="6724a5da2ffd1b8f" providerId="LiveId" clId="{11CB3E86-BE7D-4F66-A2F5-6FBB7427C924}" dt="2024-10-03T17:23:11.557" v="262" actId="1076"/>
          <ac:picMkLst>
            <pc:docMk/>
            <pc:sldMk cId="4195009375" sldId="694"/>
            <ac:picMk id="13315" creationId="{A278EA04-1701-4441-AB9A-E05347064EE2}"/>
          </ac:picMkLst>
        </pc:picChg>
      </pc:sldChg>
      <pc:sldChg chg="modSp mod">
        <pc:chgData name="Hasan Jamal" userId="6724a5da2ffd1b8f" providerId="LiveId" clId="{11CB3E86-BE7D-4F66-A2F5-6FBB7427C924}" dt="2024-10-14T04:39:26.769" v="958" actId="1038"/>
        <pc:sldMkLst>
          <pc:docMk/>
          <pc:sldMk cId="2201822341" sldId="695"/>
        </pc:sldMkLst>
        <pc:spChg chg="mod">
          <ac:chgData name="Hasan Jamal" userId="6724a5da2ffd1b8f" providerId="LiveId" clId="{11CB3E86-BE7D-4F66-A2F5-6FBB7427C924}" dt="2024-10-14T04:39:26.769" v="958" actId="1038"/>
          <ac:spMkLst>
            <pc:docMk/>
            <pc:sldMk cId="2201822341" sldId="695"/>
            <ac:spMk id="25604" creationId="{00000000-0000-0000-0000-000000000000}"/>
          </ac:spMkLst>
        </pc:spChg>
        <pc:grpChg chg="mod">
          <ac:chgData name="Hasan Jamal" userId="6724a5da2ffd1b8f" providerId="LiveId" clId="{11CB3E86-BE7D-4F66-A2F5-6FBB7427C924}" dt="2024-10-14T04:39:26.769" v="958" actId="1038"/>
          <ac:grpSpMkLst>
            <pc:docMk/>
            <pc:sldMk cId="2201822341" sldId="695"/>
            <ac:grpSpMk id="2" creationId="{6567C552-BF4C-49F4-EA31-DB25606299EB}"/>
          </ac:grpSpMkLst>
        </pc:grpChg>
        <pc:picChg chg="mod">
          <ac:chgData name="Hasan Jamal" userId="6724a5da2ffd1b8f" providerId="LiveId" clId="{11CB3E86-BE7D-4F66-A2F5-6FBB7427C924}" dt="2024-10-14T04:39:26.769" v="958" actId="1038"/>
          <ac:picMkLst>
            <pc:docMk/>
            <pc:sldMk cId="2201822341" sldId="695"/>
            <ac:picMk id="25603" creationId="{00000000-0000-0000-0000-000000000000}"/>
          </ac:picMkLst>
        </pc:picChg>
      </pc:sldChg>
      <pc:sldChg chg="modSp mod">
        <pc:chgData name="Hasan Jamal" userId="6724a5da2ffd1b8f" providerId="LiveId" clId="{11CB3E86-BE7D-4F66-A2F5-6FBB7427C924}" dt="2024-10-03T10:45:54.165" v="179" actId="14100"/>
        <pc:sldMkLst>
          <pc:docMk/>
          <pc:sldMk cId="98211189" sldId="723"/>
        </pc:sldMkLst>
        <pc:spChg chg="mod">
          <ac:chgData name="Hasan Jamal" userId="6724a5da2ffd1b8f" providerId="LiveId" clId="{11CB3E86-BE7D-4F66-A2F5-6FBB7427C924}" dt="2024-10-03T10:45:54.165" v="179" actId="14100"/>
          <ac:spMkLst>
            <pc:docMk/>
            <pc:sldMk cId="98211189" sldId="723"/>
            <ac:spMk id="12" creationId="{A773B303-CEA4-39FE-8190-A77ECCC638B8}"/>
          </ac:spMkLst>
        </pc:spChg>
      </pc:sldChg>
      <pc:sldChg chg="addSp delSp modSp mod modAnim">
        <pc:chgData name="Hasan Jamal" userId="6724a5da2ffd1b8f" providerId="LiveId" clId="{11CB3E86-BE7D-4F66-A2F5-6FBB7427C924}" dt="2024-10-03T17:42:01.593" v="464" actId="20577"/>
        <pc:sldMkLst>
          <pc:docMk/>
          <pc:sldMk cId="3877180257" sldId="727"/>
        </pc:sldMkLst>
        <pc:spChg chg="add mod">
          <ac:chgData name="Hasan Jamal" userId="6724a5da2ffd1b8f" providerId="LiveId" clId="{11CB3E86-BE7D-4F66-A2F5-6FBB7427C924}" dt="2024-10-03T17:42:01.593" v="464" actId="20577"/>
          <ac:spMkLst>
            <pc:docMk/>
            <pc:sldMk cId="3877180257" sldId="727"/>
            <ac:spMk id="2" creationId="{973FA240-0CE1-88B4-2795-3C83BD31BE93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6" creationId="{6AB7CDA0-000A-91D0-4198-AC05B40350E1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7" creationId="{7F404935-C719-7948-AB7E-937FF301C775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8" creationId="{F58897EA-D38D-D8FD-A67F-746EBE01A975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9" creationId="{C332BBD7-2930-C1BD-0B5B-B1BA6E21F364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0" creationId="{52E5ECDB-07E4-32D4-D3FD-406011BFC399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1" creationId="{9F45AD91-0397-FAF1-C38F-7C1121FFE0B7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2" creationId="{2E74B4B6-ACA4-C2C7-30D9-5D50923CB33C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3" creationId="{BA18FDAD-7E89-3E98-DFF3-EB0197067401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4" creationId="{61EE5871-CE41-64DF-0983-BF7C70D621E1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5" creationId="{6873C056-FC3F-E3EC-A384-AAAD69148C80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6" creationId="{1B69D6CF-28EA-2DAA-CDE9-78457E35CB99}"/>
          </ac:spMkLst>
        </pc:spChg>
        <pc:spChg chg="add del mod">
          <ac:chgData name="Hasan Jamal" userId="6724a5da2ffd1b8f" providerId="LiveId" clId="{11CB3E86-BE7D-4F66-A2F5-6FBB7427C924}" dt="2024-10-03T17:40:07.767" v="405" actId="478"/>
          <ac:spMkLst>
            <pc:docMk/>
            <pc:sldMk cId="3877180257" sldId="727"/>
            <ac:spMk id="17" creationId="{A9F95EDB-5281-90A8-FAE8-14F84880FEF9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8" creationId="{1CC8EA15-C989-C10B-0E76-3E4585F098B1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9" creationId="{6C64ECE5-C8D0-2137-D8BD-0E7BB228CC20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20" creationId="{657CAEB3-FC57-C7AC-9A4B-16C1CA73E8D6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21" creationId="{DAA99598-6E78-42AC-A63B-99BC0C9328F6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22" creationId="{9F3A8F02-76FB-39DC-7182-AC176D14A3D7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23" creationId="{1B54EA33-DD37-D37C-3729-AAB354895875}"/>
          </ac:spMkLst>
        </pc:spChg>
        <pc:grpChg chg="add mod">
          <ac:chgData name="Hasan Jamal" userId="6724a5da2ffd1b8f" providerId="LiveId" clId="{11CB3E86-BE7D-4F66-A2F5-6FBB7427C924}" dt="2024-10-03T17:40:37.695" v="450" actId="1037"/>
          <ac:grpSpMkLst>
            <pc:docMk/>
            <pc:sldMk cId="3877180257" sldId="727"/>
            <ac:grpSpMk id="4" creationId="{357D1162-B720-8E2A-A2FA-E3EF44E56949}"/>
          </ac:grpSpMkLst>
        </pc:grpChg>
      </pc:sldChg>
      <pc:sldChg chg="modSp mod">
        <pc:chgData name="Hasan Jamal" userId="6724a5da2ffd1b8f" providerId="LiveId" clId="{11CB3E86-BE7D-4F66-A2F5-6FBB7427C924}" dt="2024-10-14T04:14:28.903" v="804" actId="20577"/>
        <pc:sldMkLst>
          <pc:docMk/>
          <pc:sldMk cId="2742509218" sldId="728"/>
        </pc:sldMkLst>
        <pc:spChg chg="mod">
          <ac:chgData name="Hasan Jamal" userId="6724a5da2ffd1b8f" providerId="LiveId" clId="{11CB3E86-BE7D-4F66-A2F5-6FBB7427C924}" dt="2024-10-14T04:14:28.903" v="804" actId="20577"/>
          <ac:spMkLst>
            <pc:docMk/>
            <pc:sldMk cId="2742509218" sldId="728"/>
            <ac:spMk id="12" creationId="{A773B303-CEA4-39FE-8190-A77ECCC638B8}"/>
          </ac:spMkLst>
        </pc:spChg>
      </pc:sldChg>
      <pc:sldChg chg="modSp mod">
        <pc:chgData name="Hasan Jamal" userId="6724a5da2ffd1b8f" providerId="LiveId" clId="{11CB3E86-BE7D-4F66-A2F5-6FBB7427C924}" dt="2024-10-14T05:22:43.937" v="2224" actId="20577"/>
        <pc:sldMkLst>
          <pc:docMk/>
          <pc:sldMk cId="1650502878" sldId="730"/>
        </pc:sldMkLst>
        <pc:spChg chg="mod">
          <ac:chgData name="Hasan Jamal" userId="6724a5da2ffd1b8f" providerId="LiveId" clId="{11CB3E86-BE7D-4F66-A2F5-6FBB7427C924}" dt="2024-10-14T05:22:43.937" v="2224" actId="20577"/>
          <ac:spMkLst>
            <pc:docMk/>
            <pc:sldMk cId="1650502878" sldId="730"/>
            <ac:spMk id="12" creationId="{A773B303-CEA4-39FE-8190-A77ECCC638B8}"/>
          </ac:spMkLst>
        </pc:spChg>
        <pc:picChg chg="mod">
          <ac:chgData name="Hasan Jamal" userId="6724a5da2ffd1b8f" providerId="LiveId" clId="{11CB3E86-BE7D-4F66-A2F5-6FBB7427C924}" dt="2024-10-14T05:16:19.158" v="2059" actId="1035"/>
          <ac:picMkLst>
            <pc:docMk/>
            <pc:sldMk cId="1650502878" sldId="730"/>
            <ac:picMk id="24579" creationId="{00000000-0000-0000-0000-000000000000}"/>
          </ac:picMkLst>
        </pc:picChg>
      </pc:sldChg>
      <pc:sldChg chg="modSp mod">
        <pc:chgData name="Hasan Jamal" userId="6724a5da2ffd1b8f" providerId="LiveId" clId="{11CB3E86-BE7D-4F66-A2F5-6FBB7427C924}" dt="2024-10-03T17:20:35.004" v="257" actId="1038"/>
        <pc:sldMkLst>
          <pc:docMk/>
          <pc:sldMk cId="2091040025" sldId="735"/>
        </pc:sldMkLst>
        <pc:spChg chg="mod">
          <ac:chgData name="Hasan Jamal" userId="6724a5da2ffd1b8f" providerId="LiveId" clId="{11CB3E86-BE7D-4F66-A2F5-6FBB7427C924}" dt="2024-10-03T17:20:35.004" v="257" actId="1038"/>
          <ac:spMkLst>
            <pc:docMk/>
            <pc:sldMk cId="2091040025" sldId="735"/>
            <ac:spMk id="9" creationId="{00000000-0000-0000-0000-000000000000}"/>
          </ac:spMkLst>
        </pc:spChg>
      </pc:sldChg>
      <pc:sldChg chg="modSp mod">
        <pc:chgData name="Hasan Jamal" userId="6724a5da2ffd1b8f" providerId="LiveId" clId="{11CB3E86-BE7D-4F66-A2F5-6FBB7427C924}" dt="2024-10-03T17:20:15.725" v="255" actId="1035"/>
        <pc:sldMkLst>
          <pc:docMk/>
          <pc:sldMk cId="3981574798" sldId="736"/>
        </pc:sldMkLst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25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26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27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28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29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1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2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3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5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6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7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8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9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80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81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82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83" creationId="{00000000-0000-0000-0000-000000000000}"/>
          </ac:spMkLst>
        </pc:spChg>
        <pc:grpChg chg="mod">
          <ac:chgData name="Hasan Jamal" userId="6724a5da2ffd1b8f" providerId="LiveId" clId="{11CB3E86-BE7D-4F66-A2F5-6FBB7427C924}" dt="2024-10-03T17:20:15.725" v="255" actId="1035"/>
          <ac:grpSpMkLst>
            <pc:docMk/>
            <pc:sldMk cId="3981574798" sldId="736"/>
            <ac:grpSpMk id="24" creationId="{00000000-0000-0000-0000-000000000000}"/>
          </ac:grpSpMkLst>
        </pc:grpChg>
        <pc:graphicFrameChg chg="modGraphic">
          <ac:chgData name="Hasan Jamal" userId="6724a5da2ffd1b8f" providerId="LiveId" clId="{11CB3E86-BE7D-4F66-A2F5-6FBB7427C924}" dt="2024-10-03T17:19:34.696" v="241" actId="20577"/>
          <ac:graphicFrameMkLst>
            <pc:docMk/>
            <pc:sldMk cId="3981574798" sldId="736"/>
            <ac:graphicFrameMk id="2" creationId="{D5831112-9B3C-E882-C1B2-93F9A11E3EE7}"/>
          </ac:graphicFrameMkLst>
        </pc:graphicFrameChg>
      </pc:sldChg>
      <pc:sldChg chg="modSp mod modAnim">
        <pc:chgData name="Hasan Jamal" userId="6724a5da2ffd1b8f" providerId="LiveId" clId="{11CB3E86-BE7D-4F66-A2F5-6FBB7427C924}" dt="2024-10-14T05:24:00.550" v="2250" actId="20577"/>
        <pc:sldMkLst>
          <pc:docMk/>
          <pc:sldMk cId="720626321" sldId="741"/>
        </pc:sldMkLst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5" creationId="{70A2352C-00A5-664A-2D0E-78429D31C95B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6" creationId="{9CAA68FC-871A-FBA9-2122-36550FEDBE51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7" creationId="{7201B006-4131-511F-AF16-A31F9F0D4D79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8" creationId="{BDC0559F-B100-4E60-9C6B-6D7144BD8A30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9" creationId="{6747B710-5DA9-DFF6-3255-336384ACEFFF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0" creationId="{C9EAEE7F-E483-817D-6504-541FFDBB613F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1" creationId="{76FF91E8-07D4-8D50-1314-B0A56A2A61A9}"/>
          </ac:spMkLst>
        </pc:spChg>
        <pc:spChg chg="mod">
          <ac:chgData name="Hasan Jamal" userId="6724a5da2ffd1b8f" providerId="LiveId" clId="{11CB3E86-BE7D-4F66-A2F5-6FBB7427C924}" dt="2024-10-14T05:24:00.550" v="2250" actId="20577"/>
          <ac:spMkLst>
            <pc:docMk/>
            <pc:sldMk cId="720626321" sldId="741"/>
            <ac:spMk id="12" creationId="{A773B303-CEA4-39FE-8190-A77ECCC638B8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3" creationId="{6F7D145B-CBD5-C200-6D1F-F9199E9C3A5C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4" creationId="{C428755C-885E-04D6-ACCB-739752B18396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5" creationId="{3C3506E9-924A-A8A4-782F-8421217C758B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6" creationId="{D336DFB3-F81D-C5E9-C727-756190C146C2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7" creationId="{2CF7F9A6-32B9-5E73-E8DA-98053E513B59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8" creationId="{6541BDEF-B114-EEF4-4DD8-3DBD10274309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9" creationId="{06645F9C-FE83-EF00-1E13-9BF9D1D4EDD0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0" creationId="{1FD5DA8A-6E39-36E1-493C-0F1C14B2784B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1" creationId="{D01A2774-113F-2175-7C3A-B1509331C9CD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2" creationId="{C81C794E-CE23-E6A9-4078-1FE288834E56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3" creationId="{2EF9C86E-85FB-C87F-AEB1-AFA822CB86A2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4" creationId="{81F337E8-D537-AF43-F216-5A6FE4CECAF2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5" creationId="{345242FC-ACF2-7BA8-C1DF-7DB2F56729BC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6" creationId="{C8FBEEB4-5D02-5A99-4F48-91E86EC2C199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7" creationId="{AD5A256C-282C-F60A-31D6-D4F606D646D5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9" creationId="{4D34475B-EEA7-4423-8404-4F09F7C6A274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30" creationId="{61D99384-7936-A364-44C4-0671FF3070C2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31" creationId="{C3F87581-BACE-4FCE-EC7F-E0BFC703F43D}"/>
          </ac:spMkLst>
        </pc:spChg>
        <pc:grpChg chg="mod">
          <ac:chgData name="Hasan Jamal" userId="6724a5da2ffd1b8f" providerId="LiveId" clId="{11CB3E86-BE7D-4F66-A2F5-6FBB7427C924}" dt="2024-10-14T05:23:30.810" v="2239" actId="1036"/>
          <ac:grpSpMkLst>
            <pc:docMk/>
            <pc:sldMk cId="720626321" sldId="741"/>
            <ac:grpSpMk id="4" creationId="{EBF98760-A04C-655D-3773-DD583222A538}"/>
          </ac:grpSpMkLst>
        </pc:grpChg>
        <pc:grpChg chg="mod">
          <ac:chgData name="Hasan Jamal" userId="6724a5da2ffd1b8f" providerId="LiveId" clId="{11CB3E86-BE7D-4F66-A2F5-6FBB7427C924}" dt="2024-10-14T05:23:30.810" v="2239" actId="1036"/>
          <ac:grpSpMkLst>
            <pc:docMk/>
            <pc:sldMk cId="720626321" sldId="741"/>
            <ac:grpSpMk id="28" creationId="{E653CF9E-2AC7-02BC-5582-6A330A7F006C}"/>
          </ac:grpSpMkLst>
        </pc:grpChg>
        <pc:grpChg chg="mod">
          <ac:chgData name="Hasan Jamal" userId="6724a5da2ffd1b8f" providerId="LiveId" clId="{11CB3E86-BE7D-4F66-A2F5-6FBB7427C924}" dt="2024-10-14T05:23:30.810" v="2239" actId="1036"/>
          <ac:grpSpMkLst>
            <pc:docMk/>
            <pc:sldMk cId="720626321" sldId="741"/>
            <ac:grpSpMk id="3072" creationId="{4BA8C8D6-F09A-03E2-C719-938EF7503945}"/>
          </ac:grpSpMkLst>
        </pc:grpChg>
        <pc:graphicFrameChg chg="modGraphic">
          <ac:chgData name="Hasan Jamal" userId="6724a5da2ffd1b8f" providerId="LiveId" clId="{11CB3E86-BE7D-4F66-A2F5-6FBB7427C924}" dt="2024-10-14T04:34:20.346" v="915" actId="20577"/>
          <ac:graphicFrameMkLst>
            <pc:docMk/>
            <pc:sldMk cId="720626321" sldId="741"/>
            <ac:graphicFrameMk id="2" creationId="{D5831112-9B3C-E882-C1B2-93F9A11E3EE7}"/>
          </ac:graphicFrameMkLst>
        </pc:graphicFrameChg>
      </pc:sldChg>
      <pc:sldChg chg="modSp modAnim">
        <pc:chgData name="Hasan Jamal" userId="6724a5da2ffd1b8f" providerId="LiveId" clId="{11CB3E86-BE7D-4F66-A2F5-6FBB7427C924}" dt="2024-10-14T04:00:41.319" v="756" actId="20577"/>
        <pc:sldMkLst>
          <pc:docMk/>
          <pc:sldMk cId="1686666619" sldId="744"/>
        </pc:sldMkLst>
        <pc:spChg chg="mod">
          <ac:chgData name="Hasan Jamal" userId="6724a5da2ffd1b8f" providerId="LiveId" clId="{11CB3E86-BE7D-4F66-A2F5-6FBB7427C924}" dt="2024-10-14T04:00:41.319" v="756" actId="20577"/>
          <ac:spMkLst>
            <pc:docMk/>
            <pc:sldMk cId="1686666619" sldId="744"/>
            <ac:spMk id="12" creationId="{A773B303-CEA4-39FE-8190-A77ECCC638B8}"/>
          </ac:spMkLst>
        </pc:spChg>
      </pc:sldChg>
      <pc:sldChg chg="modSp mod">
        <pc:chgData name="Hasan Jamal" userId="6724a5da2ffd1b8f" providerId="LiveId" clId="{11CB3E86-BE7D-4F66-A2F5-6FBB7427C924}" dt="2024-10-14T03:34:24.028" v="468" actId="20577"/>
        <pc:sldMkLst>
          <pc:docMk/>
          <pc:sldMk cId="890721419" sldId="745"/>
        </pc:sldMkLst>
        <pc:spChg chg="mod">
          <ac:chgData name="Hasan Jamal" userId="6724a5da2ffd1b8f" providerId="LiveId" clId="{11CB3E86-BE7D-4F66-A2F5-6FBB7427C924}" dt="2024-10-14T03:34:24.028" v="468" actId="20577"/>
          <ac:spMkLst>
            <pc:docMk/>
            <pc:sldMk cId="890721419" sldId="745"/>
            <ac:spMk id="3074" creationId="{00000000-0000-0000-0000-000000000000}"/>
          </ac:spMkLst>
        </pc:spChg>
      </pc:sldChg>
      <pc:sldChg chg="modSp mod modAnim">
        <pc:chgData name="Hasan Jamal" userId="6724a5da2ffd1b8f" providerId="LiveId" clId="{11CB3E86-BE7D-4F66-A2F5-6FBB7427C924}" dt="2024-10-03T17:21:28.534" v="258"/>
        <pc:sldMkLst>
          <pc:docMk/>
          <pc:sldMk cId="3722933791" sldId="748"/>
        </pc:sldMkLst>
        <pc:spChg chg="mod">
          <ac:chgData name="Hasan Jamal" userId="6724a5da2ffd1b8f" providerId="LiveId" clId="{11CB3E86-BE7D-4F66-A2F5-6FBB7427C924}" dt="2024-10-03T10:43:33.296" v="150" actId="20577"/>
          <ac:spMkLst>
            <pc:docMk/>
            <pc:sldMk cId="3722933791" sldId="748"/>
            <ac:spMk id="12" creationId="{A773B303-CEA4-39FE-8190-A77ECCC638B8}"/>
          </ac:spMkLst>
        </pc:spChg>
      </pc:sldChg>
      <pc:sldChg chg="del">
        <pc:chgData name="Hasan Jamal" userId="6724a5da2ffd1b8f" providerId="LiveId" clId="{11CB3E86-BE7D-4F66-A2F5-6FBB7427C924}" dt="2024-10-03T17:25:37.237" v="265" actId="47"/>
        <pc:sldMkLst>
          <pc:docMk/>
          <pc:sldMk cId="1521684714" sldId="749"/>
        </pc:sldMkLst>
      </pc:sldChg>
      <pc:sldChg chg="del">
        <pc:chgData name="Hasan Jamal" userId="6724a5da2ffd1b8f" providerId="LiveId" clId="{11CB3E86-BE7D-4F66-A2F5-6FBB7427C924}" dt="2024-10-03T17:25:55.143" v="268" actId="47"/>
        <pc:sldMkLst>
          <pc:docMk/>
          <pc:sldMk cId="1531266124" sldId="750"/>
        </pc:sldMkLst>
      </pc:sldChg>
      <pc:sldChg chg="add">
        <pc:chgData name="Hasan Jamal" userId="6724a5da2ffd1b8f" providerId="LiveId" clId="{11CB3E86-BE7D-4F66-A2F5-6FBB7427C924}" dt="2024-10-03T10:49:47.587" v="180" actId="2890"/>
        <pc:sldMkLst>
          <pc:docMk/>
          <pc:sldMk cId="1441655173" sldId="751"/>
        </pc:sldMkLst>
      </pc:sldChg>
      <pc:sldChg chg="modSp add del mod modAnim">
        <pc:chgData name="Hasan Jamal" userId="6724a5da2ffd1b8f" providerId="LiveId" clId="{11CB3E86-BE7D-4F66-A2F5-6FBB7427C924}" dt="2024-10-03T17:22:08.306" v="259" actId="47"/>
        <pc:sldMkLst>
          <pc:docMk/>
          <pc:sldMk cId="2786090753" sldId="752"/>
        </pc:sldMkLst>
        <pc:spChg chg="mod">
          <ac:chgData name="Hasan Jamal" userId="6724a5da2ffd1b8f" providerId="LiveId" clId="{11CB3E86-BE7D-4F66-A2F5-6FBB7427C924}" dt="2024-10-03T10:51:52.656" v="197" actId="20577"/>
          <ac:spMkLst>
            <pc:docMk/>
            <pc:sldMk cId="2786090753" sldId="752"/>
            <ac:spMk id="12" creationId="{A773B303-CEA4-39FE-8190-A77ECCC638B8}"/>
          </ac:spMkLst>
        </pc:spChg>
        <pc:spChg chg="mod">
          <ac:chgData name="Hasan Jamal" userId="6724a5da2ffd1b8f" providerId="LiveId" clId="{11CB3E86-BE7D-4F66-A2F5-6FBB7427C924}" dt="2024-10-03T10:51:38.901" v="194"/>
          <ac:spMkLst>
            <pc:docMk/>
            <pc:sldMk cId="2786090753" sldId="752"/>
            <ac:spMk id="3074" creationId="{00000000-0000-0000-0000-000000000000}"/>
          </ac:spMkLst>
        </pc:spChg>
      </pc:sldChg>
      <pc:sldChg chg="modSp add mod addAnim delAnim modAnim">
        <pc:chgData name="Hasan Jamal" userId="6724a5da2ffd1b8f" providerId="LiveId" clId="{11CB3E86-BE7D-4F66-A2F5-6FBB7427C924}" dt="2024-10-14T03:44:06.886" v="518"/>
        <pc:sldMkLst>
          <pc:docMk/>
          <pc:sldMk cId="3175173431" sldId="752"/>
        </pc:sldMkLst>
        <pc:spChg chg="mod">
          <ac:chgData name="Hasan Jamal" userId="6724a5da2ffd1b8f" providerId="LiveId" clId="{11CB3E86-BE7D-4F66-A2F5-6FBB7427C924}" dt="2024-10-14T03:42:55.726" v="513" actId="255"/>
          <ac:spMkLst>
            <pc:docMk/>
            <pc:sldMk cId="3175173431" sldId="752"/>
            <ac:spMk id="12" creationId="{09F1CB03-18D3-96C9-272B-38A27EBFC999}"/>
          </ac:spMkLst>
        </pc:spChg>
      </pc:sldChg>
      <pc:sldChg chg="addSp delSp modSp add mod modAnim">
        <pc:chgData name="Hasan Jamal" userId="6724a5da2ffd1b8f" providerId="LiveId" clId="{11CB3E86-BE7D-4F66-A2F5-6FBB7427C924}" dt="2024-10-14T05:07:50.721" v="1836"/>
        <pc:sldMkLst>
          <pc:docMk/>
          <pc:sldMk cId="2720131961" sldId="753"/>
        </pc:sldMkLst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" creationId="{19B3D73B-22A3-5E77-0CB2-82BD63BFFB24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6" creationId="{B34BE216-9A67-0164-3EBE-176E26FB6A00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7" creationId="{6B81011F-2B7E-3627-0917-08D7B3D61EC2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8" creationId="{CDEF3129-B759-D761-2E55-77320D7DD39E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9" creationId="{0F15392D-CA4B-4C72-E5F5-C936C487FE94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0" creationId="{1ACE8D3C-7C08-DCFD-F35E-47935FE0D5B5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1" creationId="{961636FB-B286-3050-6356-346B730E4E13}"/>
          </ac:spMkLst>
        </pc:spChg>
        <pc:spChg chg="mod">
          <ac:chgData name="Hasan Jamal" userId="6724a5da2ffd1b8f" providerId="LiveId" clId="{11CB3E86-BE7D-4F66-A2F5-6FBB7427C924}" dt="2024-10-14T05:07:21.330" v="1812" actId="20577"/>
          <ac:spMkLst>
            <pc:docMk/>
            <pc:sldMk cId="2720131961" sldId="753"/>
            <ac:spMk id="12" creationId="{3F115E31-5F67-E327-293B-7F038CC61EC5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3" creationId="{028DBC82-1967-26D9-98DF-47B3ED6286FF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4" creationId="{8231B339-8EAB-E24B-16CD-B6D6757B54FC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5" creationId="{03B3C6F5-AC14-7BD6-76E1-D89B79D14A90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6" creationId="{7B800240-0A74-947F-161F-6305015BA806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7" creationId="{ED92BDD6-9A41-EFC7-F6AA-7D522FF6AB5A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8" creationId="{802C1E40-6395-C7C4-1C6F-591244DC5FC3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9" creationId="{5B79C52E-9612-56D7-30A9-05CB8745C4F1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0" creationId="{61B27F4A-22B8-8981-8C6B-39CCD10DE1DE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1" creationId="{EF1F16E7-76D1-55ED-67EC-BC8A6AD32283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2" creationId="{C7C3371D-0CE1-E9F0-94E5-74AC02B4E0E1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3" creationId="{76EB56A8-1E4A-0A49-18E3-4E8B4AB8C076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4" creationId="{24136457-539A-7700-EC6E-F19B92E4A086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5" creationId="{4570B119-00A8-0FC3-9BF9-ED758ECC30C8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6" creationId="{36D2BB4A-B67F-1FED-A00A-D991004A424C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7" creationId="{1B51DCE2-3175-9341-A965-01C2ED347C26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9" creationId="{395A13ED-011D-2737-C1FF-D16D8F79C47F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30" creationId="{10C17770-FF2B-87BC-636A-FC77ACB5495C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31" creationId="{429269C9-843D-B606-70D3-2E5C49D34781}"/>
          </ac:spMkLst>
        </pc:spChg>
        <pc:spChg chg="mod">
          <ac:chgData name="Hasan Jamal" userId="6724a5da2ffd1b8f" providerId="LiveId" clId="{11CB3E86-BE7D-4F66-A2F5-6FBB7427C924}" dt="2024-10-14T04:40:40.324" v="976" actId="20577"/>
          <ac:spMkLst>
            <pc:docMk/>
            <pc:sldMk cId="2720131961" sldId="753"/>
            <ac:spMk id="3074" creationId="{E4C25150-3A2A-D460-CC5C-C55FD2528C25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24" creationId="{549B2C51-8059-DDEA-5E71-C6BA6ECEE196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25" creationId="{FC51AEE1-07FB-3D2F-ADC1-B2502D26C288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26" creationId="{4ABE27D0-DF24-87C6-89C9-28DBB0A6CE8E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28" creationId="{007422AE-0C0A-55A2-5125-44DEA6D93E3C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29" creationId="{0B739F5C-34FB-E5D7-1BB3-9E9AA60C54C7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30" creationId="{0F7C49E8-AE8F-540D-42FC-626C7E9B2618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31" creationId="{31A04DDB-E77B-FF33-0305-A707DD97AAB4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32" creationId="{D93159A6-4FA4-AD2E-8D74-ECEA3A834469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33" creationId="{455ED316-C923-B6EC-3C0B-085209147760}"/>
          </ac:spMkLst>
        </pc:spChg>
        <pc:grpChg chg="mod">
          <ac:chgData name="Hasan Jamal" userId="6724a5da2ffd1b8f" providerId="LiveId" clId="{11CB3E86-BE7D-4F66-A2F5-6FBB7427C924}" dt="2024-10-14T05:07:36.061" v="1834" actId="1037"/>
          <ac:grpSpMkLst>
            <pc:docMk/>
            <pc:sldMk cId="2720131961" sldId="753"/>
            <ac:grpSpMk id="4" creationId="{C21FAE2C-59DB-17ED-4DFA-73BC29CBEE24}"/>
          </ac:grpSpMkLst>
        </pc:grpChg>
        <pc:grpChg chg="mod">
          <ac:chgData name="Hasan Jamal" userId="6724a5da2ffd1b8f" providerId="LiveId" clId="{11CB3E86-BE7D-4F66-A2F5-6FBB7427C924}" dt="2024-10-14T05:07:36.061" v="1834" actId="1037"/>
          <ac:grpSpMkLst>
            <pc:docMk/>
            <pc:sldMk cId="2720131961" sldId="753"/>
            <ac:grpSpMk id="28" creationId="{A0974A49-75C6-4C3C-228A-B0D25C5D6B81}"/>
          </ac:grpSpMkLst>
        </pc:grpChg>
        <pc:grpChg chg="add mod">
          <ac:chgData name="Hasan Jamal" userId="6724a5da2ffd1b8f" providerId="LiveId" clId="{11CB3E86-BE7D-4F66-A2F5-6FBB7427C924}" dt="2024-10-14T05:07:36.061" v="1834" actId="1037"/>
          <ac:grpSpMkLst>
            <pc:docMk/>
            <pc:sldMk cId="2720131961" sldId="753"/>
            <ac:grpSpMk id="52234" creationId="{11991558-934D-009F-D075-85537A71BD9B}"/>
          </ac:grpSpMkLst>
        </pc:grpChg>
        <pc:graphicFrameChg chg="mod modGraphic">
          <ac:chgData name="Hasan Jamal" userId="6724a5da2ffd1b8f" providerId="LiveId" clId="{11CB3E86-BE7D-4F66-A2F5-6FBB7427C924}" dt="2024-10-14T04:41:24.957" v="990" actId="20577"/>
          <ac:graphicFrameMkLst>
            <pc:docMk/>
            <pc:sldMk cId="2720131961" sldId="753"/>
            <ac:graphicFrameMk id="2" creationId="{643EC6D9-853C-EF49-19A8-36F48ECD8FC5}"/>
          </ac:graphicFrameMkLst>
        </pc:graphicFrameChg>
        <pc:picChg chg="add del mod">
          <ac:chgData name="Hasan Jamal" userId="6724a5da2ffd1b8f" providerId="LiveId" clId="{11CB3E86-BE7D-4F66-A2F5-6FBB7427C924}" dt="2024-10-14T05:04:50.864" v="1787" actId="478"/>
          <ac:picMkLst>
            <pc:docMk/>
            <pc:sldMk cId="2720131961" sldId="753"/>
            <ac:picMk id="52227" creationId="{E776F08C-5E1F-44C8-AB6B-D21CDC72CD10}"/>
          </ac:picMkLst>
        </pc:picChg>
      </pc:sldChg>
      <pc:sldChg chg="addSp delSp modSp add mod ord">
        <pc:chgData name="Hasan Jamal" userId="6724a5da2ffd1b8f" providerId="LiveId" clId="{11CB3E86-BE7D-4F66-A2F5-6FBB7427C924}" dt="2024-10-14T06:26:19.240" v="2678"/>
        <pc:sldMkLst>
          <pc:docMk/>
          <pc:sldMk cId="196630731" sldId="754"/>
        </pc:sldMkLst>
        <pc:spChg chg="mod">
          <ac:chgData name="Hasan Jamal" userId="6724a5da2ffd1b8f" providerId="LiveId" clId="{11CB3E86-BE7D-4F66-A2F5-6FBB7427C924}" dt="2024-10-14T06:25:34.821" v="2674" actId="255"/>
          <ac:spMkLst>
            <pc:docMk/>
            <pc:sldMk cId="196630731" sldId="754"/>
            <ac:spMk id="12" creationId="{856E2582-BE6D-119C-35A8-90A10FD960E2}"/>
          </ac:spMkLst>
        </pc:spChg>
        <pc:spChg chg="mod">
          <ac:chgData name="Hasan Jamal" userId="6724a5da2ffd1b8f" providerId="LiveId" clId="{11CB3E86-BE7D-4F66-A2F5-6FBB7427C924}" dt="2024-10-14T06:23:35.222" v="2652" actId="20577"/>
          <ac:spMkLst>
            <pc:docMk/>
            <pc:sldMk cId="196630731" sldId="754"/>
            <ac:spMk id="3074" creationId="{1FE867E8-78C4-D4B7-83CB-F298BFACB2E4}"/>
          </ac:spMkLst>
        </pc:spChg>
        <pc:picChg chg="del">
          <ac:chgData name="Hasan Jamal" userId="6724a5da2ffd1b8f" providerId="LiveId" clId="{11CB3E86-BE7D-4F66-A2F5-6FBB7427C924}" dt="2024-10-14T05:46:42.708" v="2271" actId="478"/>
          <ac:picMkLst>
            <pc:docMk/>
            <pc:sldMk cId="196630731" sldId="754"/>
            <ac:picMk id="24579" creationId="{7C0F70A6-7D2B-E273-2D00-8A6A1FA1E94B}"/>
          </ac:picMkLst>
        </pc:picChg>
        <pc:picChg chg="add mod">
          <ac:chgData name="Hasan Jamal" userId="6724a5da2ffd1b8f" providerId="LiveId" clId="{11CB3E86-BE7D-4F66-A2F5-6FBB7427C924}" dt="2024-10-14T06:25:42.313" v="2676" actId="14100"/>
          <ac:picMkLst>
            <pc:docMk/>
            <pc:sldMk cId="196630731" sldId="754"/>
            <ac:picMk id="130051" creationId="{1186B308-DDF2-452D-A47E-6EF7019C0B37}"/>
          </ac:picMkLst>
        </pc:picChg>
        <pc:picChg chg="add del mod">
          <ac:chgData name="Hasan Jamal" userId="6724a5da2ffd1b8f" providerId="LiveId" clId="{11CB3E86-BE7D-4F66-A2F5-6FBB7427C924}" dt="2024-10-14T06:23:40.381" v="2653" actId="478"/>
          <ac:picMkLst>
            <pc:docMk/>
            <pc:sldMk cId="196630731" sldId="754"/>
            <ac:picMk id="132099" creationId="{72B613C9-9DEE-4CD7-ABD1-8B5F8F52BBA3}"/>
          </ac:picMkLst>
        </pc:picChg>
        <pc:picChg chg="add del mod">
          <ac:chgData name="Hasan Jamal" userId="6724a5da2ffd1b8f" providerId="LiveId" clId="{11CB3E86-BE7D-4F66-A2F5-6FBB7427C924}" dt="2024-10-14T06:23:40.381" v="2653" actId="478"/>
          <ac:picMkLst>
            <pc:docMk/>
            <pc:sldMk cId="196630731" sldId="754"/>
            <ac:picMk id="132100" creationId="{F75A4BF0-7381-4B89-90CE-E8DC92F8F295}"/>
          </ac:picMkLst>
        </pc:picChg>
        <pc:picChg chg="add del mod">
          <ac:chgData name="Hasan Jamal" userId="6724a5da2ffd1b8f" providerId="LiveId" clId="{11CB3E86-BE7D-4F66-A2F5-6FBB7427C924}" dt="2024-10-14T06:23:40.381" v="2653" actId="478"/>
          <ac:picMkLst>
            <pc:docMk/>
            <pc:sldMk cId="196630731" sldId="754"/>
            <ac:picMk id="132101" creationId="{00B7072B-4655-4652-80B5-B7ADAFC32C81}"/>
          </ac:picMkLst>
        </pc:picChg>
      </pc:sldChg>
      <pc:sldChg chg="addSp delSp modSp add del mod">
        <pc:chgData name="Hasan Jamal" userId="6724a5da2ffd1b8f" providerId="LiveId" clId="{11CB3E86-BE7D-4F66-A2F5-6FBB7427C924}" dt="2024-10-14T06:03:52.895" v="2501" actId="47"/>
        <pc:sldMkLst>
          <pc:docMk/>
          <pc:sldMk cId="3111926195" sldId="755"/>
        </pc:sldMkLst>
        <pc:spChg chg="del">
          <ac:chgData name="Hasan Jamal" userId="6724a5da2ffd1b8f" providerId="LiveId" clId="{11CB3E86-BE7D-4F66-A2F5-6FBB7427C924}" dt="2024-10-14T05:49:58.636" v="2346" actId="478"/>
          <ac:spMkLst>
            <pc:docMk/>
            <pc:sldMk cId="3111926195" sldId="755"/>
            <ac:spMk id="12" creationId="{68FC30D1-ECAB-3643-04B2-DD7E4BCE49E8}"/>
          </ac:spMkLst>
        </pc:spChg>
        <pc:picChg chg="add mod">
          <ac:chgData name="Hasan Jamal" userId="6724a5da2ffd1b8f" providerId="LiveId" clId="{11CB3E86-BE7D-4F66-A2F5-6FBB7427C924}" dt="2024-10-14T05:50:04.354" v="2348" actId="1076"/>
          <ac:picMkLst>
            <pc:docMk/>
            <pc:sldMk cId="3111926195" sldId="755"/>
            <ac:picMk id="1026" creationId="{00000000-0000-0000-0000-000000000000}"/>
          </ac:picMkLst>
        </pc:picChg>
      </pc:sldChg>
      <pc:sldChg chg="addSp delSp modSp add mod modClrScheme modAnim chgLayout">
        <pc:chgData name="Hasan Jamal" userId="6724a5da2ffd1b8f" providerId="LiveId" clId="{11CB3E86-BE7D-4F66-A2F5-6FBB7427C924}" dt="2024-10-15T03:49:15.773" v="5190"/>
        <pc:sldMkLst>
          <pc:docMk/>
          <pc:sldMk cId="3493647931" sldId="756"/>
        </pc:sldMkLst>
        <pc:spChg chg="mod ord">
          <ac:chgData name="Hasan Jamal" userId="6724a5da2ffd1b8f" providerId="LiveId" clId="{11CB3E86-BE7D-4F66-A2F5-6FBB7427C924}" dt="2024-10-14T05:52:28.919" v="2369" actId="26606"/>
          <ac:spMkLst>
            <pc:docMk/>
            <pc:sldMk cId="3493647931" sldId="756"/>
            <ac:spMk id="3" creationId="{512FA19E-1BBB-E1A0-02FD-DE27438AED66}"/>
          </ac:spMkLst>
        </pc:spChg>
        <pc:spChg chg="mod">
          <ac:chgData name="Hasan Jamal" userId="6724a5da2ffd1b8f" providerId="LiveId" clId="{11CB3E86-BE7D-4F66-A2F5-6FBB7427C924}" dt="2024-10-15T03:48:29.018" v="5186" actId="113"/>
          <ac:spMkLst>
            <pc:docMk/>
            <pc:sldMk cId="3493647931" sldId="756"/>
            <ac:spMk id="12" creationId="{BD80B958-7A19-BE6C-7030-B20803AD271D}"/>
          </ac:spMkLst>
        </pc:spChg>
        <pc:spChg chg="mod">
          <ac:chgData name="Hasan Jamal" userId="6724a5da2ffd1b8f" providerId="LiveId" clId="{11CB3E86-BE7D-4F66-A2F5-6FBB7427C924}" dt="2024-10-14T05:52:28.919" v="2369" actId="26606"/>
          <ac:spMkLst>
            <pc:docMk/>
            <pc:sldMk cId="3493647931" sldId="756"/>
            <ac:spMk id="3074" creationId="{B1F91951-75E3-0D78-317F-44145A4133D6}"/>
          </ac:spMkLst>
        </pc:spChg>
        <pc:spChg chg="add del mod">
          <ac:chgData name="Hasan Jamal" userId="6724a5da2ffd1b8f" providerId="LiveId" clId="{11CB3E86-BE7D-4F66-A2F5-6FBB7427C924}" dt="2024-10-14T05:52:28.919" v="2369" actId="26606"/>
          <ac:spMkLst>
            <pc:docMk/>
            <pc:sldMk cId="3493647931" sldId="756"/>
            <ac:spMk id="3079" creationId="{3A8D428C-82EE-F45B-B4D9-15CC53071B9A}"/>
          </ac:spMkLst>
        </pc:spChg>
        <pc:picChg chg="add del mod">
          <ac:chgData name="Hasan Jamal" userId="6724a5da2ffd1b8f" providerId="LiveId" clId="{11CB3E86-BE7D-4F66-A2F5-6FBB7427C924}" dt="2024-10-14T06:05:04.343" v="2504" actId="478"/>
          <ac:picMkLst>
            <pc:docMk/>
            <pc:sldMk cId="3493647931" sldId="756"/>
            <ac:picMk id="2050" creationId="{00000000-0000-0000-0000-000000000000}"/>
          </ac:picMkLst>
        </pc:picChg>
        <pc:picChg chg="add del mod">
          <ac:chgData name="Hasan Jamal" userId="6724a5da2ffd1b8f" providerId="LiveId" clId="{11CB3E86-BE7D-4F66-A2F5-6FBB7427C924}" dt="2024-10-14T06:52:36.510" v="3327" actId="478"/>
          <ac:picMkLst>
            <pc:docMk/>
            <pc:sldMk cId="3493647931" sldId="756"/>
            <ac:picMk id="59395" creationId="{BE9B9DB7-2D01-4469-B225-66245C9CC07C}"/>
          </ac:picMkLst>
        </pc:picChg>
      </pc:sldChg>
      <pc:sldChg chg="modSp add del mod">
        <pc:chgData name="Hasan Jamal" userId="6724a5da2ffd1b8f" providerId="LiveId" clId="{11CB3E86-BE7D-4F66-A2F5-6FBB7427C924}" dt="2024-10-14T06:02:02.149" v="2486" actId="47"/>
        <pc:sldMkLst>
          <pc:docMk/>
          <pc:sldMk cId="339754337" sldId="757"/>
        </pc:sldMkLst>
        <pc:spChg chg="mod">
          <ac:chgData name="Hasan Jamal" userId="6724a5da2ffd1b8f" providerId="LiveId" clId="{11CB3E86-BE7D-4F66-A2F5-6FBB7427C924}" dt="2024-10-14T05:59:30.080" v="2445" actId="21"/>
          <ac:spMkLst>
            <pc:docMk/>
            <pc:sldMk cId="339754337" sldId="757"/>
            <ac:spMk id="12" creationId="{57D0CCF5-FE36-9676-6088-C33B0D2D7615}"/>
          </ac:spMkLst>
        </pc:spChg>
      </pc:sldChg>
      <pc:sldChg chg="addSp delSp modSp add del mod">
        <pc:chgData name="Hasan Jamal" userId="6724a5da2ffd1b8f" providerId="LiveId" clId="{11CB3E86-BE7D-4F66-A2F5-6FBB7427C924}" dt="2024-10-14T07:40:31.506" v="4614" actId="47"/>
        <pc:sldMkLst>
          <pc:docMk/>
          <pc:sldMk cId="3707284491" sldId="757"/>
        </pc:sldMkLst>
        <pc:spChg chg="mod">
          <ac:chgData name="Hasan Jamal" userId="6724a5da2ffd1b8f" providerId="LiveId" clId="{11CB3E86-BE7D-4F66-A2F5-6FBB7427C924}" dt="2024-10-14T07:39:24.576" v="4600" actId="21"/>
          <ac:spMkLst>
            <pc:docMk/>
            <pc:sldMk cId="3707284491" sldId="757"/>
            <ac:spMk id="12" creationId="{10D21975-0CA6-173A-3B3D-1E11D06C603F}"/>
          </ac:spMkLst>
        </pc:spChg>
        <pc:picChg chg="add del mod">
          <ac:chgData name="Hasan Jamal" userId="6724a5da2ffd1b8f" providerId="LiveId" clId="{11CB3E86-BE7D-4F66-A2F5-6FBB7427C924}" dt="2024-10-14T06:03:01.108" v="2495" actId="478"/>
          <ac:picMkLst>
            <pc:docMk/>
            <pc:sldMk cId="3707284491" sldId="757"/>
            <ac:picMk id="54275" creationId="{B29FEE3D-3750-4508-92A3-9B9E46FECE1F}"/>
          </ac:picMkLst>
        </pc:picChg>
        <pc:picChg chg="add del mod">
          <ac:chgData name="Hasan Jamal" userId="6724a5da2ffd1b8f" providerId="LiveId" clId="{11CB3E86-BE7D-4F66-A2F5-6FBB7427C924}" dt="2024-10-14T07:39:52.924" v="4603" actId="21"/>
          <ac:picMkLst>
            <pc:docMk/>
            <pc:sldMk cId="3707284491" sldId="757"/>
            <ac:picMk id="56323" creationId="{E45EDF43-47DE-4E7F-B77E-5ED79D91AC0C}"/>
          </ac:picMkLst>
        </pc:picChg>
      </pc:sldChg>
      <pc:sldChg chg="addSp modSp add mod ord">
        <pc:chgData name="Hasan Jamal" userId="6724a5da2ffd1b8f" providerId="LiveId" clId="{11CB3E86-BE7D-4F66-A2F5-6FBB7427C924}" dt="2024-10-14T07:43:54.208" v="4761" actId="20577"/>
        <pc:sldMkLst>
          <pc:docMk/>
          <pc:sldMk cId="4086994" sldId="758"/>
        </pc:sldMkLst>
        <pc:spChg chg="mod">
          <ac:chgData name="Hasan Jamal" userId="6724a5da2ffd1b8f" providerId="LiveId" clId="{11CB3E86-BE7D-4F66-A2F5-6FBB7427C924}" dt="2024-10-14T07:43:54.208" v="4761" actId="20577"/>
          <ac:spMkLst>
            <pc:docMk/>
            <pc:sldMk cId="4086994" sldId="758"/>
            <ac:spMk id="12" creationId="{5E278F71-314C-5513-7D87-FEA9F489B7A1}"/>
          </ac:spMkLst>
        </pc:spChg>
        <pc:picChg chg="mod">
          <ac:chgData name="Hasan Jamal" userId="6724a5da2ffd1b8f" providerId="LiveId" clId="{11CB3E86-BE7D-4F66-A2F5-6FBB7427C924}" dt="2024-10-14T07:43:34.552" v="4687" actId="1076"/>
          <ac:picMkLst>
            <pc:docMk/>
            <pc:sldMk cId="4086994" sldId="758"/>
            <ac:picMk id="54275" creationId="{4CDDD999-B594-2A9C-93B0-EFB4EFEF01C3}"/>
          </ac:picMkLst>
        </pc:picChg>
        <pc:picChg chg="add mod">
          <ac:chgData name="Hasan Jamal" userId="6724a5da2ffd1b8f" providerId="LiveId" clId="{11CB3E86-BE7D-4F66-A2F5-6FBB7427C924}" dt="2024-10-14T07:43:30.848" v="4685" actId="14100"/>
          <ac:picMkLst>
            <pc:docMk/>
            <pc:sldMk cId="4086994" sldId="758"/>
            <ac:picMk id="56323" creationId="{E45EDF43-47DE-4E7F-B77E-5ED79D91AC0C}"/>
          </ac:picMkLst>
        </pc:picChg>
      </pc:sldChg>
      <pc:sldChg chg="modSp add mod">
        <pc:chgData name="Hasan Jamal" userId="6724a5da2ffd1b8f" providerId="LiveId" clId="{11CB3E86-BE7D-4F66-A2F5-6FBB7427C924}" dt="2024-10-14T07:42:41.176" v="4670" actId="6549"/>
        <pc:sldMkLst>
          <pc:docMk/>
          <pc:sldMk cId="2575032769" sldId="759"/>
        </pc:sldMkLst>
        <pc:spChg chg="mod">
          <ac:chgData name="Hasan Jamal" userId="6724a5da2ffd1b8f" providerId="LiveId" clId="{11CB3E86-BE7D-4F66-A2F5-6FBB7427C924}" dt="2024-10-14T07:42:41.176" v="4670" actId="6549"/>
          <ac:spMkLst>
            <pc:docMk/>
            <pc:sldMk cId="2575032769" sldId="759"/>
            <ac:spMk id="12" creationId="{1C7C66DF-D42D-5729-A45A-06A1E3616F63}"/>
          </ac:spMkLst>
        </pc:spChg>
        <pc:spChg chg="mod">
          <ac:chgData name="Hasan Jamal" userId="6724a5da2ffd1b8f" providerId="LiveId" clId="{11CB3E86-BE7D-4F66-A2F5-6FBB7427C924}" dt="2024-10-14T07:35:20.087" v="4546" actId="20577"/>
          <ac:spMkLst>
            <pc:docMk/>
            <pc:sldMk cId="2575032769" sldId="759"/>
            <ac:spMk id="3074" creationId="{1F748BFF-8158-E1C0-B3AF-EC06D8737EE3}"/>
          </ac:spMkLst>
        </pc:spChg>
      </pc:sldChg>
      <pc:sldChg chg="add ord">
        <pc:chgData name="Hasan Jamal" userId="6724a5da2ffd1b8f" providerId="LiveId" clId="{11CB3E86-BE7D-4F66-A2F5-6FBB7427C924}" dt="2024-10-14T06:26:19.240" v="2678"/>
        <pc:sldMkLst>
          <pc:docMk/>
          <pc:sldMk cId="636562703" sldId="760"/>
        </pc:sldMkLst>
      </pc:sldChg>
      <pc:sldChg chg="delSp modSp add mod">
        <pc:chgData name="Hasan Jamal" userId="6724a5da2ffd1b8f" providerId="LiveId" clId="{11CB3E86-BE7D-4F66-A2F5-6FBB7427C924}" dt="2024-10-14T06:27:43.184" v="2706" actId="14100"/>
        <pc:sldMkLst>
          <pc:docMk/>
          <pc:sldMk cId="927494257" sldId="761"/>
        </pc:sldMkLst>
        <pc:spChg chg="mod">
          <ac:chgData name="Hasan Jamal" userId="6724a5da2ffd1b8f" providerId="LiveId" clId="{11CB3E86-BE7D-4F66-A2F5-6FBB7427C924}" dt="2024-10-14T06:27:43.184" v="2706" actId="14100"/>
          <ac:spMkLst>
            <pc:docMk/>
            <pc:sldMk cId="927494257" sldId="761"/>
            <ac:spMk id="12" creationId="{4E0A0D0A-2A05-313B-0F62-B8C5F66D2BD9}"/>
          </ac:spMkLst>
        </pc:spChg>
        <pc:spChg chg="mod">
          <ac:chgData name="Hasan Jamal" userId="6724a5da2ffd1b8f" providerId="LiveId" clId="{11CB3E86-BE7D-4F66-A2F5-6FBB7427C924}" dt="2024-10-14T06:26:39.320" v="2693" actId="20577"/>
          <ac:spMkLst>
            <pc:docMk/>
            <pc:sldMk cId="927494257" sldId="761"/>
            <ac:spMk id="3074" creationId="{A74EC018-0848-43B1-A183-41DAEF4E1F77}"/>
          </ac:spMkLst>
        </pc:spChg>
        <pc:picChg chg="del">
          <ac:chgData name="Hasan Jamal" userId="6724a5da2ffd1b8f" providerId="LiveId" clId="{11CB3E86-BE7D-4F66-A2F5-6FBB7427C924}" dt="2024-10-14T06:27:11.380" v="2702" actId="478"/>
          <ac:picMkLst>
            <pc:docMk/>
            <pc:sldMk cId="927494257" sldId="761"/>
            <ac:picMk id="130051" creationId="{59F37D57-0201-C518-D0D8-E59084C7AB10}"/>
          </ac:picMkLst>
        </pc:picChg>
      </pc:sldChg>
      <pc:sldChg chg="modSp add mod">
        <pc:chgData name="Hasan Jamal" userId="6724a5da2ffd1b8f" providerId="LiveId" clId="{11CB3E86-BE7D-4F66-A2F5-6FBB7427C924}" dt="2024-10-14T06:29:33.456" v="2746"/>
        <pc:sldMkLst>
          <pc:docMk/>
          <pc:sldMk cId="4166313858" sldId="762"/>
        </pc:sldMkLst>
        <pc:spChg chg="mod">
          <ac:chgData name="Hasan Jamal" userId="6724a5da2ffd1b8f" providerId="LiveId" clId="{11CB3E86-BE7D-4F66-A2F5-6FBB7427C924}" dt="2024-10-14T06:29:33.456" v="2746"/>
          <ac:spMkLst>
            <pc:docMk/>
            <pc:sldMk cId="4166313858" sldId="762"/>
            <ac:spMk id="12" creationId="{22C0C63C-9D41-F182-11FD-A6B5EA084A35}"/>
          </ac:spMkLst>
        </pc:spChg>
        <pc:spChg chg="mod">
          <ac:chgData name="Hasan Jamal" userId="6724a5da2ffd1b8f" providerId="LiveId" clId="{11CB3E86-BE7D-4F66-A2F5-6FBB7427C924}" dt="2024-10-14T06:28:11.115" v="2724" actId="20577"/>
          <ac:spMkLst>
            <pc:docMk/>
            <pc:sldMk cId="4166313858" sldId="762"/>
            <ac:spMk id="3074" creationId="{0D7C4927-1A1F-0567-6A97-0F4F3A6E18FC}"/>
          </ac:spMkLst>
        </pc:spChg>
      </pc:sldChg>
      <pc:sldChg chg="modSp add mod">
        <pc:chgData name="Hasan Jamal" userId="6724a5da2ffd1b8f" providerId="LiveId" clId="{11CB3E86-BE7D-4F66-A2F5-6FBB7427C924}" dt="2024-10-14T06:30:45.752" v="2774" actId="6549"/>
        <pc:sldMkLst>
          <pc:docMk/>
          <pc:sldMk cId="3226909934" sldId="763"/>
        </pc:sldMkLst>
        <pc:spChg chg="mod">
          <ac:chgData name="Hasan Jamal" userId="6724a5da2ffd1b8f" providerId="LiveId" clId="{11CB3E86-BE7D-4F66-A2F5-6FBB7427C924}" dt="2024-10-14T06:30:45.752" v="2774" actId="6549"/>
          <ac:spMkLst>
            <pc:docMk/>
            <pc:sldMk cId="3226909934" sldId="763"/>
            <ac:spMk id="12" creationId="{6FC17FEC-C4DF-5C89-DAFA-5E245ABB85FC}"/>
          </ac:spMkLst>
        </pc:spChg>
        <pc:spChg chg="mod">
          <ac:chgData name="Hasan Jamal" userId="6724a5da2ffd1b8f" providerId="LiveId" clId="{11CB3E86-BE7D-4F66-A2F5-6FBB7427C924}" dt="2024-10-14T06:29:52.078" v="2760" actId="20577"/>
          <ac:spMkLst>
            <pc:docMk/>
            <pc:sldMk cId="3226909934" sldId="763"/>
            <ac:spMk id="3074" creationId="{83B1D4B7-2629-6796-A479-4D394C2EFD73}"/>
          </ac:spMkLst>
        </pc:spChg>
      </pc:sldChg>
      <pc:sldChg chg="addSp delSp modSp add mod">
        <pc:chgData name="Hasan Jamal" userId="6724a5da2ffd1b8f" providerId="LiveId" clId="{11CB3E86-BE7D-4F66-A2F5-6FBB7427C924}" dt="2024-10-14T06:31:28.714" v="2829" actId="1038"/>
        <pc:sldMkLst>
          <pc:docMk/>
          <pc:sldMk cId="1892143241" sldId="764"/>
        </pc:sldMkLst>
        <pc:spChg chg="del">
          <ac:chgData name="Hasan Jamal" userId="6724a5da2ffd1b8f" providerId="LiveId" clId="{11CB3E86-BE7D-4F66-A2F5-6FBB7427C924}" dt="2024-10-14T06:31:17.968" v="2814" actId="478"/>
          <ac:spMkLst>
            <pc:docMk/>
            <pc:sldMk cId="1892143241" sldId="764"/>
            <ac:spMk id="12" creationId="{F4E99E67-6952-D1EF-A837-1F57B051385F}"/>
          </ac:spMkLst>
        </pc:spChg>
        <pc:spChg chg="mod">
          <ac:chgData name="Hasan Jamal" userId="6724a5da2ffd1b8f" providerId="LiveId" clId="{11CB3E86-BE7D-4F66-A2F5-6FBB7427C924}" dt="2024-10-14T06:31:11.914" v="2813" actId="20577"/>
          <ac:spMkLst>
            <pc:docMk/>
            <pc:sldMk cId="1892143241" sldId="764"/>
            <ac:spMk id="3074" creationId="{C8961487-D7B1-4749-EDFE-63AE405A36DE}"/>
          </ac:spMkLst>
        </pc:spChg>
        <pc:picChg chg="add mod">
          <ac:chgData name="Hasan Jamal" userId="6724a5da2ffd1b8f" providerId="LiveId" clId="{11CB3E86-BE7D-4F66-A2F5-6FBB7427C924}" dt="2024-10-14T06:31:28.714" v="2829" actId="1038"/>
          <ac:picMkLst>
            <pc:docMk/>
            <pc:sldMk cId="1892143241" sldId="764"/>
            <ac:picMk id="137218" creationId="{AD0A361C-0911-4B85-9766-5E4140F2E093}"/>
          </ac:picMkLst>
        </pc:picChg>
      </pc:sldChg>
      <pc:sldChg chg="modSp add mod">
        <pc:chgData name="Hasan Jamal" userId="6724a5da2ffd1b8f" providerId="LiveId" clId="{11CB3E86-BE7D-4F66-A2F5-6FBB7427C924}" dt="2024-10-14T06:32:52.941" v="2858" actId="33524"/>
        <pc:sldMkLst>
          <pc:docMk/>
          <pc:sldMk cId="3298778098" sldId="765"/>
        </pc:sldMkLst>
        <pc:spChg chg="mod">
          <ac:chgData name="Hasan Jamal" userId="6724a5da2ffd1b8f" providerId="LiveId" clId="{11CB3E86-BE7D-4F66-A2F5-6FBB7427C924}" dt="2024-10-14T06:32:52.941" v="2858" actId="33524"/>
          <ac:spMkLst>
            <pc:docMk/>
            <pc:sldMk cId="3298778098" sldId="765"/>
            <ac:spMk id="12" creationId="{2F1DC606-B8FC-980E-754C-9F5D23772CC8}"/>
          </ac:spMkLst>
        </pc:spChg>
        <pc:spChg chg="mod">
          <ac:chgData name="Hasan Jamal" userId="6724a5da2ffd1b8f" providerId="LiveId" clId="{11CB3E86-BE7D-4F66-A2F5-6FBB7427C924}" dt="2024-10-14T06:31:45.310" v="2846" actId="20577"/>
          <ac:spMkLst>
            <pc:docMk/>
            <pc:sldMk cId="3298778098" sldId="765"/>
            <ac:spMk id="3074" creationId="{63B43F82-B789-CCFF-EB16-26E39664E698}"/>
          </ac:spMkLst>
        </pc:spChg>
      </pc:sldChg>
      <pc:sldChg chg="modSp add mod ord">
        <pc:chgData name="Hasan Jamal" userId="6724a5da2ffd1b8f" providerId="LiveId" clId="{11CB3E86-BE7D-4F66-A2F5-6FBB7427C924}" dt="2024-10-14T06:51:14.349" v="3325"/>
        <pc:sldMkLst>
          <pc:docMk/>
          <pc:sldMk cId="1794162080" sldId="766"/>
        </pc:sldMkLst>
        <pc:spChg chg="mod">
          <ac:chgData name="Hasan Jamal" userId="6724a5da2ffd1b8f" providerId="LiveId" clId="{11CB3E86-BE7D-4F66-A2F5-6FBB7427C924}" dt="2024-10-14T06:51:14.349" v="3325"/>
          <ac:spMkLst>
            <pc:docMk/>
            <pc:sldMk cId="1794162080" sldId="766"/>
            <ac:spMk id="12" creationId="{A8CBB399-4B2F-4A0A-618D-A5A3E40E1D4A}"/>
          </ac:spMkLst>
        </pc:spChg>
      </pc:sldChg>
      <pc:sldChg chg="add">
        <pc:chgData name="Hasan Jamal" userId="6724a5da2ffd1b8f" providerId="LiveId" clId="{11CB3E86-BE7D-4F66-A2F5-6FBB7427C924}" dt="2024-10-14T06:52:31.942" v="3326" actId="2890"/>
        <pc:sldMkLst>
          <pc:docMk/>
          <pc:sldMk cId="2008232015" sldId="767"/>
        </pc:sldMkLst>
      </pc:sldChg>
      <pc:sldChg chg="addSp delSp modSp add mod">
        <pc:chgData name="Hasan Jamal" userId="6724a5da2ffd1b8f" providerId="LiveId" clId="{11CB3E86-BE7D-4F66-A2F5-6FBB7427C924}" dt="2024-10-14T07:08:31.081" v="3988" actId="1035"/>
        <pc:sldMkLst>
          <pc:docMk/>
          <pc:sldMk cId="2849960051" sldId="768"/>
        </pc:sldMkLst>
        <pc:spChg chg="del mod">
          <ac:chgData name="Hasan Jamal" userId="6724a5da2ffd1b8f" providerId="LiveId" clId="{11CB3E86-BE7D-4F66-A2F5-6FBB7427C924}" dt="2024-10-14T07:01:50.925" v="3534" actId="478"/>
          <ac:spMkLst>
            <pc:docMk/>
            <pc:sldMk cId="2849960051" sldId="768"/>
            <ac:spMk id="12" creationId="{D4FB9682-7C11-6686-BB0D-C6E03ADFB903}"/>
          </ac:spMkLst>
        </pc:spChg>
        <pc:spChg chg="mod">
          <ac:chgData name="Hasan Jamal" userId="6724a5da2ffd1b8f" providerId="LiveId" clId="{11CB3E86-BE7D-4F66-A2F5-6FBB7427C924}" dt="2024-10-14T07:01:43.854" v="3532" actId="20577"/>
          <ac:spMkLst>
            <pc:docMk/>
            <pc:sldMk cId="2849960051" sldId="768"/>
            <ac:spMk id="3074" creationId="{3364AB0F-D293-28B0-CDE5-259BD44DAADD}"/>
          </ac:spMkLst>
        </pc:spChg>
        <pc:graphicFrameChg chg="add mod modGraphic">
          <ac:chgData name="Hasan Jamal" userId="6724a5da2ffd1b8f" providerId="LiveId" clId="{11CB3E86-BE7D-4F66-A2F5-6FBB7427C924}" dt="2024-10-14T07:08:31.081" v="3988" actId="1035"/>
          <ac:graphicFrameMkLst>
            <pc:docMk/>
            <pc:sldMk cId="2849960051" sldId="768"/>
            <ac:graphicFrameMk id="2" creationId="{9924077E-4F76-117B-5394-F34921E54B19}"/>
          </ac:graphicFrameMkLst>
        </pc:graphicFrameChg>
      </pc:sldChg>
      <pc:sldChg chg="modSp add mod ord">
        <pc:chgData name="Hasan Jamal" userId="6724a5da2ffd1b8f" providerId="LiveId" clId="{11CB3E86-BE7D-4F66-A2F5-6FBB7427C924}" dt="2024-10-15T03:57:51.173" v="5194"/>
        <pc:sldMkLst>
          <pc:docMk/>
          <pc:sldMk cId="346054100" sldId="769"/>
        </pc:sldMkLst>
        <pc:spChg chg="mod">
          <ac:chgData name="Hasan Jamal" userId="6724a5da2ffd1b8f" providerId="LiveId" clId="{11CB3E86-BE7D-4F66-A2F5-6FBB7427C924}" dt="2024-10-14T07:11:37.930" v="4066" actId="6549"/>
          <ac:spMkLst>
            <pc:docMk/>
            <pc:sldMk cId="346054100" sldId="769"/>
            <ac:spMk id="12" creationId="{BBA1DB21-BF5E-479C-8164-68D7613BDC63}"/>
          </ac:spMkLst>
        </pc:spChg>
        <pc:spChg chg="mod">
          <ac:chgData name="Hasan Jamal" userId="6724a5da2ffd1b8f" providerId="LiveId" clId="{11CB3E86-BE7D-4F66-A2F5-6FBB7427C924}" dt="2024-10-14T07:10:07.732" v="4007" actId="20577"/>
          <ac:spMkLst>
            <pc:docMk/>
            <pc:sldMk cId="346054100" sldId="769"/>
            <ac:spMk id="3074" creationId="{B83E169A-DF48-C7D0-C6B8-3147ED094424}"/>
          </ac:spMkLst>
        </pc:spChg>
      </pc:sldChg>
      <pc:sldChg chg="addSp modSp add mod ord modAnim">
        <pc:chgData name="Hasan Jamal" userId="6724a5da2ffd1b8f" providerId="LiveId" clId="{11CB3E86-BE7D-4F66-A2F5-6FBB7427C924}" dt="2024-10-15T04:17:52.659" v="6690"/>
        <pc:sldMkLst>
          <pc:docMk/>
          <pc:sldMk cId="27266747" sldId="770"/>
        </pc:sldMkLst>
        <pc:spChg chg="mod">
          <ac:chgData name="Hasan Jamal" userId="6724a5da2ffd1b8f" providerId="LiveId" clId="{11CB3E86-BE7D-4F66-A2F5-6FBB7427C924}" dt="2024-10-15T04:02:56.700" v="5739" actId="255"/>
          <ac:spMkLst>
            <pc:docMk/>
            <pc:sldMk cId="27266747" sldId="770"/>
            <ac:spMk id="12" creationId="{4C0FAE94-9395-C805-65DF-66A5DAAB4B24}"/>
          </ac:spMkLst>
        </pc:spChg>
        <pc:spChg chg="mod">
          <ac:chgData name="Hasan Jamal" userId="6724a5da2ffd1b8f" providerId="LiveId" clId="{11CB3E86-BE7D-4F66-A2F5-6FBB7427C924}" dt="2024-10-15T03:58:26.243" v="5204" actId="20577"/>
          <ac:spMkLst>
            <pc:docMk/>
            <pc:sldMk cId="27266747" sldId="770"/>
            <ac:spMk id="3074" creationId="{28895004-FA8E-C24E-595A-1BE98733574D}"/>
          </ac:spMkLst>
        </pc:spChg>
        <pc:picChg chg="add mod">
          <ac:chgData name="Hasan Jamal" userId="6724a5da2ffd1b8f" providerId="LiveId" clId="{11CB3E86-BE7D-4F66-A2F5-6FBB7427C924}" dt="2024-10-15T04:03:49.895" v="5746" actId="1076"/>
          <ac:picMkLst>
            <pc:docMk/>
            <pc:sldMk cId="27266747" sldId="770"/>
            <ac:picMk id="4" creationId="{B821C3D1-E60E-6988-EEE0-0167A9A874EA}"/>
          </ac:picMkLst>
        </pc:picChg>
      </pc:sldChg>
      <pc:sldChg chg="add">
        <pc:chgData name="Hasan Jamal" userId="6724a5da2ffd1b8f" providerId="LiveId" clId="{11CB3E86-BE7D-4F66-A2F5-6FBB7427C924}" dt="2024-10-14T07:46:56.926" v="4762" actId="2890"/>
        <pc:sldMkLst>
          <pc:docMk/>
          <pc:sldMk cId="339803846" sldId="771"/>
        </pc:sldMkLst>
      </pc:sldChg>
      <pc:sldChg chg="modSp add del mod">
        <pc:chgData name="Hasan Jamal" userId="6724a5da2ffd1b8f" providerId="LiveId" clId="{11CB3E86-BE7D-4F66-A2F5-6FBB7427C924}" dt="2024-10-14T07:39:00.795" v="4599" actId="47"/>
        <pc:sldMkLst>
          <pc:docMk/>
          <pc:sldMk cId="2745058078" sldId="771"/>
        </pc:sldMkLst>
        <pc:spChg chg="mod">
          <ac:chgData name="Hasan Jamal" userId="6724a5da2ffd1b8f" providerId="LiveId" clId="{11CB3E86-BE7D-4F66-A2F5-6FBB7427C924}" dt="2024-10-14T07:38:47.404" v="4598" actId="6549"/>
          <ac:spMkLst>
            <pc:docMk/>
            <pc:sldMk cId="2745058078" sldId="771"/>
            <ac:spMk id="12" creationId="{11A72B9A-0674-378C-A581-D33B13F97BC6}"/>
          </ac:spMkLst>
        </pc:spChg>
      </pc:sldChg>
      <pc:sldChg chg="addSp modSp add mod ord">
        <pc:chgData name="Hasan Jamal" userId="6724a5da2ffd1b8f" providerId="LiveId" clId="{11CB3E86-BE7D-4F66-A2F5-6FBB7427C924}" dt="2024-10-15T04:17:52.659" v="6690"/>
        <pc:sldMkLst>
          <pc:docMk/>
          <pc:sldMk cId="1687372234" sldId="772"/>
        </pc:sldMkLst>
        <pc:spChg chg="mod">
          <ac:chgData name="Hasan Jamal" userId="6724a5da2ffd1b8f" providerId="LiveId" clId="{11CB3E86-BE7D-4F66-A2F5-6FBB7427C924}" dt="2024-10-15T04:10:54.451" v="6164" actId="255"/>
          <ac:spMkLst>
            <pc:docMk/>
            <pc:sldMk cId="1687372234" sldId="772"/>
            <ac:spMk id="12" creationId="{E844AFD4-32CC-F741-9E27-FD6364A20FC5}"/>
          </ac:spMkLst>
        </pc:spChg>
        <pc:spChg chg="mod">
          <ac:chgData name="Hasan Jamal" userId="6724a5da2ffd1b8f" providerId="LiveId" clId="{11CB3E86-BE7D-4F66-A2F5-6FBB7427C924}" dt="2024-10-15T04:06:05.315" v="5754"/>
          <ac:spMkLst>
            <pc:docMk/>
            <pc:sldMk cId="1687372234" sldId="772"/>
            <ac:spMk id="3074" creationId="{8D6DA7EF-9F85-6F20-DFC3-A082DED7FC1B}"/>
          </ac:spMkLst>
        </pc:spChg>
        <pc:picChg chg="add mod">
          <ac:chgData name="Hasan Jamal" userId="6724a5da2ffd1b8f" providerId="LiveId" clId="{11CB3E86-BE7D-4F66-A2F5-6FBB7427C924}" dt="2024-10-15T04:11:02.837" v="6185" actId="1035"/>
          <ac:picMkLst>
            <pc:docMk/>
            <pc:sldMk cId="1687372234" sldId="772"/>
            <ac:picMk id="4" creationId="{16097D15-8E46-C09D-E1A6-0A4908910035}"/>
          </ac:picMkLst>
        </pc:picChg>
      </pc:sldChg>
      <pc:sldChg chg="modSp add mod ord">
        <pc:chgData name="Hasan Jamal" userId="6724a5da2ffd1b8f" providerId="LiveId" clId="{11CB3E86-BE7D-4F66-A2F5-6FBB7427C924}" dt="2024-10-15T04:18:01.885" v="6692"/>
        <pc:sldMkLst>
          <pc:docMk/>
          <pc:sldMk cId="3911897175" sldId="773"/>
        </pc:sldMkLst>
        <pc:spChg chg="mod">
          <ac:chgData name="Hasan Jamal" userId="6724a5da2ffd1b8f" providerId="LiveId" clId="{11CB3E86-BE7D-4F66-A2F5-6FBB7427C924}" dt="2024-10-15T04:17:20.774" v="6686" actId="20577"/>
          <ac:spMkLst>
            <pc:docMk/>
            <pc:sldMk cId="3911897175" sldId="773"/>
            <ac:spMk id="12" creationId="{CABC23B9-6F22-EA6E-ADD9-AE4A4A777307}"/>
          </ac:spMkLst>
        </pc:spChg>
        <pc:spChg chg="mod">
          <ac:chgData name="Hasan Jamal" userId="6724a5da2ffd1b8f" providerId="LiveId" clId="{11CB3E86-BE7D-4F66-A2F5-6FBB7427C924}" dt="2024-10-15T04:13:34.415" v="6211" actId="20577"/>
          <ac:spMkLst>
            <pc:docMk/>
            <pc:sldMk cId="3911897175" sldId="773"/>
            <ac:spMk id="3074" creationId="{2FC76B37-CB50-27E8-0915-A78B1FF96E9E}"/>
          </ac:spMkLst>
        </pc:spChg>
      </pc:sldChg>
      <pc:sldChg chg="addSp delSp modSp add mod">
        <pc:chgData name="Hasan Jamal" userId="6724a5da2ffd1b8f" providerId="LiveId" clId="{11CB3E86-BE7D-4F66-A2F5-6FBB7427C924}" dt="2024-10-15T04:26:17.242" v="6718" actId="20577"/>
        <pc:sldMkLst>
          <pc:docMk/>
          <pc:sldMk cId="1378240526" sldId="774"/>
        </pc:sldMkLst>
        <pc:spChg chg="add del mod">
          <ac:chgData name="Hasan Jamal" userId="6724a5da2ffd1b8f" providerId="LiveId" clId="{11CB3E86-BE7D-4F66-A2F5-6FBB7427C924}" dt="2024-10-15T04:25:35.219" v="6696" actId="478"/>
          <ac:spMkLst>
            <pc:docMk/>
            <pc:sldMk cId="1378240526" sldId="774"/>
            <ac:spMk id="4" creationId="{A4943046-254D-FE2D-99B3-C03FE937627C}"/>
          </ac:spMkLst>
        </pc:spChg>
        <pc:spChg chg="mod">
          <ac:chgData name="Hasan Jamal" userId="6724a5da2ffd1b8f" providerId="LiveId" clId="{11CB3E86-BE7D-4F66-A2F5-6FBB7427C924}" dt="2024-10-15T04:26:17.242" v="6718" actId="20577"/>
          <ac:spMkLst>
            <pc:docMk/>
            <pc:sldMk cId="1378240526" sldId="774"/>
            <ac:spMk id="12" creationId="{935E8703-ECE5-6AA6-29CE-29F46BC1B2E4}"/>
          </ac:spMkLst>
        </pc:spChg>
        <pc:spChg chg="del">
          <ac:chgData name="Hasan Jamal" userId="6724a5da2ffd1b8f" providerId="LiveId" clId="{11CB3E86-BE7D-4F66-A2F5-6FBB7427C924}" dt="2024-10-15T04:25:32.141" v="6695" actId="478"/>
          <ac:spMkLst>
            <pc:docMk/>
            <pc:sldMk cId="1378240526" sldId="774"/>
            <ac:spMk id="3074" creationId="{6472FFEC-3E8F-8C76-02E1-A5837310072E}"/>
          </ac:spMkLst>
        </pc:spChg>
      </pc:sldChg>
      <pc:sldChg chg="modSp add mod">
        <pc:chgData name="Hasan Jamal" userId="6724a5da2ffd1b8f" providerId="LiveId" clId="{11CB3E86-BE7D-4F66-A2F5-6FBB7427C924}" dt="2024-10-15T04:28:31.619" v="6758" actId="14100"/>
        <pc:sldMkLst>
          <pc:docMk/>
          <pc:sldMk cId="645116250" sldId="775"/>
        </pc:sldMkLst>
        <pc:spChg chg="mod">
          <ac:chgData name="Hasan Jamal" userId="6724a5da2ffd1b8f" providerId="LiveId" clId="{11CB3E86-BE7D-4F66-A2F5-6FBB7427C924}" dt="2024-10-15T04:28:31.619" v="6758" actId="14100"/>
          <ac:spMkLst>
            <pc:docMk/>
            <pc:sldMk cId="645116250" sldId="775"/>
            <ac:spMk id="12" creationId="{612E525D-9786-1390-8C99-6C04EE486F98}"/>
          </ac:spMkLst>
        </pc:spChg>
        <pc:spChg chg="mod">
          <ac:chgData name="Hasan Jamal" userId="6724a5da2ffd1b8f" providerId="LiveId" clId="{11CB3E86-BE7D-4F66-A2F5-6FBB7427C924}" dt="2024-10-15T04:26:28.322" v="6737" actId="20577"/>
          <ac:spMkLst>
            <pc:docMk/>
            <pc:sldMk cId="645116250" sldId="775"/>
            <ac:spMk id="3074" creationId="{EC6492DD-CB37-10AB-56EC-0634F980473F}"/>
          </ac:spMkLst>
        </pc:spChg>
      </pc:sldChg>
      <pc:sldChg chg="modSp add mod">
        <pc:chgData name="Hasan Jamal" userId="6724a5da2ffd1b8f" providerId="LiveId" clId="{11CB3E86-BE7D-4F66-A2F5-6FBB7427C924}" dt="2024-10-15T04:30:09.226" v="6779" actId="20577"/>
        <pc:sldMkLst>
          <pc:docMk/>
          <pc:sldMk cId="4246138628" sldId="776"/>
        </pc:sldMkLst>
        <pc:spChg chg="mod">
          <ac:chgData name="Hasan Jamal" userId="6724a5da2ffd1b8f" providerId="LiveId" clId="{11CB3E86-BE7D-4F66-A2F5-6FBB7427C924}" dt="2024-10-15T04:30:09.226" v="6779" actId="20577"/>
          <ac:spMkLst>
            <pc:docMk/>
            <pc:sldMk cId="4246138628" sldId="776"/>
            <ac:spMk id="12" creationId="{AD917347-FDF4-1B8A-E3B9-F9C8204B72A2}"/>
          </ac:spMkLst>
        </pc:spChg>
        <pc:spChg chg="mod">
          <ac:chgData name="Hasan Jamal" userId="6724a5da2ffd1b8f" providerId="LiveId" clId="{11CB3E86-BE7D-4F66-A2F5-6FBB7427C924}" dt="2024-10-15T04:28:49.318" v="6761" actId="20577"/>
          <ac:spMkLst>
            <pc:docMk/>
            <pc:sldMk cId="4246138628" sldId="776"/>
            <ac:spMk id="3074" creationId="{3DB9140A-9013-EC4B-2C56-25A7261BC63C}"/>
          </ac:spMkLst>
        </pc:spChg>
      </pc:sldChg>
      <pc:sldChg chg="addSp delSp modSp add mod">
        <pc:chgData name="Hasan Jamal" userId="6724a5da2ffd1b8f" providerId="LiveId" clId="{11CB3E86-BE7D-4F66-A2F5-6FBB7427C924}" dt="2024-10-15T04:32:14.827" v="6818" actId="1076"/>
        <pc:sldMkLst>
          <pc:docMk/>
          <pc:sldMk cId="691721652" sldId="777"/>
        </pc:sldMkLst>
        <pc:spChg chg="del">
          <ac:chgData name="Hasan Jamal" userId="6724a5da2ffd1b8f" providerId="LiveId" clId="{11CB3E86-BE7D-4F66-A2F5-6FBB7427C924}" dt="2024-10-15T04:30:31.336" v="6787" actId="478"/>
          <ac:spMkLst>
            <pc:docMk/>
            <pc:sldMk cId="691721652" sldId="777"/>
            <ac:spMk id="12" creationId="{66A354F0-77D3-D8DC-1B2A-DFBCE9174BCC}"/>
          </ac:spMkLst>
        </pc:spChg>
        <pc:spChg chg="mod">
          <ac:chgData name="Hasan Jamal" userId="6724a5da2ffd1b8f" providerId="LiveId" clId="{11CB3E86-BE7D-4F66-A2F5-6FBB7427C924}" dt="2024-10-15T04:30:28.555" v="6786" actId="20577"/>
          <ac:spMkLst>
            <pc:docMk/>
            <pc:sldMk cId="691721652" sldId="777"/>
            <ac:spMk id="3074" creationId="{E99AD31D-4FD7-EFDE-ADDD-1024C851DCE1}"/>
          </ac:spMkLst>
        </pc:spChg>
        <pc:spChg chg="add mod">
          <ac:chgData name="Hasan Jamal" userId="6724a5da2ffd1b8f" providerId="LiveId" clId="{11CB3E86-BE7D-4F66-A2F5-6FBB7427C924}" dt="2024-10-15T04:32:07.499" v="6817" actId="1076"/>
          <ac:spMkLst>
            <pc:docMk/>
            <pc:sldMk cId="691721652" sldId="777"/>
            <ac:spMk id="65538" creationId="{B97D95DB-777A-482C-BA27-4C2D3C6CA8AF}"/>
          </ac:spMkLst>
        </pc:spChg>
        <pc:spChg chg="add mod">
          <ac:chgData name="Hasan Jamal" userId="6724a5da2ffd1b8f" providerId="LiveId" clId="{11CB3E86-BE7D-4F66-A2F5-6FBB7427C924}" dt="2024-10-15T04:32:14.827" v="6818" actId="1076"/>
          <ac:spMkLst>
            <pc:docMk/>
            <pc:sldMk cId="691721652" sldId="777"/>
            <ac:spMk id="67586" creationId="{DE0BE125-B65D-4233-99FB-D540D5E26A70}"/>
          </ac:spMkLst>
        </pc:spChg>
      </pc:sldChg>
      <pc:sldChg chg="modSp add mod">
        <pc:chgData name="Hasan Jamal" userId="6724a5da2ffd1b8f" providerId="LiveId" clId="{11CB3E86-BE7D-4F66-A2F5-6FBB7427C924}" dt="2024-10-15T04:34:56.353" v="6861" actId="6549"/>
        <pc:sldMkLst>
          <pc:docMk/>
          <pc:sldMk cId="1906655242" sldId="778"/>
        </pc:sldMkLst>
        <pc:spChg chg="mod">
          <ac:chgData name="Hasan Jamal" userId="6724a5da2ffd1b8f" providerId="LiveId" clId="{11CB3E86-BE7D-4F66-A2F5-6FBB7427C924}" dt="2024-10-15T04:34:56.353" v="6861" actId="6549"/>
          <ac:spMkLst>
            <pc:docMk/>
            <pc:sldMk cId="1906655242" sldId="778"/>
            <ac:spMk id="12" creationId="{447D15D0-A37F-A2B3-ACDD-1C446244C559}"/>
          </ac:spMkLst>
        </pc:spChg>
        <pc:spChg chg="mod">
          <ac:chgData name="Hasan Jamal" userId="6724a5da2ffd1b8f" providerId="LiveId" clId="{11CB3E86-BE7D-4F66-A2F5-6FBB7427C924}" dt="2024-10-15T04:32:58.782" v="6843" actId="20577"/>
          <ac:spMkLst>
            <pc:docMk/>
            <pc:sldMk cId="1906655242" sldId="778"/>
            <ac:spMk id="3074" creationId="{0BC7027E-C484-5F23-1E1B-1C2F454A9334}"/>
          </ac:spMkLst>
        </pc:spChg>
      </pc:sldChg>
      <pc:sldChg chg="addSp delSp modSp add mod">
        <pc:chgData name="Hasan Jamal" userId="6724a5da2ffd1b8f" providerId="LiveId" clId="{11CB3E86-BE7D-4F66-A2F5-6FBB7427C924}" dt="2024-10-15T04:38:02.270" v="6950" actId="1037"/>
        <pc:sldMkLst>
          <pc:docMk/>
          <pc:sldMk cId="2127213877" sldId="779"/>
        </pc:sldMkLst>
        <pc:spChg chg="del">
          <ac:chgData name="Hasan Jamal" userId="6724a5da2ffd1b8f" providerId="LiveId" clId="{11CB3E86-BE7D-4F66-A2F5-6FBB7427C924}" dt="2024-10-15T04:35:18.891" v="6867" actId="478"/>
          <ac:spMkLst>
            <pc:docMk/>
            <pc:sldMk cId="2127213877" sldId="779"/>
            <ac:spMk id="12" creationId="{AED0D02A-5BC6-35AC-3EFB-13671A2D7863}"/>
          </ac:spMkLst>
        </pc:spChg>
        <pc:spChg chg="mod">
          <ac:chgData name="Hasan Jamal" userId="6724a5da2ffd1b8f" providerId="LiveId" clId="{11CB3E86-BE7D-4F66-A2F5-6FBB7427C924}" dt="2024-10-15T04:35:16.414" v="6866" actId="20577"/>
          <ac:spMkLst>
            <pc:docMk/>
            <pc:sldMk cId="2127213877" sldId="779"/>
            <ac:spMk id="3074" creationId="{358A6DF8-8115-727B-44E1-E6612637CBA3}"/>
          </ac:spMkLst>
        </pc:spChg>
        <pc:spChg chg="add mod">
          <ac:chgData name="Hasan Jamal" userId="6724a5da2ffd1b8f" providerId="LiveId" clId="{11CB3E86-BE7D-4F66-A2F5-6FBB7427C924}" dt="2024-10-15T04:38:02.270" v="6950" actId="1037"/>
          <ac:spMkLst>
            <pc:docMk/>
            <pc:sldMk cId="2127213877" sldId="779"/>
            <ac:spMk id="104450" creationId="{9965A94C-BC3D-4A28-8EC9-9D5F7E2964D7}"/>
          </ac:spMkLst>
        </pc:spChg>
        <pc:spChg chg="add mod">
          <ac:chgData name="Hasan Jamal" userId="6724a5da2ffd1b8f" providerId="LiveId" clId="{11CB3E86-BE7D-4F66-A2F5-6FBB7427C924}" dt="2024-10-15T04:37:55.568" v="6941" actId="1035"/>
          <ac:spMkLst>
            <pc:docMk/>
            <pc:sldMk cId="2127213877" sldId="779"/>
            <ac:spMk id="106498" creationId="{2E06EF5B-FE80-44B3-BB02-57C4BE650B77}"/>
          </ac:spMkLst>
        </pc:spChg>
      </pc:sldChg>
      <pc:sldChg chg="addSp modSp add mod">
        <pc:chgData name="Hasan Jamal" userId="6724a5da2ffd1b8f" providerId="LiveId" clId="{11CB3E86-BE7D-4F66-A2F5-6FBB7427C924}" dt="2024-10-15T04:39:54.785" v="6966" actId="1076"/>
        <pc:sldMkLst>
          <pc:docMk/>
          <pc:sldMk cId="24471386" sldId="780"/>
        </pc:sldMkLst>
        <pc:spChg chg="mod">
          <ac:chgData name="Hasan Jamal" userId="6724a5da2ffd1b8f" providerId="LiveId" clId="{11CB3E86-BE7D-4F66-A2F5-6FBB7427C924}" dt="2024-10-15T04:39:47.693" v="6964" actId="14100"/>
          <ac:spMkLst>
            <pc:docMk/>
            <pc:sldMk cId="24471386" sldId="780"/>
            <ac:spMk id="12" creationId="{D3251E00-3AFE-26A2-AE37-2898CD0CC78D}"/>
          </ac:spMkLst>
        </pc:spChg>
        <pc:spChg chg="mod">
          <ac:chgData name="Hasan Jamal" userId="6724a5da2ffd1b8f" providerId="LiveId" clId="{11CB3E86-BE7D-4F66-A2F5-6FBB7427C924}" dt="2024-10-15T04:38:42.737" v="6952"/>
          <ac:spMkLst>
            <pc:docMk/>
            <pc:sldMk cId="24471386" sldId="780"/>
            <ac:spMk id="3074" creationId="{E4A359F5-EA2A-E6D2-4B0B-78B2B432FA73}"/>
          </ac:spMkLst>
        </pc:spChg>
        <pc:spChg chg="add mod">
          <ac:chgData name="Hasan Jamal" userId="6724a5da2ffd1b8f" providerId="LiveId" clId="{11CB3E86-BE7D-4F66-A2F5-6FBB7427C924}" dt="2024-10-15T04:39:30.253" v="6960"/>
          <ac:spMkLst>
            <pc:docMk/>
            <pc:sldMk cId="24471386" sldId="780"/>
            <ac:spMk id="76802" creationId="{A98C968A-AF4F-450D-BAED-792FA6118868}"/>
          </ac:spMkLst>
        </pc:spChg>
        <pc:picChg chg="add mod">
          <ac:chgData name="Hasan Jamal" userId="6724a5da2ffd1b8f" providerId="LiveId" clId="{11CB3E86-BE7D-4F66-A2F5-6FBB7427C924}" dt="2024-10-15T04:39:54.785" v="6966" actId="1076"/>
          <ac:picMkLst>
            <pc:docMk/>
            <pc:sldMk cId="24471386" sldId="780"/>
            <ac:picMk id="2" creationId="{DF01EFD5-3757-4F74-AA03-D72BD6418113}"/>
          </ac:picMkLst>
        </pc:picChg>
        <pc:picChg chg="add mod">
          <ac:chgData name="Hasan Jamal" userId="6724a5da2ffd1b8f" providerId="LiveId" clId="{11CB3E86-BE7D-4F66-A2F5-6FBB7427C924}" dt="2024-10-15T04:39:30.253" v="6960"/>
          <ac:picMkLst>
            <pc:docMk/>
            <pc:sldMk cId="24471386" sldId="780"/>
            <ac:picMk id="76803" creationId="{DF01EFD5-3757-4F74-AA03-D72BD6418113}"/>
          </ac:picMkLst>
        </pc:picChg>
      </pc:sldChg>
      <pc:sldChg chg="addSp delSp modSp add mod">
        <pc:chgData name="Hasan Jamal" userId="6724a5da2ffd1b8f" providerId="LiveId" clId="{11CB3E86-BE7D-4F66-A2F5-6FBB7427C924}" dt="2024-10-15T04:41:27.703" v="6987" actId="1036"/>
        <pc:sldMkLst>
          <pc:docMk/>
          <pc:sldMk cId="2308921762" sldId="781"/>
        </pc:sldMkLst>
        <pc:spChg chg="mod">
          <ac:chgData name="Hasan Jamal" userId="6724a5da2ffd1b8f" providerId="LiveId" clId="{11CB3E86-BE7D-4F66-A2F5-6FBB7427C924}" dt="2024-10-15T04:41:16.720" v="6980" actId="14100"/>
          <ac:spMkLst>
            <pc:docMk/>
            <pc:sldMk cId="2308921762" sldId="781"/>
            <ac:spMk id="12" creationId="{94863DE1-44B6-5BAD-1AA7-8F11E5C78164}"/>
          </ac:spMkLst>
        </pc:spChg>
        <pc:picChg chg="del">
          <ac:chgData name="Hasan Jamal" userId="6724a5da2ffd1b8f" providerId="LiveId" clId="{11CB3E86-BE7D-4F66-A2F5-6FBB7427C924}" dt="2024-10-15T04:41:02.369" v="6977" actId="478"/>
          <ac:picMkLst>
            <pc:docMk/>
            <pc:sldMk cId="2308921762" sldId="781"/>
            <ac:picMk id="2" creationId="{47894340-427C-89FA-240A-95FA8828714C}"/>
          </ac:picMkLst>
        </pc:picChg>
        <pc:picChg chg="add mod">
          <ac:chgData name="Hasan Jamal" userId="6724a5da2ffd1b8f" providerId="LiveId" clId="{11CB3E86-BE7D-4F66-A2F5-6FBB7427C924}" dt="2024-10-15T04:41:27.703" v="6987" actId="1036"/>
          <ac:picMkLst>
            <pc:docMk/>
            <pc:sldMk cId="2308921762" sldId="781"/>
            <ac:picMk id="77827" creationId="{CDFC70F4-8A1C-480B-820D-DE1F116FFD4D}"/>
          </ac:picMkLst>
        </pc:picChg>
      </pc:sldChg>
    </pc:docChg>
  </pc:docChgLst>
  <pc:docChgLst>
    <pc:chgData name="Hasan Jamal" userId="6724a5da2ffd1b8f" providerId="LiveId" clId="{0C177C6E-E5F3-4BD7-A9C3-3F2F65AA2CAB}"/>
    <pc:docChg chg="undo redo custSel addSld delSld modSld sldOrd">
      <pc:chgData name="Hasan Jamal" userId="6724a5da2ffd1b8f" providerId="LiveId" clId="{0C177C6E-E5F3-4BD7-A9C3-3F2F65AA2CAB}" dt="2024-11-14T10:50:55.514" v="13390"/>
      <pc:docMkLst>
        <pc:docMk/>
      </pc:docMkLst>
      <pc:sldChg chg="del">
        <pc:chgData name="Hasan Jamal" userId="6724a5da2ffd1b8f" providerId="LiveId" clId="{0C177C6E-E5F3-4BD7-A9C3-3F2F65AA2CAB}" dt="2024-10-21T05:58:44.746" v="7074" actId="47"/>
        <pc:sldMkLst>
          <pc:docMk/>
          <pc:sldMk cId="3038414083" sldId="633"/>
        </pc:sldMkLst>
      </pc:sldChg>
      <pc:sldChg chg="addSp modSp mod">
        <pc:chgData name="Hasan Jamal" userId="6724a5da2ffd1b8f" providerId="LiveId" clId="{0C177C6E-E5F3-4BD7-A9C3-3F2F65AA2CAB}" dt="2024-10-21T12:52:06.091" v="11231" actId="6549"/>
        <pc:sldMkLst>
          <pc:docMk/>
          <pc:sldMk cId="728946806" sldId="665"/>
        </pc:sldMkLst>
        <pc:spChg chg="add mod">
          <ac:chgData name="Hasan Jamal" userId="6724a5da2ffd1b8f" providerId="LiveId" clId="{0C177C6E-E5F3-4BD7-A9C3-3F2F65AA2CAB}" dt="2024-10-21T12:52:06.091" v="11231" actId="6549"/>
          <ac:spMkLst>
            <pc:docMk/>
            <pc:sldMk cId="728946806" sldId="665"/>
            <ac:spMk id="2" creationId="{435D4243-23AB-B0DB-E5F0-53389CB5704C}"/>
          </ac:spMkLst>
        </pc:spChg>
        <pc:spChg chg="mod">
          <ac:chgData name="Hasan Jamal" userId="6724a5da2ffd1b8f" providerId="LiveId" clId="{0C177C6E-E5F3-4BD7-A9C3-3F2F65AA2CAB}" dt="2024-10-21T12:49:14.591" v="11171" actId="255"/>
          <ac:spMkLst>
            <pc:docMk/>
            <pc:sldMk cId="728946806" sldId="665"/>
            <ac:spMk id="12" creationId="{A773B303-CEA4-39FE-8190-A77ECCC638B8}"/>
          </ac:spMkLst>
        </pc:spChg>
        <pc:spChg chg="mod">
          <ac:chgData name="Hasan Jamal" userId="6724a5da2ffd1b8f" providerId="LiveId" clId="{0C177C6E-E5F3-4BD7-A9C3-3F2F65AA2CAB}" dt="2024-10-21T12:44:50.191" v="11055" actId="20577"/>
          <ac:spMkLst>
            <pc:docMk/>
            <pc:sldMk cId="728946806" sldId="665"/>
            <ac:spMk id="3074" creationId="{00000000-0000-0000-0000-000000000000}"/>
          </ac:spMkLst>
        </pc:spChg>
      </pc:sldChg>
      <pc:sldChg chg="del ord">
        <pc:chgData name="Hasan Jamal" userId="6724a5da2ffd1b8f" providerId="LiveId" clId="{0C177C6E-E5F3-4BD7-A9C3-3F2F65AA2CAB}" dt="2024-10-21T13:01:21.410" v="11241" actId="2696"/>
        <pc:sldMkLst>
          <pc:docMk/>
          <pc:sldMk cId="223256564" sldId="679"/>
        </pc:sldMkLst>
      </pc:sldChg>
      <pc:sldChg chg="addSp delSp modSp mod">
        <pc:chgData name="Hasan Jamal" userId="6724a5da2ffd1b8f" providerId="LiveId" clId="{0C177C6E-E5F3-4BD7-A9C3-3F2F65AA2CAB}" dt="2024-10-21T05:44:01.153" v="6846" actId="20577"/>
        <pc:sldMkLst>
          <pc:docMk/>
          <pc:sldMk cId="2875525734" sldId="687"/>
        </pc:sldMkLst>
        <pc:spChg chg="add mod">
          <ac:chgData name="Hasan Jamal" userId="6724a5da2ffd1b8f" providerId="LiveId" clId="{0C177C6E-E5F3-4BD7-A9C3-3F2F65AA2CAB}" dt="2024-10-21T05:44:01.153" v="6846" actId="20577"/>
          <ac:spMkLst>
            <pc:docMk/>
            <pc:sldMk cId="2875525734" sldId="687"/>
            <ac:spMk id="4" creationId="{C69BE06D-A220-AA0B-AC32-235D90D3A7FE}"/>
          </ac:spMkLst>
        </pc:spChg>
        <pc:spChg chg="mod">
          <ac:chgData name="Hasan Jamal" userId="6724a5da2ffd1b8f" providerId="LiveId" clId="{0C177C6E-E5F3-4BD7-A9C3-3F2F65AA2CAB}" dt="2024-10-21T04:47:24.123" v="5367" actId="21"/>
          <ac:spMkLst>
            <pc:docMk/>
            <pc:sldMk cId="2875525734" sldId="687"/>
            <ac:spMk id="12" creationId="{A773B303-CEA4-39FE-8190-A77ECCC638B8}"/>
          </ac:spMkLst>
        </pc:spChg>
        <pc:spChg chg="mod">
          <ac:chgData name="Hasan Jamal" userId="6724a5da2ffd1b8f" providerId="LiveId" clId="{0C177C6E-E5F3-4BD7-A9C3-3F2F65AA2CAB}" dt="2024-10-21T04:50:52.037" v="5416" actId="20577"/>
          <ac:spMkLst>
            <pc:docMk/>
            <pc:sldMk cId="2875525734" sldId="687"/>
            <ac:spMk id="3074" creationId="{00000000-0000-0000-0000-000000000000}"/>
          </ac:spMkLst>
        </pc:spChg>
        <pc:graphicFrameChg chg="del">
          <ac:chgData name="Hasan Jamal" userId="6724a5da2ffd1b8f" providerId="LiveId" clId="{0C177C6E-E5F3-4BD7-A9C3-3F2F65AA2CAB}" dt="2024-10-21T04:49:18.414" v="5402" actId="21"/>
          <ac:graphicFrameMkLst>
            <pc:docMk/>
            <pc:sldMk cId="2875525734" sldId="687"/>
            <ac:graphicFrameMk id="2" creationId="{CE2AFFC6-7616-0313-6E71-348D29B74948}"/>
          </ac:graphicFrameMkLst>
        </pc:graphicFrameChg>
      </pc:sldChg>
      <pc:sldChg chg="modSp mod">
        <pc:chgData name="Hasan Jamal" userId="6724a5da2ffd1b8f" providerId="LiveId" clId="{0C177C6E-E5F3-4BD7-A9C3-3F2F65AA2CAB}" dt="2024-10-21T05:01:07.756" v="5704" actId="6549"/>
        <pc:sldMkLst>
          <pc:docMk/>
          <pc:sldMk cId="1292484748" sldId="688"/>
        </pc:sldMkLst>
        <pc:spChg chg="mod">
          <ac:chgData name="Hasan Jamal" userId="6724a5da2ffd1b8f" providerId="LiveId" clId="{0C177C6E-E5F3-4BD7-A9C3-3F2F65AA2CAB}" dt="2024-10-21T05:01:07.756" v="5704" actId="6549"/>
          <ac:spMkLst>
            <pc:docMk/>
            <pc:sldMk cId="1292484748" sldId="688"/>
            <ac:spMk id="12" creationId="{A773B303-CEA4-39FE-8190-A77ECCC638B8}"/>
          </ac:spMkLst>
        </pc:spChg>
        <pc:spChg chg="mod">
          <ac:chgData name="Hasan Jamal" userId="6724a5da2ffd1b8f" providerId="LiveId" clId="{0C177C6E-E5F3-4BD7-A9C3-3F2F65AA2CAB}" dt="2024-10-21T04:54:39.275" v="5577" actId="20577"/>
          <ac:spMkLst>
            <pc:docMk/>
            <pc:sldMk cId="1292484748" sldId="688"/>
            <ac:spMk id="3074" creationId="{00000000-0000-0000-0000-000000000000}"/>
          </ac:spMkLst>
        </pc:spChg>
      </pc:sldChg>
      <pc:sldChg chg="del">
        <pc:chgData name="Hasan Jamal" userId="6724a5da2ffd1b8f" providerId="LiveId" clId="{0C177C6E-E5F3-4BD7-A9C3-3F2F65AA2CAB}" dt="2024-10-21T13:01:21.410" v="11241" actId="2696"/>
        <pc:sldMkLst>
          <pc:docMk/>
          <pc:sldMk cId="219062299" sldId="690"/>
        </pc:sldMkLst>
      </pc:sldChg>
      <pc:sldChg chg="del">
        <pc:chgData name="Hasan Jamal" userId="6724a5da2ffd1b8f" providerId="LiveId" clId="{0C177C6E-E5F3-4BD7-A9C3-3F2F65AA2CAB}" dt="2024-10-21T13:01:21.410" v="11241" actId="2696"/>
        <pc:sldMkLst>
          <pc:docMk/>
          <pc:sldMk cId="2201822341" sldId="695"/>
        </pc:sldMkLst>
      </pc:sldChg>
      <pc:sldChg chg="modSp modAnim">
        <pc:chgData name="Hasan Jamal" userId="6724a5da2ffd1b8f" providerId="LiveId" clId="{0C177C6E-E5F3-4BD7-A9C3-3F2F65AA2CAB}" dt="2024-10-17T13:20:00.757" v="138" actId="20577"/>
        <pc:sldMkLst>
          <pc:docMk/>
          <pc:sldMk cId="98211189" sldId="723"/>
        </pc:sldMkLst>
        <pc:spChg chg="mod">
          <ac:chgData name="Hasan Jamal" userId="6724a5da2ffd1b8f" providerId="LiveId" clId="{0C177C6E-E5F3-4BD7-A9C3-3F2F65AA2CAB}" dt="2024-10-17T13:20:00.757" v="138" actId="20577"/>
          <ac:spMkLst>
            <pc:docMk/>
            <pc:sldMk cId="98211189" sldId="723"/>
            <ac:spMk id="12" creationId="{A773B303-CEA4-39FE-8190-A77ECCC638B8}"/>
          </ac:spMkLst>
        </pc:spChg>
      </pc:sldChg>
      <pc:sldChg chg="modAnim">
        <pc:chgData name="Hasan Jamal" userId="6724a5da2ffd1b8f" providerId="LiveId" clId="{0C177C6E-E5F3-4BD7-A9C3-3F2F65AA2CAB}" dt="2024-10-22T05:11:52.882" v="12029"/>
        <pc:sldMkLst>
          <pc:docMk/>
          <pc:sldMk cId="1102760886" sldId="726"/>
        </pc:sldMkLst>
      </pc:sldChg>
      <pc:sldChg chg="modSp mod modAnim">
        <pc:chgData name="Hasan Jamal" userId="6724a5da2ffd1b8f" providerId="LiveId" clId="{0C177C6E-E5F3-4BD7-A9C3-3F2F65AA2CAB}" dt="2024-10-22T06:56:47.458" v="12035" actId="6549"/>
        <pc:sldMkLst>
          <pc:docMk/>
          <pc:sldMk cId="3325734656" sldId="729"/>
        </pc:sldMkLst>
        <pc:spChg chg="mod">
          <ac:chgData name="Hasan Jamal" userId="6724a5da2ffd1b8f" providerId="LiveId" clId="{0C177C6E-E5F3-4BD7-A9C3-3F2F65AA2CAB}" dt="2024-10-22T06:56:47.458" v="12035" actId="6549"/>
          <ac:spMkLst>
            <pc:docMk/>
            <pc:sldMk cId="3325734656" sldId="729"/>
            <ac:spMk id="12" creationId="{A773B303-CEA4-39FE-8190-A77ECCC638B8}"/>
          </ac:spMkLst>
        </pc:spChg>
      </pc:sldChg>
      <pc:sldChg chg="del">
        <pc:chgData name="Hasan Jamal" userId="6724a5da2ffd1b8f" providerId="LiveId" clId="{0C177C6E-E5F3-4BD7-A9C3-3F2F65AA2CAB}" dt="2024-10-21T13:01:21.410" v="11241" actId="2696"/>
        <pc:sldMkLst>
          <pc:docMk/>
          <pc:sldMk cId="1650502878" sldId="730"/>
        </pc:sldMkLst>
      </pc:sldChg>
      <pc:sldChg chg="del">
        <pc:chgData name="Hasan Jamal" userId="6724a5da2ffd1b8f" providerId="LiveId" clId="{0C177C6E-E5F3-4BD7-A9C3-3F2F65AA2CAB}" dt="2024-10-21T05:58:40.442" v="7073" actId="47"/>
        <pc:sldMkLst>
          <pc:docMk/>
          <pc:sldMk cId="2766406494" sldId="732"/>
        </pc:sldMkLst>
      </pc:sldChg>
      <pc:sldChg chg="addSp delSp modSp del mod modAnim">
        <pc:chgData name="Hasan Jamal" userId="6724a5da2ffd1b8f" providerId="LiveId" clId="{0C177C6E-E5F3-4BD7-A9C3-3F2F65AA2CAB}" dt="2024-10-22T04:39:29.211" v="11999" actId="47"/>
        <pc:sldMkLst>
          <pc:docMk/>
          <pc:sldMk cId="2200015123" sldId="751"/>
        </pc:sldMkLst>
        <pc:spChg chg="mod">
          <ac:chgData name="Hasan Jamal" userId="6724a5da2ffd1b8f" providerId="LiveId" clId="{0C177C6E-E5F3-4BD7-A9C3-3F2F65AA2CAB}" dt="2024-10-22T04:38:36.874" v="11989" actId="21"/>
          <ac:spMkLst>
            <pc:docMk/>
            <pc:sldMk cId="2200015123" sldId="751"/>
            <ac:spMk id="12" creationId="{A773B303-CEA4-39FE-8190-A77ECCC638B8}"/>
          </ac:spMkLst>
        </pc:spChg>
        <pc:spChg chg="mod">
          <ac:chgData name="Hasan Jamal" userId="6724a5da2ffd1b8f" providerId="LiveId" clId="{0C177C6E-E5F3-4BD7-A9C3-3F2F65AA2CAB}" dt="2024-10-22T04:39:19.786" v="11997" actId="21"/>
          <ac:spMkLst>
            <pc:docMk/>
            <pc:sldMk cId="2200015123" sldId="751"/>
            <ac:spMk id="3074" creationId="{00000000-0000-0000-0000-000000000000}"/>
          </ac:spMkLst>
        </pc:spChg>
        <pc:picChg chg="add del mod">
          <ac:chgData name="Hasan Jamal" userId="6724a5da2ffd1b8f" providerId="LiveId" clId="{0C177C6E-E5F3-4BD7-A9C3-3F2F65AA2CAB}" dt="2024-10-22T04:38:52.817" v="11992" actId="21"/>
          <ac:picMkLst>
            <pc:docMk/>
            <pc:sldMk cId="2200015123" sldId="751"/>
            <ac:picMk id="6" creationId="{76521A0C-7DF5-886F-0A19-27F7E49AE47E}"/>
          </ac:picMkLst>
        </pc:picChg>
      </pc:sldChg>
      <pc:sldChg chg="modSp ord modAnim">
        <pc:chgData name="Hasan Jamal" userId="6724a5da2ffd1b8f" providerId="LiveId" clId="{0C177C6E-E5F3-4BD7-A9C3-3F2F65AA2CAB}" dt="2024-11-14T10:50:55.514" v="13390"/>
        <pc:sldMkLst>
          <pc:docMk/>
          <pc:sldMk cId="612253287" sldId="782"/>
        </pc:sldMkLst>
        <pc:spChg chg="mod">
          <ac:chgData name="Hasan Jamal" userId="6724a5da2ffd1b8f" providerId="LiveId" clId="{0C177C6E-E5F3-4BD7-A9C3-3F2F65AA2CAB}" dt="2024-10-21T12:54:10.983" v="11232" actId="33524"/>
          <ac:spMkLst>
            <pc:docMk/>
            <pc:sldMk cId="612253287" sldId="782"/>
            <ac:spMk id="12" creationId="{40340007-372F-C7D4-3056-56D5EBF0DE43}"/>
          </ac:spMkLst>
        </pc:spChg>
      </pc:sldChg>
      <pc:sldChg chg="delSp modSp del mod">
        <pc:chgData name="Hasan Jamal" userId="6724a5da2ffd1b8f" providerId="LiveId" clId="{0C177C6E-E5F3-4BD7-A9C3-3F2F65AA2CAB}" dt="2024-10-20T14:48:12.273" v="907" actId="47"/>
        <pc:sldMkLst>
          <pc:docMk/>
          <pc:sldMk cId="4152514301" sldId="786"/>
        </pc:sldMkLst>
        <pc:spChg chg="mod">
          <ac:chgData name="Hasan Jamal" userId="6724a5da2ffd1b8f" providerId="LiveId" clId="{0C177C6E-E5F3-4BD7-A9C3-3F2F65AA2CAB}" dt="2024-10-20T14:45:15.904" v="873" actId="21"/>
          <ac:spMkLst>
            <pc:docMk/>
            <pc:sldMk cId="4152514301" sldId="786"/>
            <ac:spMk id="12" creationId="{CAE9669F-A601-53A3-AB75-73C397A31EF9}"/>
          </ac:spMkLst>
        </pc:spChg>
        <pc:graphicFrameChg chg="del">
          <ac:chgData name="Hasan Jamal" userId="6724a5da2ffd1b8f" providerId="LiveId" clId="{0C177C6E-E5F3-4BD7-A9C3-3F2F65AA2CAB}" dt="2024-10-20T14:45:12.420" v="872" actId="478"/>
          <ac:graphicFrameMkLst>
            <pc:docMk/>
            <pc:sldMk cId="4152514301" sldId="786"/>
            <ac:graphicFrameMk id="2" creationId="{03F43AB8-8297-453A-04F9-2A56A6322FAE}"/>
          </ac:graphicFrameMkLst>
        </pc:graphicFrameChg>
      </pc:sldChg>
      <pc:sldChg chg="delSp modSp mod">
        <pc:chgData name="Hasan Jamal" userId="6724a5da2ffd1b8f" providerId="LiveId" clId="{0C177C6E-E5F3-4BD7-A9C3-3F2F65AA2CAB}" dt="2024-10-21T05:45:01.607" v="6859" actId="20577"/>
        <pc:sldMkLst>
          <pc:docMk/>
          <pc:sldMk cId="3638753230" sldId="787"/>
        </pc:sldMkLst>
        <pc:spChg chg="mod">
          <ac:chgData name="Hasan Jamal" userId="6724a5da2ffd1b8f" providerId="LiveId" clId="{0C177C6E-E5F3-4BD7-A9C3-3F2F65AA2CAB}" dt="2024-10-21T05:45:01.607" v="6859" actId="20577"/>
          <ac:spMkLst>
            <pc:docMk/>
            <pc:sldMk cId="3638753230" sldId="787"/>
            <ac:spMk id="12" creationId="{B7CAE453-E4EB-BAA8-087A-AFB19AE4B98C}"/>
          </ac:spMkLst>
        </pc:spChg>
        <pc:spChg chg="mod">
          <ac:chgData name="Hasan Jamal" userId="6724a5da2ffd1b8f" providerId="LiveId" clId="{0C177C6E-E5F3-4BD7-A9C3-3F2F65AA2CAB}" dt="2024-10-21T05:23:56.290" v="6207" actId="20577"/>
          <ac:spMkLst>
            <pc:docMk/>
            <pc:sldMk cId="3638753230" sldId="787"/>
            <ac:spMk id="3074" creationId="{F453EDA6-2CB9-4130-4661-1DC9DECFE661}"/>
          </ac:spMkLst>
        </pc:spChg>
        <pc:graphicFrameChg chg="del">
          <ac:chgData name="Hasan Jamal" userId="6724a5da2ffd1b8f" providerId="LiveId" clId="{0C177C6E-E5F3-4BD7-A9C3-3F2F65AA2CAB}" dt="2024-10-21T05:25:00.693" v="6209" actId="478"/>
          <ac:graphicFrameMkLst>
            <pc:docMk/>
            <pc:sldMk cId="3638753230" sldId="787"/>
            <ac:graphicFrameMk id="2" creationId="{D3CABE39-EAB7-744C-A204-62C9BE5EA105}"/>
          </ac:graphicFrameMkLst>
        </pc:graphicFrameChg>
      </pc:sldChg>
      <pc:sldChg chg="modSp del mod">
        <pc:chgData name="Hasan Jamal" userId="6724a5da2ffd1b8f" providerId="LiveId" clId="{0C177C6E-E5F3-4BD7-A9C3-3F2F65AA2CAB}" dt="2024-10-21T05:52:22.837" v="6971" actId="47"/>
        <pc:sldMkLst>
          <pc:docMk/>
          <pc:sldMk cId="4204198911" sldId="788"/>
        </pc:sldMkLst>
        <pc:spChg chg="mod">
          <ac:chgData name="Hasan Jamal" userId="6724a5da2ffd1b8f" providerId="LiveId" clId="{0C177C6E-E5F3-4BD7-A9C3-3F2F65AA2CAB}" dt="2024-10-21T05:52:01.401" v="6963" actId="21"/>
          <ac:spMkLst>
            <pc:docMk/>
            <pc:sldMk cId="4204198911" sldId="788"/>
            <ac:spMk id="12" creationId="{947600FA-ACC1-14D5-8850-781C92F32AFE}"/>
          </ac:spMkLst>
        </pc:spChg>
      </pc:sldChg>
      <pc:sldChg chg="modSp mod modAnim">
        <pc:chgData name="Hasan Jamal" userId="6724a5da2ffd1b8f" providerId="LiveId" clId="{0C177C6E-E5F3-4BD7-A9C3-3F2F65AA2CAB}" dt="2024-10-25T17:52:41.449" v="13387" actId="20577"/>
        <pc:sldMkLst>
          <pc:docMk/>
          <pc:sldMk cId="953277210" sldId="789"/>
        </pc:sldMkLst>
        <pc:spChg chg="mod">
          <ac:chgData name="Hasan Jamal" userId="6724a5da2ffd1b8f" providerId="LiveId" clId="{0C177C6E-E5F3-4BD7-A9C3-3F2F65AA2CAB}" dt="2024-10-25T17:52:41.449" v="13387" actId="20577"/>
          <ac:spMkLst>
            <pc:docMk/>
            <pc:sldMk cId="953277210" sldId="789"/>
            <ac:spMk id="6" creationId="{00000000-0000-0000-0000-000000000000}"/>
          </ac:spMkLst>
        </pc:spChg>
        <pc:spChg chg="mod">
          <ac:chgData name="Hasan Jamal" userId="6724a5da2ffd1b8f" providerId="LiveId" clId="{0C177C6E-E5F3-4BD7-A9C3-3F2F65AA2CAB}" dt="2024-10-21T05:56:26.625" v="7061" actId="1076"/>
          <ac:spMkLst>
            <pc:docMk/>
            <pc:sldMk cId="953277210" sldId="789"/>
            <ac:spMk id="8" creationId="{00000000-0000-0000-0000-000000000000}"/>
          </ac:spMkLst>
        </pc:spChg>
        <pc:spChg chg="mod">
          <ac:chgData name="Hasan Jamal" userId="6724a5da2ffd1b8f" providerId="LiveId" clId="{0C177C6E-E5F3-4BD7-A9C3-3F2F65AA2CAB}" dt="2024-10-21T05:56:20.009" v="7060" actId="255"/>
          <ac:spMkLst>
            <pc:docMk/>
            <pc:sldMk cId="953277210" sldId="789"/>
            <ac:spMk id="12" creationId="{4F44D2A7-DEEA-1DD8-70E0-DF45EF8E19D6}"/>
          </ac:spMkLst>
        </pc:spChg>
        <pc:spChg chg="mod">
          <ac:chgData name="Hasan Jamal" userId="6724a5da2ffd1b8f" providerId="LiveId" clId="{0C177C6E-E5F3-4BD7-A9C3-3F2F65AA2CAB}" dt="2024-10-21T05:52:39.833" v="6984" actId="20577"/>
          <ac:spMkLst>
            <pc:docMk/>
            <pc:sldMk cId="953277210" sldId="789"/>
            <ac:spMk id="3074" creationId="{3D54CF2C-632C-D02B-54ED-018AD56595ED}"/>
          </ac:spMkLst>
        </pc:spChg>
        <pc:grpChg chg="mod">
          <ac:chgData name="Hasan Jamal" userId="6724a5da2ffd1b8f" providerId="LiveId" clId="{0C177C6E-E5F3-4BD7-A9C3-3F2F65AA2CAB}" dt="2024-10-21T05:56:26.625" v="7061" actId="1076"/>
          <ac:grpSpMkLst>
            <pc:docMk/>
            <pc:sldMk cId="953277210" sldId="789"/>
            <ac:grpSpMk id="9" creationId="{00000000-0000-0000-0000-000000000000}"/>
          </ac:grpSpMkLst>
        </pc:grpChg>
      </pc:sldChg>
      <pc:sldChg chg="modSp mod">
        <pc:chgData name="Hasan Jamal" userId="6724a5da2ffd1b8f" providerId="LiveId" clId="{0C177C6E-E5F3-4BD7-A9C3-3F2F65AA2CAB}" dt="2024-10-21T05:57:14.322" v="7072" actId="20577"/>
        <pc:sldMkLst>
          <pc:docMk/>
          <pc:sldMk cId="2783443465" sldId="790"/>
        </pc:sldMkLst>
        <pc:spChg chg="mod">
          <ac:chgData name="Hasan Jamal" userId="6724a5da2ffd1b8f" providerId="LiveId" clId="{0C177C6E-E5F3-4BD7-A9C3-3F2F65AA2CAB}" dt="2024-10-21T05:57:14.322" v="7072" actId="20577"/>
          <ac:spMkLst>
            <pc:docMk/>
            <pc:sldMk cId="2783443465" sldId="790"/>
            <ac:spMk id="3074" creationId="{11B9D5DB-18B2-EE4F-D41B-218F0A55A263}"/>
          </ac:spMkLst>
        </pc:spChg>
      </pc:sldChg>
      <pc:sldChg chg="del ord">
        <pc:chgData name="Hasan Jamal" userId="6724a5da2ffd1b8f" providerId="LiveId" clId="{0C177C6E-E5F3-4BD7-A9C3-3F2F65AA2CAB}" dt="2024-10-21T13:01:21.410" v="11241" actId="2696"/>
        <pc:sldMkLst>
          <pc:docMk/>
          <pc:sldMk cId="467896520" sldId="793"/>
        </pc:sldMkLst>
      </pc:sldChg>
      <pc:sldChg chg="del">
        <pc:chgData name="Hasan Jamal" userId="6724a5da2ffd1b8f" providerId="LiveId" clId="{0C177C6E-E5F3-4BD7-A9C3-3F2F65AA2CAB}" dt="2024-10-22T04:55:36.266" v="12006" actId="47"/>
        <pc:sldMkLst>
          <pc:docMk/>
          <pc:sldMk cId="1492874776" sldId="794"/>
        </pc:sldMkLst>
      </pc:sldChg>
      <pc:sldChg chg="modSp mod">
        <pc:chgData name="Hasan Jamal" userId="6724a5da2ffd1b8f" providerId="LiveId" clId="{0C177C6E-E5F3-4BD7-A9C3-3F2F65AA2CAB}" dt="2024-10-22T04:29:39.053" v="11916" actId="27636"/>
        <pc:sldMkLst>
          <pc:docMk/>
          <pc:sldMk cId="651830277" sldId="796"/>
        </pc:sldMkLst>
        <pc:spChg chg="mod">
          <ac:chgData name="Hasan Jamal" userId="6724a5da2ffd1b8f" providerId="LiveId" clId="{0C177C6E-E5F3-4BD7-A9C3-3F2F65AA2CAB}" dt="2024-10-22T04:29:39.053" v="11916" actId="27636"/>
          <ac:spMkLst>
            <pc:docMk/>
            <pc:sldMk cId="651830277" sldId="796"/>
            <ac:spMk id="12" creationId="{3CFA7423-F578-3CE0-EE80-20A3FAEE6484}"/>
          </ac:spMkLst>
        </pc:spChg>
        <pc:spChg chg="mod">
          <ac:chgData name="Hasan Jamal" userId="6724a5da2ffd1b8f" providerId="LiveId" clId="{0C177C6E-E5F3-4BD7-A9C3-3F2F65AA2CAB}" dt="2024-10-22T04:22:17.024" v="11564" actId="20577"/>
          <ac:spMkLst>
            <pc:docMk/>
            <pc:sldMk cId="651830277" sldId="796"/>
            <ac:spMk id="3074" creationId="{1E80AB78-DF4F-CE1E-15FB-C4133CBB2E5E}"/>
          </ac:spMkLst>
        </pc:spChg>
      </pc:sldChg>
      <pc:sldChg chg="modAnim">
        <pc:chgData name="Hasan Jamal" userId="6724a5da2ffd1b8f" providerId="LiveId" clId="{0C177C6E-E5F3-4BD7-A9C3-3F2F65AA2CAB}" dt="2024-10-22T04:59:13.501" v="12009"/>
        <pc:sldMkLst>
          <pc:docMk/>
          <pc:sldMk cId="694793788" sldId="798"/>
        </pc:sldMkLst>
      </pc:sldChg>
      <pc:sldChg chg="modAnim">
        <pc:chgData name="Hasan Jamal" userId="6724a5da2ffd1b8f" providerId="LiveId" clId="{0C177C6E-E5F3-4BD7-A9C3-3F2F65AA2CAB}" dt="2024-10-22T05:03:50.828" v="12012"/>
        <pc:sldMkLst>
          <pc:docMk/>
          <pc:sldMk cId="2321442274" sldId="802"/>
        </pc:sldMkLst>
      </pc:sldChg>
      <pc:sldChg chg="modSp mod">
        <pc:chgData name="Hasan Jamal" userId="6724a5da2ffd1b8f" providerId="LiveId" clId="{0C177C6E-E5F3-4BD7-A9C3-3F2F65AA2CAB}" dt="2024-10-22T05:04:50.758" v="12025" actId="1038"/>
        <pc:sldMkLst>
          <pc:docMk/>
          <pc:sldMk cId="525096735" sldId="803"/>
        </pc:sldMkLst>
        <pc:spChg chg="mod">
          <ac:chgData name="Hasan Jamal" userId="6724a5da2ffd1b8f" providerId="LiveId" clId="{0C177C6E-E5F3-4BD7-A9C3-3F2F65AA2CAB}" dt="2024-10-22T05:04:42.398" v="12016" actId="14100"/>
          <ac:spMkLst>
            <pc:docMk/>
            <pc:sldMk cId="525096735" sldId="803"/>
            <ac:spMk id="12" creationId="{814FE0E4-5D96-EA17-3D0B-DB9601BAA923}"/>
          </ac:spMkLst>
        </pc:spChg>
        <pc:picChg chg="mod">
          <ac:chgData name="Hasan Jamal" userId="6724a5da2ffd1b8f" providerId="LiveId" clId="{0C177C6E-E5F3-4BD7-A9C3-3F2F65AA2CAB}" dt="2024-10-22T05:04:50.758" v="12025" actId="1038"/>
          <ac:picMkLst>
            <pc:docMk/>
            <pc:sldMk cId="525096735" sldId="803"/>
            <ac:picMk id="4" creationId="{044BF991-5CA4-9C32-6464-AEE824E72D0D}"/>
          </ac:picMkLst>
        </pc:picChg>
      </pc:sldChg>
      <pc:sldChg chg="addSp delSp modSp mod modAnim">
        <pc:chgData name="Hasan Jamal" userId="6724a5da2ffd1b8f" providerId="LiveId" clId="{0C177C6E-E5F3-4BD7-A9C3-3F2F65AA2CAB}" dt="2024-10-20T18:05:43.487" v="4982"/>
        <pc:sldMkLst>
          <pc:docMk/>
          <pc:sldMk cId="3124739223" sldId="804"/>
        </pc:sldMkLst>
        <pc:spChg chg="mod">
          <ac:chgData name="Hasan Jamal" userId="6724a5da2ffd1b8f" providerId="LiveId" clId="{0C177C6E-E5F3-4BD7-A9C3-3F2F65AA2CAB}" dt="2024-10-20T18:03:57.357" v="4968" actId="1036"/>
          <ac:spMkLst>
            <pc:docMk/>
            <pc:sldMk cId="3124739223" sldId="804"/>
            <ac:spMk id="5" creationId="{00000000-0000-0000-0000-000000000000}"/>
          </ac:spMkLst>
        </pc:spChg>
        <pc:spChg chg="mod">
          <ac:chgData name="Hasan Jamal" userId="6724a5da2ffd1b8f" providerId="LiveId" clId="{0C177C6E-E5F3-4BD7-A9C3-3F2F65AA2CAB}" dt="2024-10-20T18:03:57.357" v="4968" actId="1036"/>
          <ac:spMkLst>
            <pc:docMk/>
            <pc:sldMk cId="3124739223" sldId="804"/>
            <ac:spMk id="7" creationId="{00000000-0000-0000-0000-000000000000}"/>
          </ac:spMkLst>
        </pc:spChg>
        <pc:spChg chg="mod topLvl">
          <ac:chgData name="Hasan Jamal" userId="6724a5da2ffd1b8f" providerId="LiveId" clId="{0C177C6E-E5F3-4BD7-A9C3-3F2F65AA2CAB}" dt="2024-10-20T18:05:10.302" v="4979" actId="164"/>
          <ac:spMkLst>
            <pc:docMk/>
            <pc:sldMk cId="3124739223" sldId="804"/>
            <ac:spMk id="8" creationId="{00000000-0000-0000-0000-000000000000}"/>
          </ac:spMkLst>
        </pc:spChg>
        <pc:spChg chg="mod topLvl">
          <ac:chgData name="Hasan Jamal" userId="6724a5da2ffd1b8f" providerId="LiveId" clId="{0C177C6E-E5F3-4BD7-A9C3-3F2F65AA2CAB}" dt="2024-10-20T18:05:10.302" v="4979" actId="164"/>
          <ac:spMkLst>
            <pc:docMk/>
            <pc:sldMk cId="3124739223" sldId="804"/>
            <ac:spMk id="9" creationId="{00000000-0000-0000-0000-000000000000}"/>
          </ac:spMkLst>
        </pc:spChg>
        <pc:spChg chg="mod topLvl">
          <ac:chgData name="Hasan Jamal" userId="6724a5da2ffd1b8f" providerId="LiveId" clId="{0C177C6E-E5F3-4BD7-A9C3-3F2F65AA2CAB}" dt="2024-10-20T18:05:10.302" v="4979" actId="164"/>
          <ac:spMkLst>
            <pc:docMk/>
            <pc:sldMk cId="3124739223" sldId="804"/>
            <ac:spMk id="10" creationId="{00000000-0000-0000-0000-000000000000}"/>
          </ac:spMkLst>
        </pc:spChg>
        <pc:spChg chg="mod">
          <ac:chgData name="Hasan Jamal" userId="6724a5da2ffd1b8f" providerId="LiveId" clId="{0C177C6E-E5F3-4BD7-A9C3-3F2F65AA2CAB}" dt="2024-10-17T12:41:46.384" v="1" actId="20577"/>
          <ac:spMkLst>
            <pc:docMk/>
            <pc:sldMk cId="3124739223" sldId="804"/>
            <ac:spMk id="12" creationId="{54301DFC-F6A3-ED8A-6FC2-67D93A8EB176}"/>
          </ac:spMkLst>
        </pc:spChg>
        <pc:grpChg chg="del mod">
          <ac:chgData name="Hasan Jamal" userId="6724a5da2ffd1b8f" providerId="LiveId" clId="{0C177C6E-E5F3-4BD7-A9C3-3F2F65AA2CAB}" dt="2024-10-20T18:04:06.118" v="4971" actId="165"/>
          <ac:grpSpMkLst>
            <pc:docMk/>
            <pc:sldMk cId="3124739223" sldId="804"/>
            <ac:grpSpMk id="2" creationId="{F0542D21-248E-3AC9-3E86-4E09817E8078}"/>
          </ac:grpSpMkLst>
        </pc:grpChg>
        <pc:grpChg chg="add mod">
          <ac:chgData name="Hasan Jamal" userId="6724a5da2ffd1b8f" providerId="LiveId" clId="{0C177C6E-E5F3-4BD7-A9C3-3F2F65AA2CAB}" dt="2024-10-20T18:05:10.302" v="4979" actId="164"/>
          <ac:grpSpMkLst>
            <pc:docMk/>
            <pc:sldMk cId="3124739223" sldId="804"/>
            <ac:grpSpMk id="4" creationId="{B0599170-9C3F-90BA-E37E-D970163DBBA7}"/>
          </ac:grpSpMkLst>
        </pc:grpChg>
      </pc:sldChg>
      <pc:sldChg chg="delSp modSp del mod">
        <pc:chgData name="Hasan Jamal" userId="6724a5da2ffd1b8f" providerId="LiveId" clId="{0C177C6E-E5F3-4BD7-A9C3-3F2F65AA2CAB}" dt="2024-10-17T13:23:19.931" v="181" actId="47"/>
        <pc:sldMkLst>
          <pc:docMk/>
          <pc:sldMk cId="221630755" sldId="805"/>
        </pc:sldMkLst>
        <pc:picChg chg="del mod">
          <ac:chgData name="Hasan Jamal" userId="6724a5da2ffd1b8f" providerId="LiveId" clId="{0C177C6E-E5F3-4BD7-A9C3-3F2F65AA2CAB}" dt="2024-10-17T13:22:37.441" v="162" actId="21"/>
          <ac:picMkLst>
            <pc:docMk/>
            <pc:sldMk cId="221630755" sldId="805"/>
            <ac:picMk id="6" creationId="{76521A0C-7DF5-886F-0A19-27F7E49AE47E}"/>
          </ac:picMkLst>
        </pc:picChg>
      </pc:sldChg>
      <pc:sldChg chg="delSp modSp mod delAnim modAnim">
        <pc:chgData name="Hasan Jamal" userId="6724a5da2ffd1b8f" providerId="LiveId" clId="{0C177C6E-E5F3-4BD7-A9C3-3F2F65AA2CAB}" dt="2024-10-22T06:04:44.661" v="12034" actId="20577"/>
        <pc:sldMkLst>
          <pc:docMk/>
          <pc:sldMk cId="2434505501" sldId="806"/>
        </pc:sldMkLst>
        <pc:spChg chg="mod">
          <ac:chgData name="Hasan Jamal" userId="6724a5da2ffd1b8f" providerId="LiveId" clId="{0C177C6E-E5F3-4BD7-A9C3-3F2F65AA2CAB}" dt="2024-10-17T13:15:18.652" v="16" actId="20577"/>
          <ac:spMkLst>
            <pc:docMk/>
            <pc:sldMk cId="2434505501" sldId="806"/>
            <ac:spMk id="2" creationId="{5579411A-8BFE-BBFE-6EFD-0F011654C1B0}"/>
          </ac:spMkLst>
        </pc:spChg>
        <pc:spChg chg="mod">
          <ac:chgData name="Hasan Jamal" userId="6724a5da2ffd1b8f" providerId="LiveId" clId="{0C177C6E-E5F3-4BD7-A9C3-3F2F65AA2CAB}" dt="2024-10-17T13:15:22.229" v="17" actId="20577"/>
          <ac:spMkLst>
            <pc:docMk/>
            <pc:sldMk cId="2434505501" sldId="806"/>
            <ac:spMk id="4" creationId="{55D8DB12-D63C-DAFC-586A-6B9AF60A1B6F}"/>
          </ac:spMkLst>
        </pc:spChg>
        <pc:spChg chg="mod">
          <ac:chgData name="Hasan Jamal" userId="6724a5da2ffd1b8f" providerId="LiveId" clId="{0C177C6E-E5F3-4BD7-A9C3-3F2F65AA2CAB}" dt="2024-10-17T13:15:09.390" v="11" actId="20577"/>
          <ac:spMkLst>
            <pc:docMk/>
            <pc:sldMk cId="2434505501" sldId="806"/>
            <ac:spMk id="5" creationId="{58D7E82D-BFEE-ECBF-D3D2-81658C2022D4}"/>
          </ac:spMkLst>
        </pc:spChg>
        <pc:spChg chg="mod">
          <ac:chgData name="Hasan Jamal" userId="6724a5da2ffd1b8f" providerId="LiveId" clId="{0C177C6E-E5F3-4BD7-A9C3-3F2F65AA2CAB}" dt="2024-10-17T13:15:02.891" v="9" actId="20577"/>
          <ac:spMkLst>
            <pc:docMk/>
            <pc:sldMk cId="2434505501" sldId="806"/>
            <ac:spMk id="6" creationId="{226EA5A8-0459-8159-51C9-7FFE1CCFA233}"/>
          </ac:spMkLst>
        </pc:spChg>
        <pc:spChg chg="mod">
          <ac:chgData name="Hasan Jamal" userId="6724a5da2ffd1b8f" providerId="LiveId" clId="{0C177C6E-E5F3-4BD7-A9C3-3F2F65AA2CAB}" dt="2024-10-17T13:15:06.187" v="10" actId="20577"/>
          <ac:spMkLst>
            <pc:docMk/>
            <pc:sldMk cId="2434505501" sldId="806"/>
            <ac:spMk id="7" creationId="{7A5B66F5-E78A-276E-E3C8-66401F3C90ED}"/>
          </ac:spMkLst>
        </pc:spChg>
        <pc:spChg chg="mod">
          <ac:chgData name="Hasan Jamal" userId="6724a5da2ffd1b8f" providerId="LiveId" clId="{0C177C6E-E5F3-4BD7-A9C3-3F2F65AA2CAB}" dt="2024-10-22T06:04:44.661" v="12034" actId="20577"/>
          <ac:spMkLst>
            <pc:docMk/>
            <pc:sldMk cId="2434505501" sldId="806"/>
            <ac:spMk id="12" creationId="{28F7E2F0-50DD-93F0-99AC-658E8CB73B35}"/>
          </ac:spMkLst>
        </pc:spChg>
        <pc:picChg chg="del mod">
          <ac:chgData name="Hasan Jamal" userId="6724a5da2ffd1b8f" providerId="LiveId" clId="{0C177C6E-E5F3-4BD7-A9C3-3F2F65AA2CAB}" dt="2024-10-17T13:14:51.975" v="6" actId="478"/>
          <ac:picMkLst>
            <pc:docMk/>
            <pc:sldMk cId="2434505501" sldId="806"/>
            <ac:picMk id="9" creationId="{65599177-1694-7690-87AF-B7AC9050E57E}"/>
          </ac:picMkLst>
        </pc:picChg>
        <pc:picChg chg="del">
          <ac:chgData name="Hasan Jamal" userId="6724a5da2ffd1b8f" providerId="LiveId" clId="{0C177C6E-E5F3-4BD7-A9C3-3F2F65AA2CAB}" dt="2024-10-17T13:14:51.975" v="6" actId="478"/>
          <ac:picMkLst>
            <pc:docMk/>
            <pc:sldMk cId="2434505501" sldId="806"/>
            <ac:picMk id="11" creationId="{71690B18-461A-027F-210F-17AD79A41B6A}"/>
          </ac:picMkLst>
        </pc:picChg>
      </pc:sldChg>
      <pc:sldChg chg="del">
        <pc:chgData name="Hasan Jamal" userId="6724a5da2ffd1b8f" providerId="LiveId" clId="{0C177C6E-E5F3-4BD7-A9C3-3F2F65AA2CAB}" dt="2024-10-17T13:20:09.047" v="139" actId="47"/>
        <pc:sldMkLst>
          <pc:docMk/>
          <pc:sldMk cId="1333554890" sldId="807"/>
        </pc:sldMkLst>
      </pc:sldChg>
      <pc:sldChg chg="modSp mod">
        <pc:chgData name="Hasan Jamal" userId="6724a5da2ffd1b8f" providerId="LiveId" clId="{0C177C6E-E5F3-4BD7-A9C3-3F2F65AA2CAB}" dt="2024-10-17T13:24:33.881" v="207"/>
        <pc:sldMkLst>
          <pc:docMk/>
          <pc:sldMk cId="3520491377" sldId="808"/>
        </pc:sldMkLst>
        <pc:spChg chg="mod">
          <ac:chgData name="Hasan Jamal" userId="6724a5da2ffd1b8f" providerId="LiveId" clId="{0C177C6E-E5F3-4BD7-A9C3-3F2F65AA2CAB}" dt="2024-10-17T12:43:10.679" v="4" actId="20577"/>
          <ac:spMkLst>
            <pc:docMk/>
            <pc:sldMk cId="3520491377" sldId="808"/>
            <ac:spMk id="6" creationId="{9900D349-5660-9D0A-B6A4-490334E726CC}"/>
          </ac:spMkLst>
        </pc:spChg>
        <pc:spChg chg="mod">
          <ac:chgData name="Hasan Jamal" userId="6724a5da2ffd1b8f" providerId="LiveId" clId="{0C177C6E-E5F3-4BD7-A9C3-3F2F65AA2CAB}" dt="2024-10-17T13:24:33.881" v="207"/>
          <ac:spMkLst>
            <pc:docMk/>
            <pc:sldMk cId="3520491377" sldId="808"/>
            <ac:spMk id="12" creationId="{499226E8-2D4B-9DF3-A5F3-FC1D530980FD}"/>
          </ac:spMkLst>
        </pc:spChg>
      </pc:sldChg>
      <pc:sldChg chg="modSp add mod">
        <pc:chgData name="Hasan Jamal" userId="6724a5da2ffd1b8f" providerId="LiveId" clId="{0C177C6E-E5F3-4BD7-A9C3-3F2F65AA2CAB}" dt="2024-10-20T14:36:15.503" v="749" actId="6549"/>
        <pc:sldMkLst>
          <pc:docMk/>
          <pc:sldMk cId="3031527186" sldId="809"/>
        </pc:sldMkLst>
        <pc:spChg chg="mod">
          <ac:chgData name="Hasan Jamal" userId="6724a5da2ffd1b8f" providerId="LiveId" clId="{0C177C6E-E5F3-4BD7-A9C3-3F2F65AA2CAB}" dt="2024-10-20T14:36:15.503" v="749" actId="6549"/>
          <ac:spMkLst>
            <pc:docMk/>
            <pc:sldMk cId="3031527186" sldId="809"/>
            <ac:spMk id="12" creationId="{FD027DCF-1F18-79C7-E904-B6B9B4F6432D}"/>
          </ac:spMkLst>
        </pc:spChg>
      </pc:sldChg>
      <pc:sldChg chg="delSp modSp add mod ord modAnim">
        <pc:chgData name="Hasan Jamal" userId="6724a5da2ffd1b8f" providerId="LiveId" clId="{0C177C6E-E5F3-4BD7-A9C3-3F2F65AA2CAB}" dt="2024-10-25T17:44:15.262" v="13385" actId="14734"/>
        <pc:sldMkLst>
          <pc:docMk/>
          <pc:sldMk cId="3512164281" sldId="810"/>
        </pc:sldMkLst>
        <pc:spChg chg="mod">
          <ac:chgData name="Hasan Jamal" userId="6724a5da2ffd1b8f" providerId="LiveId" clId="{0C177C6E-E5F3-4BD7-A9C3-3F2F65AA2CAB}" dt="2024-10-22T06:59:22.823" v="12068" actId="113"/>
          <ac:spMkLst>
            <pc:docMk/>
            <pc:sldMk cId="3512164281" sldId="810"/>
            <ac:spMk id="12" creationId="{502BF15C-1DCC-F704-61D6-46E15878BFEB}"/>
          </ac:spMkLst>
        </pc:spChg>
        <pc:spChg chg="mod">
          <ac:chgData name="Hasan Jamal" userId="6724a5da2ffd1b8f" providerId="LiveId" clId="{0C177C6E-E5F3-4BD7-A9C3-3F2F65AA2CAB}" dt="2024-10-20T14:37:26.558" v="751" actId="20577"/>
          <ac:spMkLst>
            <pc:docMk/>
            <pc:sldMk cId="3512164281" sldId="810"/>
            <ac:spMk id="3074" creationId="{9076245F-BF14-E2FC-E7C4-51187707B72C}"/>
          </ac:spMkLst>
        </pc:spChg>
        <pc:grpChg chg="del">
          <ac:chgData name="Hasan Jamal" userId="6724a5da2ffd1b8f" providerId="LiveId" clId="{0C177C6E-E5F3-4BD7-A9C3-3F2F65AA2CAB}" dt="2024-10-20T14:37:41.490" v="754" actId="478"/>
          <ac:grpSpMkLst>
            <pc:docMk/>
            <pc:sldMk cId="3512164281" sldId="810"/>
            <ac:grpSpMk id="4" creationId="{FAAE9B8B-832E-8159-CE45-61BD30B79FF8}"/>
          </ac:grpSpMkLst>
        </pc:grpChg>
        <pc:graphicFrameChg chg="mod modGraphic">
          <ac:chgData name="Hasan Jamal" userId="6724a5da2ffd1b8f" providerId="LiveId" clId="{0C177C6E-E5F3-4BD7-A9C3-3F2F65AA2CAB}" dt="2024-10-25T17:44:15.262" v="13385" actId="14734"/>
          <ac:graphicFrameMkLst>
            <pc:docMk/>
            <pc:sldMk cId="3512164281" sldId="810"/>
            <ac:graphicFrameMk id="2" creationId="{5046A3D8-ABB6-3B38-2858-36A3DF8D4310}"/>
          </ac:graphicFrameMkLst>
        </pc:graphicFrameChg>
      </pc:sldChg>
      <pc:sldChg chg="addSp delSp modSp add mod modAnim">
        <pc:chgData name="Hasan Jamal" userId="6724a5da2ffd1b8f" providerId="LiveId" clId="{0C177C6E-E5F3-4BD7-A9C3-3F2F65AA2CAB}" dt="2024-10-20T15:05:24.316" v="1424" actId="1035"/>
        <pc:sldMkLst>
          <pc:docMk/>
          <pc:sldMk cId="1402703582" sldId="811"/>
        </pc:sldMkLst>
        <pc:spChg chg="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2" creationId="{209FE6E6-039B-98E3-7021-2BBD7D25E853}"/>
          </ac:spMkLst>
        </pc:spChg>
        <pc:spChg chg="del">
          <ac:chgData name="Hasan Jamal" userId="6724a5da2ffd1b8f" providerId="LiveId" clId="{0C177C6E-E5F3-4BD7-A9C3-3F2F65AA2CAB}" dt="2024-10-20T14:52:53.629" v="974" actId="478"/>
          <ac:spMkLst>
            <pc:docMk/>
            <pc:sldMk cId="1402703582" sldId="811"/>
            <ac:spMk id="4" creationId="{33DBF6BA-0E6D-5095-3931-A3C62918AD11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5" creationId="{7419E5DC-C000-DEB6-AF40-ECEF76E90811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6" creationId="{8E08451A-DE6A-3D69-0AC5-C5C403AB3FC7}"/>
          </ac:spMkLst>
        </pc:spChg>
        <pc:spChg chg="add del mod">
          <ac:chgData name="Hasan Jamal" userId="6724a5da2ffd1b8f" providerId="LiveId" clId="{0C177C6E-E5F3-4BD7-A9C3-3F2F65AA2CAB}" dt="2024-10-20T15:00:19.976" v="1131" actId="478"/>
          <ac:spMkLst>
            <pc:docMk/>
            <pc:sldMk cId="1402703582" sldId="811"/>
            <ac:spMk id="7" creationId="{95FA69EB-9D9F-F411-06C9-1FAA0030B105}"/>
          </ac:spMkLst>
        </pc:spChg>
        <pc:spChg chg="add del mod">
          <ac:chgData name="Hasan Jamal" userId="6724a5da2ffd1b8f" providerId="LiveId" clId="{0C177C6E-E5F3-4BD7-A9C3-3F2F65AA2CAB}" dt="2024-10-20T14:58:46.003" v="1073" actId="478"/>
          <ac:spMkLst>
            <pc:docMk/>
            <pc:sldMk cId="1402703582" sldId="811"/>
            <ac:spMk id="8" creationId="{7D231E6F-76A9-E584-9D6F-F240E580B939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9" creationId="{8B34CAF4-5D67-DD0D-8993-CE3ABDC480E2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10" creationId="{A5AEBE25-8C55-1D00-4E5E-249A8DE7E195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11" creationId="{73CCC4D6-7B6A-B086-A1D8-442452CF7635}"/>
          </ac:spMkLst>
        </pc:spChg>
        <pc:spChg chg="mod">
          <ac:chgData name="Hasan Jamal" userId="6724a5da2ffd1b8f" providerId="LiveId" clId="{0C177C6E-E5F3-4BD7-A9C3-3F2F65AA2CAB}" dt="2024-10-20T15:05:24.316" v="1424" actId="1035"/>
          <ac:spMkLst>
            <pc:docMk/>
            <pc:sldMk cId="1402703582" sldId="811"/>
            <ac:spMk id="12" creationId="{3827D22A-C8EE-0429-3B8C-BE886F03B9FC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13" creationId="{BB54571C-0D95-CE36-9411-2A1225233C69}"/>
          </ac:spMkLst>
        </pc:spChg>
        <pc:spChg chg="mod">
          <ac:chgData name="Hasan Jamal" userId="6724a5da2ffd1b8f" providerId="LiveId" clId="{0C177C6E-E5F3-4BD7-A9C3-3F2F65AA2CAB}" dt="2024-10-20T14:50:29.010" v="919" actId="20577"/>
          <ac:spMkLst>
            <pc:docMk/>
            <pc:sldMk cId="1402703582" sldId="811"/>
            <ac:spMk id="3074" creationId="{51C4BDC5-9E81-64B6-3B3F-C90CE95BE4B4}"/>
          </ac:spMkLst>
        </pc:spChg>
        <pc:cxnChg chg="add mod">
          <ac:chgData name="Hasan Jamal" userId="6724a5da2ffd1b8f" providerId="LiveId" clId="{0C177C6E-E5F3-4BD7-A9C3-3F2F65AA2CAB}" dt="2024-10-20T15:05:18.982" v="1409" actId="1035"/>
          <ac:cxnSpMkLst>
            <pc:docMk/>
            <pc:sldMk cId="1402703582" sldId="811"/>
            <ac:cxnSpMk id="14" creationId="{1DAFBA2D-4077-7951-D29F-BCF7F2531B01}"/>
          </ac:cxnSpMkLst>
        </pc:cxnChg>
      </pc:sldChg>
      <pc:sldChg chg="addSp delSp modSp add mod delAnim modAnim">
        <pc:chgData name="Hasan Jamal" userId="6724a5da2ffd1b8f" providerId="LiveId" clId="{0C177C6E-E5F3-4BD7-A9C3-3F2F65AA2CAB}" dt="2024-10-22T07:00:52.074" v="12069"/>
        <pc:sldMkLst>
          <pc:docMk/>
          <pc:sldMk cId="1564862862" sldId="812"/>
        </pc:sldMkLst>
        <pc:spChg chg="mod ord">
          <ac:chgData name="Hasan Jamal" userId="6724a5da2ffd1b8f" providerId="LiveId" clId="{0C177C6E-E5F3-4BD7-A9C3-3F2F65AA2CAB}" dt="2024-10-20T15:17:43.649" v="1947" actId="1038"/>
          <ac:spMkLst>
            <pc:docMk/>
            <pc:sldMk cId="1564862862" sldId="812"/>
            <ac:spMk id="2" creationId="{80A28D07-BF25-4266-9282-8FDB1DB1750A}"/>
          </ac:spMkLst>
        </pc:spChg>
        <pc:spChg chg="add mod">
          <ac:chgData name="Hasan Jamal" userId="6724a5da2ffd1b8f" providerId="LiveId" clId="{0C177C6E-E5F3-4BD7-A9C3-3F2F65AA2CAB}" dt="2024-10-20T15:22:55.198" v="2130" actId="113"/>
          <ac:spMkLst>
            <pc:docMk/>
            <pc:sldMk cId="1564862862" sldId="812"/>
            <ac:spMk id="4" creationId="{DEFD1A7E-25C6-95B4-7133-F3E5C1087CBA}"/>
          </ac:spMkLst>
        </pc:spChg>
        <pc:spChg chg="mod ord">
          <ac:chgData name="Hasan Jamal" userId="6724a5da2ffd1b8f" providerId="LiveId" clId="{0C177C6E-E5F3-4BD7-A9C3-3F2F65AA2CAB}" dt="2024-10-20T15:17:49.930" v="1963" actId="1037"/>
          <ac:spMkLst>
            <pc:docMk/>
            <pc:sldMk cId="1564862862" sldId="812"/>
            <ac:spMk id="5" creationId="{2B0EE644-31AA-A998-474F-4EDF5A2E3E5F}"/>
          </ac:spMkLst>
        </pc:spChg>
        <pc:spChg chg="del">
          <ac:chgData name="Hasan Jamal" userId="6724a5da2ffd1b8f" providerId="LiveId" clId="{0C177C6E-E5F3-4BD7-A9C3-3F2F65AA2CAB}" dt="2024-10-20T15:08:30.976" v="1443" actId="478"/>
          <ac:spMkLst>
            <pc:docMk/>
            <pc:sldMk cId="1564862862" sldId="812"/>
            <ac:spMk id="6" creationId="{2102607D-D2E3-A8D7-8F86-78C3850FFB7C}"/>
          </ac:spMkLst>
        </pc:spChg>
        <pc:spChg chg="add del">
          <ac:chgData name="Hasan Jamal" userId="6724a5da2ffd1b8f" providerId="LiveId" clId="{0C177C6E-E5F3-4BD7-A9C3-3F2F65AA2CAB}" dt="2024-10-20T15:16:45.852" v="1846" actId="22"/>
          <ac:spMkLst>
            <pc:docMk/>
            <pc:sldMk cId="1564862862" sldId="812"/>
            <ac:spMk id="8" creationId="{74565741-E106-B7E4-FCF0-15E1D14FBB99}"/>
          </ac:spMkLst>
        </pc:spChg>
        <pc:spChg chg="del">
          <ac:chgData name="Hasan Jamal" userId="6724a5da2ffd1b8f" providerId="LiveId" clId="{0C177C6E-E5F3-4BD7-A9C3-3F2F65AA2CAB}" dt="2024-10-20T15:08:24.521" v="1442" actId="478"/>
          <ac:spMkLst>
            <pc:docMk/>
            <pc:sldMk cId="1564862862" sldId="812"/>
            <ac:spMk id="9" creationId="{877900D4-2986-C183-3516-D29A00983A64}"/>
          </ac:spMkLst>
        </pc:spChg>
        <pc:spChg chg="del">
          <ac:chgData name="Hasan Jamal" userId="6724a5da2ffd1b8f" providerId="LiveId" clId="{0C177C6E-E5F3-4BD7-A9C3-3F2F65AA2CAB}" dt="2024-10-20T15:08:24.521" v="1442" actId="478"/>
          <ac:spMkLst>
            <pc:docMk/>
            <pc:sldMk cId="1564862862" sldId="812"/>
            <ac:spMk id="10" creationId="{8F2F3B7E-47F0-F615-90FF-6E3A8C689DEA}"/>
          </ac:spMkLst>
        </pc:spChg>
        <pc:spChg chg="del">
          <ac:chgData name="Hasan Jamal" userId="6724a5da2ffd1b8f" providerId="LiveId" clId="{0C177C6E-E5F3-4BD7-A9C3-3F2F65AA2CAB}" dt="2024-10-20T15:08:24.521" v="1442" actId="478"/>
          <ac:spMkLst>
            <pc:docMk/>
            <pc:sldMk cId="1564862862" sldId="812"/>
            <ac:spMk id="11" creationId="{BB515437-1049-A293-4C5D-7F36A8CDE8E6}"/>
          </ac:spMkLst>
        </pc:spChg>
        <pc:spChg chg="del mod">
          <ac:chgData name="Hasan Jamal" userId="6724a5da2ffd1b8f" providerId="LiveId" clId="{0C177C6E-E5F3-4BD7-A9C3-3F2F65AA2CAB}" dt="2024-10-20T15:08:41.433" v="1445" actId="478"/>
          <ac:spMkLst>
            <pc:docMk/>
            <pc:sldMk cId="1564862862" sldId="812"/>
            <ac:spMk id="12" creationId="{38414C50-B89D-D370-180E-BC1688D419EA}"/>
          </ac:spMkLst>
        </pc:spChg>
        <pc:spChg chg="del">
          <ac:chgData name="Hasan Jamal" userId="6724a5da2ffd1b8f" providerId="LiveId" clId="{0C177C6E-E5F3-4BD7-A9C3-3F2F65AA2CAB}" dt="2024-10-20T15:08:24.521" v="1442" actId="478"/>
          <ac:spMkLst>
            <pc:docMk/>
            <pc:sldMk cId="1564862862" sldId="812"/>
            <ac:spMk id="13" creationId="{91B1A697-48D9-BCE2-4501-13A83A57226D}"/>
          </ac:spMkLst>
        </pc:spChg>
        <pc:spChg chg="add mod">
          <ac:chgData name="Hasan Jamal" userId="6724a5da2ffd1b8f" providerId="LiveId" clId="{0C177C6E-E5F3-4BD7-A9C3-3F2F65AA2CAB}" dt="2024-10-20T15:21:01.859" v="2020" actId="1035"/>
          <ac:spMkLst>
            <pc:docMk/>
            <pc:sldMk cId="1564862862" sldId="812"/>
            <ac:spMk id="15" creationId="{E10EEAEA-DD46-C720-F6F5-A610BAFC3BAF}"/>
          </ac:spMkLst>
        </pc:spChg>
        <pc:spChg chg="mod">
          <ac:chgData name="Hasan Jamal" userId="6724a5da2ffd1b8f" providerId="LiveId" clId="{0C177C6E-E5F3-4BD7-A9C3-3F2F65AA2CAB}" dt="2024-10-20T15:08:17.689" v="1441" actId="20577"/>
          <ac:spMkLst>
            <pc:docMk/>
            <pc:sldMk cId="1564862862" sldId="812"/>
            <ac:spMk id="3074" creationId="{9F6987C8-D17B-16F3-7526-0B8E3E42A5A6}"/>
          </ac:spMkLst>
        </pc:spChg>
        <pc:cxnChg chg="del">
          <ac:chgData name="Hasan Jamal" userId="6724a5da2ffd1b8f" providerId="LiveId" clId="{0C177C6E-E5F3-4BD7-A9C3-3F2F65AA2CAB}" dt="2024-10-20T15:08:24.521" v="1442" actId="478"/>
          <ac:cxnSpMkLst>
            <pc:docMk/>
            <pc:sldMk cId="1564862862" sldId="812"/>
            <ac:cxnSpMk id="14" creationId="{68860268-6E1A-269F-D7A8-FF2B89BC9D53}"/>
          </ac:cxnSpMkLst>
        </pc:cxnChg>
        <pc:cxnChg chg="add del mod">
          <ac:chgData name="Hasan Jamal" userId="6724a5da2ffd1b8f" providerId="LiveId" clId="{0C177C6E-E5F3-4BD7-A9C3-3F2F65AA2CAB}" dt="2024-10-20T15:18:20.488" v="1967" actId="11529"/>
          <ac:cxnSpMkLst>
            <pc:docMk/>
            <pc:sldMk cId="1564862862" sldId="812"/>
            <ac:cxnSpMk id="17" creationId="{690311F8-5B8E-5DBB-7CB4-A8A1AF10BC1A}"/>
          </ac:cxnSpMkLst>
        </pc:cxnChg>
        <pc:cxnChg chg="add mod">
          <ac:chgData name="Hasan Jamal" userId="6724a5da2ffd1b8f" providerId="LiveId" clId="{0C177C6E-E5F3-4BD7-A9C3-3F2F65AA2CAB}" dt="2024-10-20T15:20:45.458" v="2011" actId="208"/>
          <ac:cxnSpMkLst>
            <pc:docMk/>
            <pc:sldMk cId="1564862862" sldId="812"/>
            <ac:cxnSpMk id="20" creationId="{ADD4FE54-176C-DCBD-10BA-E342A42C8042}"/>
          </ac:cxnSpMkLst>
        </pc:cxnChg>
        <pc:cxnChg chg="add mod">
          <ac:chgData name="Hasan Jamal" userId="6724a5da2ffd1b8f" providerId="LiveId" clId="{0C177C6E-E5F3-4BD7-A9C3-3F2F65AA2CAB}" dt="2024-10-20T15:21:01.859" v="2020" actId="1035"/>
          <ac:cxnSpMkLst>
            <pc:docMk/>
            <pc:sldMk cId="1564862862" sldId="812"/>
            <ac:cxnSpMk id="22" creationId="{4DBA1A1D-3494-2F7A-0C4C-4D84FFDEBFF6}"/>
          </ac:cxnSpMkLst>
        </pc:cxnChg>
        <pc:cxnChg chg="add mod">
          <ac:chgData name="Hasan Jamal" userId="6724a5da2ffd1b8f" providerId="LiveId" clId="{0C177C6E-E5F3-4BD7-A9C3-3F2F65AA2CAB}" dt="2024-10-20T15:20:21.797" v="2008" actId="13822"/>
          <ac:cxnSpMkLst>
            <pc:docMk/>
            <pc:sldMk cId="1564862862" sldId="812"/>
            <ac:cxnSpMk id="25" creationId="{0CFF4225-6726-9D32-EB5F-F97865712A09}"/>
          </ac:cxnSpMkLst>
        </pc:cxnChg>
        <pc:cxnChg chg="add mod">
          <ac:chgData name="Hasan Jamal" userId="6724a5da2ffd1b8f" providerId="LiveId" clId="{0C177C6E-E5F3-4BD7-A9C3-3F2F65AA2CAB}" dt="2024-10-20T15:21:01.859" v="2020" actId="1035"/>
          <ac:cxnSpMkLst>
            <pc:docMk/>
            <pc:sldMk cId="1564862862" sldId="812"/>
            <ac:cxnSpMk id="26" creationId="{D4F26D06-E7C2-AAC0-9682-4498672C8451}"/>
          </ac:cxnSpMkLst>
        </pc:cxnChg>
      </pc:sldChg>
      <pc:sldChg chg="delSp modSp add mod delAnim modAnim">
        <pc:chgData name="Hasan Jamal" userId="6724a5da2ffd1b8f" providerId="LiveId" clId="{0C177C6E-E5F3-4BD7-A9C3-3F2F65AA2CAB}" dt="2024-10-21T12:40:15.487" v="11036" actId="20577"/>
        <pc:sldMkLst>
          <pc:docMk/>
          <pc:sldMk cId="547710292" sldId="813"/>
        </pc:sldMkLst>
        <pc:spChg chg="del">
          <ac:chgData name="Hasan Jamal" userId="6724a5da2ffd1b8f" providerId="LiveId" clId="{0C177C6E-E5F3-4BD7-A9C3-3F2F65AA2CAB}" dt="2024-10-20T16:42:26.182" v="2146" actId="478"/>
          <ac:spMkLst>
            <pc:docMk/>
            <pc:sldMk cId="547710292" sldId="813"/>
            <ac:spMk id="2" creationId="{D30A244F-9477-DCBD-771E-4AAC0E639E0D}"/>
          </ac:spMkLst>
        </pc:spChg>
        <pc:spChg chg="mod">
          <ac:chgData name="Hasan Jamal" userId="6724a5da2ffd1b8f" providerId="LiveId" clId="{0C177C6E-E5F3-4BD7-A9C3-3F2F65AA2CAB}" dt="2024-10-21T12:40:15.487" v="11036" actId="20577"/>
          <ac:spMkLst>
            <pc:docMk/>
            <pc:sldMk cId="547710292" sldId="813"/>
            <ac:spMk id="4" creationId="{5FCAECDB-311F-74B7-61FF-1B10056351ED}"/>
          </ac:spMkLst>
        </pc:spChg>
        <pc:spChg chg="del">
          <ac:chgData name="Hasan Jamal" userId="6724a5da2ffd1b8f" providerId="LiveId" clId="{0C177C6E-E5F3-4BD7-A9C3-3F2F65AA2CAB}" dt="2024-10-20T16:42:26.182" v="2146" actId="478"/>
          <ac:spMkLst>
            <pc:docMk/>
            <pc:sldMk cId="547710292" sldId="813"/>
            <ac:spMk id="5" creationId="{D4637E44-0313-29BE-E59C-D7D391046CEB}"/>
          </ac:spMkLst>
        </pc:spChg>
        <pc:spChg chg="del">
          <ac:chgData name="Hasan Jamal" userId="6724a5da2ffd1b8f" providerId="LiveId" clId="{0C177C6E-E5F3-4BD7-A9C3-3F2F65AA2CAB}" dt="2024-10-20T16:42:26.182" v="2146" actId="478"/>
          <ac:spMkLst>
            <pc:docMk/>
            <pc:sldMk cId="547710292" sldId="813"/>
            <ac:spMk id="15" creationId="{C25AD47D-0CC7-0669-50C0-A5D06088E982}"/>
          </ac:spMkLst>
        </pc:spChg>
        <pc:cxnChg chg="del mod">
          <ac:chgData name="Hasan Jamal" userId="6724a5da2ffd1b8f" providerId="LiveId" clId="{0C177C6E-E5F3-4BD7-A9C3-3F2F65AA2CAB}" dt="2024-10-20T16:42:26.182" v="2146" actId="478"/>
          <ac:cxnSpMkLst>
            <pc:docMk/>
            <pc:sldMk cId="547710292" sldId="813"/>
            <ac:cxnSpMk id="20" creationId="{42CD5F26-077A-CA03-F83F-B8EEF2E8F766}"/>
          </ac:cxnSpMkLst>
        </pc:cxnChg>
        <pc:cxnChg chg="del mod">
          <ac:chgData name="Hasan Jamal" userId="6724a5da2ffd1b8f" providerId="LiveId" clId="{0C177C6E-E5F3-4BD7-A9C3-3F2F65AA2CAB}" dt="2024-10-20T16:42:26.182" v="2146" actId="478"/>
          <ac:cxnSpMkLst>
            <pc:docMk/>
            <pc:sldMk cId="547710292" sldId="813"/>
            <ac:cxnSpMk id="22" creationId="{4699F3D6-9C9F-09B3-07C5-76CE0BE4FB62}"/>
          </ac:cxnSpMkLst>
        </pc:cxnChg>
        <pc:cxnChg chg="del">
          <ac:chgData name="Hasan Jamal" userId="6724a5da2ffd1b8f" providerId="LiveId" clId="{0C177C6E-E5F3-4BD7-A9C3-3F2F65AA2CAB}" dt="2024-10-20T16:42:26.182" v="2146" actId="478"/>
          <ac:cxnSpMkLst>
            <pc:docMk/>
            <pc:sldMk cId="547710292" sldId="813"/>
            <ac:cxnSpMk id="25" creationId="{9BBB987B-7ABF-9BF1-C187-FB4167B3E23E}"/>
          </ac:cxnSpMkLst>
        </pc:cxnChg>
        <pc:cxnChg chg="del">
          <ac:chgData name="Hasan Jamal" userId="6724a5da2ffd1b8f" providerId="LiveId" clId="{0C177C6E-E5F3-4BD7-A9C3-3F2F65AA2CAB}" dt="2024-10-20T16:42:26.182" v="2146" actId="478"/>
          <ac:cxnSpMkLst>
            <pc:docMk/>
            <pc:sldMk cId="547710292" sldId="813"/>
            <ac:cxnSpMk id="26" creationId="{178DAA57-148C-29AE-9965-979ADC814F5C}"/>
          </ac:cxnSpMkLst>
        </pc:cxnChg>
      </pc:sldChg>
      <pc:sldChg chg="addSp modSp add mod modAnim">
        <pc:chgData name="Hasan Jamal" userId="6724a5da2ffd1b8f" providerId="LiveId" clId="{0C177C6E-E5F3-4BD7-A9C3-3F2F65AA2CAB}" dt="2024-10-22T07:11:24.453" v="12074"/>
        <pc:sldMkLst>
          <pc:docMk/>
          <pc:sldMk cId="1103444707" sldId="814"/>
        </pc:sldMkLst>
        <pc:spChg chg="add mod">
          <ac:chgData name="Hasan Jamal" userId="6724a5da2ffd1b8f" providerId="LiveId" clId="{0C177C6E-E5F3-4BD7-A9C3-3F2F65AA2CAB}" dt="2024-10-20T16:54:16.429" v="3142" actId="1076"/>
          <ac:spMkLst>
            <pc:docMk/>
            <pc:sldMk cId="1103444707" sldId="814"/>
            <ac:spMk id="2" creationId="{E08B6D95-DB41-4CE0-E008-42DB2397E9EC}"/>
          </ac:spMkLst>
        </pc:spChg>
        <pc:spChg chg="mod">
          <ac:chgData name="Hasan Jamal" userId="6724a5da2ffd1b8f" providerId="LiveId" clId="{0C177C6E-E5F3-4BD7-A9C3-3F2F65AA2CAB}" dt="2024-10-22T07:10:59.549" v="12073"/>
          <ac:spMkLst>
            <pc:docMk/>
            <pc:sldMk cId="1103444707" sldId="814"/>
            <ac:spMk id="4" creationId="{79B21A0A-71C1-A5D9-80C1-946533BCF08C}"/>
          </ac:spMkLst>
        </pc:spChg>
        <pc:spChg chg="mod">
          <ac:chgData name="Hasan Jamal" userId="6724a5da2ffd1b8f" providerId="LiveId" clId="{0C177C6E-E5F3-4BD7-A9C3-3F2F65AA2CAB}" dt="2024-10-20T16:49:28.949" v="2727" actId="20577"/>
          <ac:spMkLst>
            <pc:docMk/>
            <pc:sldMk cId="1103444707" sldId="814"/>
            <ac:spMk id="3074" creationId="{CFFB57FB-FA2C-08AB-A99F-520252F81521}"/>
          </ac:spMkLst>
        </pc:spChg>
      </pc:sldChg>
      <pc:sldChg chg="addSp delSp modSp add mod">
        <pc:chgData name="Hasan Jamal" userId="6724a5da2ffd1b8f" providerId="LiveId" clId="{0C177C6E-E5F3-4BD7-A9C3-3F2F65AA2CAB}" dt="2024-10-20T16:59:24.406" v="3340" actId="1036"/>
        <pc:sldMkLst>
          <pc:docMk/>
          <pc:sldMk cId="3041005747" sldId="815"/>
        </pc:sldMkLst>
        <pc:spChg chg="del">
          <ac:chgData name="Hasan Jamal" userId="6724a5da2ffd1b8f" providerId="LiveId" clId="{0C177C6E-E5F3-4BD7-A9C3-3F2F65AA2CAB}" dt="2024-10-20T16:56:57.556" v="3220" actId="478"/>
          <ac:spMkLst>
            <pc:docMk/>
            <pc:sldMk cId="3041005747" sldId="815"/>
            <ac:spMk id="2" creationId="{6DF96FDB-6624-270C-BBF8-82BC2C8DC910}"/>
          </ac:spMkLst>
        </pc:spChg>
        <pc:spChg chg="mod">
          <ac:chgData name="Hasan Jamal" userId="6724a5da2ffd1b8f" providerId="LiveId" clId="{0C177C6E-E5F3-4BD7-A9C3-3F2F65AA2CAB}" dt="2024-10-20T16:59:06.892" v="3338" actId="5793"/>
          <ac:spMkLst>
            <pc:docMk/>
            <pc:sldMk cId="3041005747" sldId="815"/>
            <ac:spMk id="4" creationId="{D3410F3E-2CEB-0FCE-B4C1-D816C5E901E4}"/>
          </ac:spMkLst>
        </pc:spChg>
        <pc:spChg chg="add mod">
          <ac:chgData name="Hasan Jamal" userId="6724a5da2ffd1b8f" providerId="LiveId" clId="{0C177C6E-E5F3-4BD7-A9C3-3F2F65AA2CAB}" dt="2024-10-20T16:59:24.406" v="3340" actId="1036"/>
          <ac:spMkLst>
            <pc:docMk/>
            <pc:sldMk cId="3041005747" sldId="815"/>
            <ac:spMk id="5" creationId="{59BDEFDD-3723-FD84-6D35-C26CF063291B}"/>
          </ac:spMkLst>
        </pc:spChg>
        <pc:spChg chg="mod">
          <ac:chgData name="Hasan Jamal" userId="6724a5da2ffd1b8f" providerId="LiveId" clId="{0C177C6E-E5F3-4BD7-A9C3-3F2F65AA2CAB}" dt="2024-10-20T16:56:19.615" v="3149" actId="20577"/>
          <ac:spMkLst>
            <pc:docMk/>
            <pc:sldMk cId="3041005747" sldId="815"/>
            <ac:spMk id="3074" creationId="{5BAD01F6-F965-5518-AE04-82A6585FBC07}"/>
          </ac:spMkLst>
        </pc:spChg>
      </pc:sldChg>
      <pc:sldChg chg="addSp delSp modSp add mod">
        <pc:chgData name="Hasan Jamal" userId="6724a5da2ffd1b8f" providerId="LiveId" clId="{0C177C6E-E5F3-4BD7-A9C3-3F2F65AA2CAB}" dt="2024-10-22T07:40:01.393" v="12122" actId="14100"/>
        <pc:sldMkLst>
          <pc:docMk/>
          <pc:sldMk cId="1054034208" sldId="816"/>
        </pc:sldMkLst>
        <pc:spChg chg="mod">
          <ac:chgData name="Hasan Jamal" userId="6724a5da2ffd1b8f" providerId="LiveId" clId="{0C177C6E-E5F3-4BD7-A9C3-3F2F65AA2CAB}" dt="2024-10-22T07:40:01.393" v="12122" actId="14100"/>
          <ac:spMkLst>
            <pc:docMk/>
            <pc:sldMk cId="1054034208" sldId="816"/>
            <ac:spMk id="12" creationId="{BE70E620-0D96-F0C7-13EB-76380941CB77}"/>
          </ac:spMkLst>
        </pc:spChg>
        <pc:graphicFrameChg chg="add del mod">
          <ac:chgData name="Hasan Jamal" userId="6724a5da2ffd1b8f" providerId="LiveId" clId="{0C177C6E-E5F3-4BD7-A9C3-3F2F65AA2CAB}" dt="2024-10-21T05:43:32.506" v="6832" actId="478"/>
          <ac:graphicFrameMkLst>
            <pc:docMk/>
            <pc:sldMk cId="1054034208" sldId="816"/>
            <ac:graphicFrameMk id="2" creationId="{CE2AFFC6-7616-0313-6E71-348D29B74948}"/>
          </ac:graphicFrameMkLst>
        </pc:graphicFrameChg>
      </pc:sldChg>
      <pc:sldChg chg="add del">
        <pc:chgData name="Hasan Jamal" userId="6724a5da2ffd1b8f" providerId="LiveId" clId="{0C177C6E-E5F3-4BD7-A9C3-3F2F65AA2CAB}" dt="2024-10-20T16:59:56.031" v="3342" actId="2890"/>
        <pc:sldMkLst>
          <pc:docMk/>
          <pc:sldMk cId="4014416881" sldId="816"/>
        </pc:sldMkLst>
      </pc:sldChg>
      <pc:sldChg chg="addSp modSp add mod">
        <pc:chgData name="Hasan Jamal" userId="6724a5da2ffd1b8f" providerId="LiveId" clId="{0C177C6E-E5F3-4BD7-A9C3-3F2F65AA2CAB}" dt="2024-10-20T17:06:12.993" v="3803" actId="1038"/>
        <pc:sldMkLst>
          <pc:docMk/>
          <pc:sldMk cId="1415965798" sldId="817"/>
        </pc:sldMkLst>
        <pc:spChg chg="add mod">
          <ac:chgData name="Hasan Jamal" userId="6724a5da2ffd1b8f" providerId="LiveId" clId="{0C177C6E-E5F3-4BD7-A9C3-3F2F65AA2CAB}" dt="2024-10-20T17:06:12.993" v="3803" actId="1038"/>
          <ac:spMkLst>
            <pc:docMk/>
            <pc:sldMk cId="1415965798" sldId="817"/>
            <ac:spMk id="2" creationId="{1879912D-AEC2-AB14-130A-011B5CE22187}"/>
          </ac:spMkLst>
        </pc:spChg>
        <pc:spChg chg="mod">
          <ac:chgData name="Hasan Jamal" userId="6724a5da2ffd1b8f" providerId="LiveId" clId="{0C177C6E-E5F3-4BD7-A9C3-3F2F65AA2CAB}" dt="2024-10-20T17:04:51.699" v="3735" actId="20577"/>
          <ac:spMkLst>
            <pc:docMk/>
            <pc:sldMk cId="1415965798" sldId="817"/>
            <ac:spMk id="12" creationId="{AAF6C379-A1EC-83CE-A233-F977798E700D}"/>
          </ac:spMkLst>
        </pc:spChg>
        <pc:spChg chg="mod">
          <ac:chgData name="Hasan Jamal" userId="6724a5da2ffd1b8f" providerId="LiveId" clId="{0C177C6E-E5F3-4BD7-A9C3-3F2F65AA2CAB}" dt="2024-10-20T17:03:28.176" v="3533" actId="20577"/>
          <ac:spMkLst>
            <pc:docMk/>
            <pc:sldMk cId="1415965798" sldId="817"/>
            <ac:spMk id="3074" creationId="{5B170B51-0FDD-7D12-A4AD-E3EB2B81CFE4}"/>
          </ac:spMkLst>
        </pc:spChg>
      </pc:sldChg>
      <pc:sldChg chg="modSp add mod">
        <pc:chgData name="Hasan Jamal" userId="6724a5da2ffd1b8f" providerId="LiveId" clId="{0C177C6E-E5F3-4BD7-A9C3-3F2F65AA2CAB}" dt="2024-10-20T17:10:44.776" v="4183"/>
        <pc:sldMkLst>
          <pc:docMk/>
          <pc:sldMk cId="3830698193" sldId="818"/>
        </pc:sldMkLst>
        <pc:spChg chg="mod">
          <ac:chgData name="Hasan Jamal" userId="6724a5da2ffd1b8f" providerId="LiveId" clId="{0C177C6E-E5F3-4BD7-A9C3-3F2F65AA2CAB}" dt="2024-10-20T17:10:44.776" v="4183"/>
          <ac:spMkLst>
            <pc:docMk/>
            <pc:sldMk cId="3830698193" sldId="818"/>
            <ac:spMk id="12" creationId="{6E3146C6-9FCB-FCC6-F09B-8B812E112B5E}"/>
          </ac:spMkLst>
        </pc:spChg>
        <pc:spChg chg="mod">
          <ac:chgData name="Hasan Jamal" userId="6724a5da2ffd1b8f" providerId="LiveId" clId="{0C177C6E-E5F3-4BD7-A9C3-3F2F65AA2CAB}" dt="2024-10-20T17:07:04.580" v="3829" actId="20577"/>
          <ac:spMkLst>
            <pc:docMk/>
            <pc:sldMk cId="3830698193" sldId="818"/>
            <ac:spMk id="3074" creationId="{630ED04D-7C2E-5D24-F451-F576A51C3EAD}"/>
          </ac:spMkLst>
        </pc:spChg>
      </pc:sldChg>
      <pc:sldChg chg="addSp modSp add mod modAnim">
        <pc:chgData name="Hasan Jamal" userId="6724a5da2ffd1b8f" providerId="LiveId" clId="{0C177C6E-E5F3-4BD7-A9C3-3F2F65AA2CAB}" dt="2024-10-20T17:26:57.330" v="4507" actId="108"/>
        <pc:sldMkLst>
          <pc:docMk/>
          <pc:sldMk cId="465575792" sldId="819"/>
        </pc:sldMkLst>
        <pc:spChg chg="add mod">
          <ac:chgData name="Hasan Jamal" userId="6724a5da2ffd1b8f" providerId="LiveId" clId="{0C177C6E-E5F3-4BD7-A9C3-3F2F65AA2CAB}" dt="2024-10-20T17:24:15.544" v="4456" actId="1076"/>
          <ac:spMkLst>
            <pc:docMk/>
            <pc:sldMk cId="465575792" sldId="819"/>
            <ac:spMk id="2" creationId="{67473412-FE84-4EAD-F6AE-360A2C6FDBCE}"/>
          </ac:spMkLst>
        </pc:spChg>
        <pc:spChg chg="add mod">
          <ac:chgData name="Hasan Jamal" userId="6724a5da2ffd1b8f" providerId="LiveId" clId="{0C177C6E-E5F3-4BD7-A9C3-3F2F65AA2CAB}" dt="2024-10-20T17:24:15.544" v="4456" actId="1076"/>
          <ac:spMkLst>
            <pc:docMk/>
            <pc:sldMk cId="465575792" sldId="819"/>
            <ac:spMk id="4" creationId="{FF9C35EF-5667-2852-AA11-CB05D1BCF1FE}"/>
          </ac:spMkLst>
        </pc:spChg>
        <pc:spChg chg="add mod">
          <ac:chgData name="Hasan Jamal" userId="6724a5da2ffd1b8f" providerId="LiveId" clId="{0C177C6E-E5F3-4BD7-A9C3-3F2F65AA2CAB}" dt="2024-10-20T17:24:15.544" v="4456" actId="1076"/>
          <ac:spMkLst>
            <pc:docMk/>
            <pc:sldMk cId="465575792" sldId="819"/>
            <ac:spMk id="5" creationId="{E261510C-2D38-C4B4-26FB-6203A61B3F25}"/>
          </ac:spMkLst>
        </pc:spChg>
        <pc:spChg chg="add mod">
          <ac:chgData name="Hasan Jamal" userId="6724a5da2ffd1b8f" providerId="LiveId" clId="{0C177C6E-E5F3-4BD7-A9C3-3F2F65AA2CAB}" dt="2024-10-20T17:24:47.537" v="4466" actId="207"/>
          <ac:spMkLst>
            <pc:docMk/>
            <pc:sldMk cId="465575792" sldId="819"/>
            <ac:spMk id="6" creationId="{AD26E5A7-28BD-0D05-C415-28BF63700B7F}"/>
          </ac:spMkLst>
        </pc:spChg>
        <pc:spChg chg="add mod">
          <ac:chgData name="Hasan Jamal" userId="6724a5da2ffd1b8f" providerId="LiveId" clId="{0C177C6E-E5F3-4BD7-A9C3-3F2F65AA2CAB}" dt="2024-10-20T17:24:47.537" v="4466" actId="207"/>
          <ac:spMkLst>
            <pc:docMk/>
            <pc:sldMk cId="465575792" sldId="819"/>
            <ac:spMk id="7" creationId="{03143141-C769-2014-B497-E6D1D3EA695D}"/>
          </ac:spMkLst>
        </pc:spChg>
        <pc:spChg chg="mod">
          <ac:chgData name="Hasan Jamal" userId="6724a5da2ffd1b8f" providerId="LiveId" clId="{0C177C6E-E5F3-4BD7-A9C3-3F2F65AA2CAB}" dt="2024-10-20T17:26:57.330" v="4507" actId="108"/>
          <ac:spMkLst>
            <pc:docMk/>
            <pc:sldMk cId="465575792" sldId="819"/>
            <ac:spMk id="12" creationId="{33D1C717-069E-5312-6356-D22BECBE27B1}"/>
          </ac:spMkLst>
        </pc:spChg>
        <pc:spChg chg="mod">
          <ac:chgData name="Hasan Jamal" userId="6724a5da2ffd1b8f" providerId="LiveId" clId="{0C177C6E-E5F3-4BD7-A9C3-3F2F65AA2CAB}" dt="2024-10-20T17:13:40.211" v="4218" actId="20577"/>
          <ac:spMkLst>
            <pc:docMk/>
            <pc:sldMk cId="465575792" sldId="819"/>
            <ac:spMk id="3074" creationId="{192AD14E-6436-CA19-4CBE-D7BBD56C85B2}"/>
          </ac:spMkLst>
        </pc:spChg>
      </pc:sldChg>
      <pc:sldChg chg="delSp modSp add mod delAnim">
        <pc:chgData name="Hasan Jamal" userId="6724a5da2ffd1b8f" providerId="LiveId" clId="{0C177C6E-E5F3-4BD7-A9C3-3F2F65AA2CAB}" dt="2024-10-21T04:36:23.333" v="5152" actId="207"/>
        <pc:sldMkLst>
          <pc:docMk/>
          <pc:sldMk cId="4045099029" sldId="820"/>
        </pc:sldMkLst>
        <pc:spChg chg="del">
          <ac:chgData name="Hasan Jamal" userId="6724a5da2ffd1b8f" providerId="LiveId" clId="{0C177C6E-E5F3-4BD7-A9C3-3F2F65AA2CAB}" dt="2024-10-20T17:26:06.057" v="4468" actId="478"/>
          <ac:spMkLst>
            <pc:docMk/>
            <pc:sldMk cId="4045099029" sldId="820"/>
            <ac:spMk id="2" creationId="{8C586C05-139B-FD63-099C-460E71AB1F78}"/>
          </ac:spMkLst>
        </pc:spChg>
        <pc:spChg chg="del">
          <ac:chgData name="Hasan Jamal" userId="6724a5da2ffd1b8f" providerId="LiveId" clId="{0C177C6E-E5F3-4BD7-A9C3-3F2F65AA2CAB}" dt="2024-10-20T17:26:06.057" v="4468" actId="478"/>
          <ac:spMkLst>
            <pc:docMk/>
            <pc:sldMk cId="4045099029" sldId="820"/>
            <ac:spMk id="4" creationId="{6E2E33E2-FC56-289D-A99C-363636CCD7C1}"/>
          </ac:spMkLst>
        </pc:spChg>
        <pc:spChg chg="del">
          <ac:chgData name="Hasan Jamal" userId="6724a5da2ffd1b8f" providerId="LiveId" clId="{0C177C6E-E5F3-4BD7-A9C3-3F2F65AA2CAB}" dt="2024-10-20T17:26:06.057" v="4468" actId="478"/>
          <ac:spMkLst>
            <pc:docMk/>
            <pc:sldMk cId="4045099029" sldId="820"/>
            <ac:spMk id="5" creationId="{29F8780A-DFD0-AB24-F2EA-CF8A6376A500}"/>
          </ac:spMkLst>
        </pc:spChg>
        <pc:spChg chg="del">
          <ac:chgData name="Hasan Jamal" userId="6724a5da2ffd1b8f" providerId="LiveId" clId="{0C177C6E-E5F3-4BD7-A9C3-3F2F65AA2CAB}" dt="2024-10-20T17:26:06.057" v="4468" actId="478"/>
          <ac:spMkLst>
            <pc:docMk/>
            <pc:sldMk cId="4045099029" sldId="820"/>
            <ac:spMk id="6" creationId="{4362C4DF-209F-6E45-D45F-279101037FB5}"/>
          </ac:spMkLst>
        </pc:spChg>
        <pc:spChg chg="del">
          <ac:chgData name="Hasan Jamal" userId="6724a5da2ffd1b8f" providerId="LiveId" clId="{0C177C6E-E5F3-4BD7-A9C3-3F2F65AA2CAB}" dt="2024-10-20T17:26:06.057" v="4468" actId="478"/>
          <ac:spMkLst>
            <pc:docMk/>
            <pc:sldMk cId="4045099029" sldId="820"/>
            <ac:spMk id="7" creationId="{C2FF2AD8-88BB-D163-6DC8-322477739F31}"/>
          </ac:spMkLst>
        </pc:spChg>
        <pc:spChg chg="mod">
          <ac:chgData name="Hasan Jamal" userId="6724a5da2ffd1b8f" providerId="LiveId" clId="{0C177C6E-E5F3-4BD7-A9C3-3F2F65AA2CAB}" dt="2024-10-21T04:36:23.333" v="5152" actId="207"/>
          <ac:spMkLst>
            <pc:docMk/>
            <pc:sldMk cId="4045099029" sldId="820"/>
            <ac:spMk id="12" creationId="{E287095D-D859-B733-50F8-1BE1F3CC39B4}"/>
          </ac:spMkLst>
        </pc:spChg>
        <pc:spChg chg="mod">
          <ac:chgData name="Hasan Jamal" userId="6724a5da2ffd1b8f" providerId="LiveId" clId="{0C177C6E-E5F3-4BD7-A9C3-3F2F65AA2CAB}" dt="2024-10-20T17:26:22.285" v="4499" actId="20577"/>
          <ac:spMkLst>
            <pc:docMk/>
            <pc:sldMk cId="4045099029" sldId="820"/>
            <ac:spMk id="3074" creationId="{550198D1-5A7C-3DD7-8CC4-DD63F9470560}"/>
          </ac:spMkLst>
        </pc:spChg>
      </pc:sldChg>
      <pc:sldChg chg="addSp delSp modSp add mod ord delAnim modAnim">
        <pc:chgData name="Hasan Jamal" userId="6724a5da2ffd1b8f" providerId="LiveId" clId="{0C177C6E-E5F3-4BD7-A9C3-3F2F65AA2CAB}" dt="2024-10-21T04:33:41.226" v="5047"/>
        <pc:sldMkLst>
          <pc:docMk/>
          <pc:sldMk cId="2441620833" sldId="821"/>
        </pc:sldMkLst>
        <pc:spChg chg="mod">
          <ac:chgData name="Hasan Jamal" userId="6724a5da2ffd1b8f" providerId="LiveId" clId="{0C177C6E-E5F3-4BD7-A9C3-3F2F65AA2CAB}" dt="2024-10-20T17:43:48.004" v="4772" actId="1076"/>
          <ac:spMkLst>
            <pc:docMk/>
            <pc:sldMk cId="2441620833" sldId="821"/>
            <ac:spMk id="2" creationId="{9A25F7C2-FAAD-3A2B-F2BE-029B6B3E4295}"/>
          </ac:spMkLst>
        </pc:spChg>
        <pc:spChg chg="mod">
          <ac:chgData name="Hasan Jamal" userId="6724a5da2ffd1b8f" providerId="LiveId" clId="{0C177C6E-E5F3-4BD7-A9C3-3F2F65AA2CAB}" dt="2024-10-20T17:46:10.628" v="4841" actId="14100"/>
          <ac:spMkLst>
            <pc:docMk/>
            <pc:sldMk cId="2441620833" sldId="821"/>
            <ac:spMk id="4" creationId="{83DE6DDB-F81B-FCE3-E835-409529A8C15C}"/>
          </ac:spMkLst>
        </pc:spChg>
        <pc:spChg chg="del">
          <ac:chgData name="Hasan Jamal" userId="6724a5da2ffd1b8f" providerId="LiveId" clId="{0C177C6E-E5F3-4BD7-A9C3-3F2F65AA2CAB}" dt="2024-10-20T17:30:01.697" v="4543" actId="478"/>
          <ac:spMkLst>
            <pc:docMk/>
            <pc:sldMk cId="2441620833" sldId="821"/>
            <ac:spMk id="5" creationId="{CDCDDFE2-2B7C-1CF8-8FB9-31203440344B}"/>
          </ac:spMkLst>
        </pc:spChg>
        <pc:spChg chg="add mod">
          <ac:chgData name="Hasan Jamal" userId="6724a5da2ffd1b8f" providerId="LiveId" clId="{0C177C6E-E5F3-4BD7-A9C3-3F2F65AA2CAB}" dt="2024-10-20T17:43:33.539" v="4771" actId="14100"/>
          <ac:spMkLst>
            <pc:docMk/>
            <pc:sldMk cId="2441620833" sldId="821"/>
            <ac:spMk id="6" creationId="{437B7B8F-A523-3378-7859-F7FBD50E6EDF}"/>
          </ac:spMkLst>
        </pc:spChg>
        <pc:spChg chg="add mod">
          <ac:chgData name="Hasan Jamal" userId="6724a5da2ffd1b8f" providerId="LiveId" clId="{0C177C6E-E5F3-4BD7-A9C3-3F2F65AA2CAB}" dt="2024-10-20T17:44:04.503" v="4774" actId="1076"/>
          <ac:spMkLst>
            <pc:docMk/>
            <pc:sldMk cId="2441620833" sldId="821"/>
            <ac:spMk id="7" creationId="{0921A8AD-9BE9-5B5D-541A-262535D16FBA}"/>
          </ac:spMkLst>
        </pc:spChg>
        <pc:spChg chg="add mod">
          <ac:chgData name="Hasan Jamal" userId="6724a5da2ffd1b8f" providerId="LiveId" clId="{0C177C6E-E5F3-4BD7-A9C3-3F2F65AA2CAB}" dt="2024-10-20T17:47:47.010" v="4902" actId="1036"/>
          <ac:spMkLst>
            <pc:docMk/>
            <pc:sldMk cId="2441620833" sldId="821"/>
            <ac:spMk id="8" creationId="{D5053E7A-905E-F8A9-7071-E032C8300570}"/>
          </ac:spMkLst>
        </pc:spChg>
        <pc:spChg chg="add mod">
          <ac:chgData name="Hasan Jamal" userId="6724a5da2ffd1b8f" providerId="LiveId" clId="{0C177C6E-E5F3-4BD7-A9C3-3F2F65AA2CAB}" dt="2024-10-20T17:45:13.382" v="4815"/>
          <ac:spMkLst>
            <pc:docMk/>
            <pc:sldMk cId="2441620833" sldId="821"/>
            <ac:spMk id="9" creationId="{1E01EE17-F3D9-BC95-4200-1914066AF1C7}"/>
          </ac:spMkLst>
        </pc:spChg>
        <pc:spChg chg="add mod">
          <ac:chgData name="Hasan Jamal" userId="6724a5da2ffd1b8f" providerId="LiveId" clId="{0C177C6E-E5F3-4BD7-A9C3-3F2F65AA2CAB}" dt="2024-10-20T17:46:50.094" v="4855" actId="1037"/>
          <ac:spMkLst>
            <pc:docMk/>
            <pc:sldMk cId="2441620833" sldId="821"/>
            <ac:spMk id="10" creationId="{96C80FE9-8541-B743-1BA6-D6C0DE3083E6}"/>
          </ac:spMkLst>
        </pc:spChg>
        <pc:spChg chg="add mod">
          <ac:chgData name="Hasan Jamal" userId="6724a5da2ffd1b8f" providerId="LiveId" clId="{0C177C6E-E5F3-4BD7-A9C3-3F2F65AA2CAB}" dt="2024-10-20T17:47:37.190" v="4900" actId="1037"/>
          <ac:spMkLst>
            <pc:docMk/>
            <pc:sldMk cId="2441620833" sldId="821"/>
            <ac:spMk id="11" creationId="{6E296E4D-DE77-3B10-28EC-545FFB87E0E9}"/>
          </ac:spMkLst>
        </pc:spChg>
        <pc:spChg chg="add mod">
          <ac:chgData name="Hasan Jamal" userId="6724a5da2ffd1b8f" providerId="LiveId" clId="{0C177C6E-E5F3-4BD7-A9C3-3F2F65AA2CAB}" dt="2024-10-20T17:47:32.603" v="4898" actId="14100"/>
          <ac:spMkLst>
            <pc:docMk/>
            <pc:sldMk cId="2441620833" sldId="821"/>
            <ac:spMk id="12" creationId="{6EF2E0F5-BC08-F741-3B85-F61D74C6C517}"/>
          </ac:spMkLst>
        </pc:spChg>
        <pc:spChg chg="del">
          <ac:chgData name="Hasan Jamal" userId="6724a5da2ffd1b8f" providerId="LiveId" clId="{0C177C6E-E5F3-4BD7-A9C3-3F2F65AA2CAB}" dt="2024-10-20T17:30:01.697" v="4543" actId="478"/>
          <ac:spMkLst>
            <pc:docMk/>
            <pc:sldMk cId="2441620833" sldId="821"/>
            <ac:spMk id="15" creationId="{37B59745-27DD-4970-356E-699F0BF7E175}"/>
          </ac:spMkLst>
        </pc:spChg>
        <pc:cxnChg chg="add mod">
          <ac:chgData name="Hasan Jamal" userId="6724a5da2ffd1b8f" providerId="LiveId" clId="{0C177C6E-E5F3-4BD7-A9C3-3F2F65AA2CAB}" dt="2024-10-20T17:49:58.919" v="4913" actId="14100"/>
          <ac:cxnSpMkLst>
            <pc:docMk/>
            <pc:sldMk cId="2441620833" sldId="821"/>
            <ac:cxnSpMk id="14" creationId="{687DF444-FD12-09B2-D801-448EC7173423}"/>
          </ac:cxnSpMkLst>
        </pc:cxnChg>
        <pc:cxnChg chg="add mod">
          <ac:chgData name="Hasan Jamal" userId="6724a5da2ffd1b8f" providerId="LiveId" clId="{0C177C6E-E5F3-4BD7-A9C3-3F2F65AA2CAB}" dt="2024-10-20T17:50:02.473" v="4914" actId="14100"/>
          <ac:cxnSpMkLst>
            <pc:docMk/>
            <pc:sldMk cId="2441620833" sldId="821"/>
            <ac:cxnSpMk id="16" creationId="{22847A41-E2A9-ADCA-5671-DF98FD10741F}"/>
          </ac:cxnSpMkLst>
        </pc:cxnChg>
        <pc:cxnChg chg="del mod">
          <ac:chgData name="Hasan Jamal" userId="6724a5da2ffd1b8f" providerId="LiveId" clId="{0C177C6E-E5F3-4BD7-A9C3-3F2F65AA2CAB}" dt="2024-10-20T17:30:01.697" v="4543" actId="478"/>
          <ac:cxnSpMkLst>
            <pc:docMk/>
            <pc:sldMk cId="2441620833" sldId="821"/>
            <ac:cxnSpMk id="20" creationId="{2E25DBA9-F2B6-8AFB-6139-800C2D5A5E6E}"/>
          </ac:cxnSpMkLst>
        </pc:cxnChg>
        <pc:cxnChg chg="del mod">
          <ac:chgData name="Hasan Jamal" userId="6724a5da2ffd1b8f" providerId="LiveId" clId="{0C177C6E-E5F3-4BD7-A9C3-3F2F65AA2CAB}" dt="2024-10-20T17:30:01.697" v="4543" actId="478"/>
          <ac:cxnSpMkLst>
            <pc:docMk/>
            <pc:sldMk cId="2441620833" sldId="821"/>
            <ac:cxnSpMk id="22" creationId="{2F108DEC-3B98-AA7D-D657-572490955BD0}"/>
          </ac:cxnSpMkLst>
        </pc:cxnChg>
        <pc:cxnChg chg="del">
          <ac:chgData name="Hasan Jamal" userId="6724a5da2ffd1b8f" providerId="LiveId" clId="{0C177C6E-E5F3-4BD7-A9C3-3F2F65AA2CAB}" dt="2024-10-20T17:30:01.697" v="4543" actId="478"/>
          <ac:cxnSpMkLst>
            <pc:docMk/>
            <pc:sldMk cId="2441620833" sldId="821"/>
            <ac:cxnSpMk id="25" creationId="{5EDBBEE6-1DF7-8593-0DB7-04D5685DB4FA}"/>
          </ac:cxnSpMkLst>
        </pc:cxnChg>
        <pc:cxnChg chg="del">
          <ac:chgData name="Hasan Jamal" userId="6724a5da2ffd1b8f" providerId="LiveId" clId="{0C177C6E-E5F3-4BD7-A9C3-3F2F65AA2CAB}" dt="2024-10-20T17:30:01.697" v="4543" actId="478"/>
          <ac:cxnSpMkLst>
            <pc:docMk/>
            <pc:sldMk cId="2441620833" sldId="821"/>
            <ac:cxnSpMk id="26" creationId="{7507F21F-A723-CE28-5366-13DAC84D8A14}"/>
          </ac:cxnSpMkLst>
        </pc:cxnChg>
        <pc:cxnChg chg="add mod">
          <ac:chgData name="Hasan Jamal" userId="6724a5da2ffd1b8f" providerId="LiveId" clId="{0C177C6E-E5F3-4BD7-A9C3-3F2F65AA2CAB}" dt="2024-10-20T17:50:42.143" v="4938" actId="14100"/>
          <ac:cxnSpMkLst>
            <pc:docMk/>
            <pc:sldMk cId="2441620833" sldId="821"/>
            <ac:cxnSpMk id="27" creationId="{E78E2690-5E5C-93BF-6D11-92EEE2E96DB0}"/>
          </ac:cxnSpMkLst>
        </pc:cxnChg>
        <pc:cxnChg chg="add mod">
          <ac:chgData name="Hasan Jamal" userId="6724a5da2ffd1b8f" providerId="LiveId" clId="{0C177C6E-E5F3-4BD7-A9C3-3F2F65AA2CAB}" dt="2024-10-20T17:50:30.297" v="4937" actId="14100"/>
          <ac:cxnSpMkLst>
            <pc:docMk/>
            <pc:sldMk cId="2441620833" sldId="821"/>
            <ac:cxnSpMk id="29" creationId="{EC93F2E2-5218-3F6B-F105-57514989CC28}"/>
          </ac:cxnSpMkLst>
        </pc:cxnChg>
      </pc:sldChg>
      <pc:sldChg chg="addSp delSp modSp add mod ord delAnim modAnim">
        <pc:chgData name="Hasan Jamal" userId="6724a5da2ffd1b8f" providerId="LiveId" clId="{0C177C6E-E5F3-4BD7-A9C3-3F2F65AA2CAB}" dt="2024-10-21T05:45:30.174" v="6875" actId="20577"/>
        <pc:sldMkLst>
          <pc:docMk/>
          <pc:sldMk cId="736700286" sldId="822"/>
        </pc:sldMkLst>
        <pc:spChg chg="mod">
          <ac:chgData name="Hasan Jamal" userId="6724a5da2ffd1b8f" providerId="LiveId" clId="{0C177C6E-E5F3-4BD7-A9C3-3F2F65AA2CAB}" dt="2024-10-21T05:45:11.825" v="6861" actId="20577"/>
          <ac:spMkLst>
            <pc:docMk/>
            <pc:sldMk cId="736700286" sldId="822"/>
            <ac:spMk id="2" creationId="{7859256E-DDB6-AAD1-8892-70274A0B09FC}"/>
          </ac:spMkLst>
        </pc:spChg>
        <pc:spChg chg="add mod">
          <ac:chgData name="Hasan Jamal" userId="6724a5da2ffd1b8f" providerId="LiveId" clId="{0C177C6E-E5F3-4BD7-A9C3-3F2F65AA2CAB}" dt="2024-10-21T05:03:50.876" v="5840" actId="14100"/>
          <ac:spMkLst>
            <pc:docMk/>
            <pc:sldMk cId="736700286" sldId="822"/>
            <ac:spMk id="4" creationId="{E53E1914-0ECA-0524-B54B-A506347B5B82}"/>
          </ac:spMkLst>
        </pc:spChg>
        <pc:spChg chg="mod">
          <ac:chgData name="Hasan Jamal" userId="6724a5da2ffd1b8f" providerId="LiveId" clId="{0C177C6E-E5F3-4BD7-A9C3-3F2F65AA2CAB}" dt="2024-10-21T05:09:57.635" v="5939" actId="1035"/>
          <ac:spMkLst>
            <pc:docMk/>
            <pc:sldMk cId="736700286" sldId="822"/>
            <ac:spMk id="5" creationId="{39A46179-6E81-FFE0-6D4E-C415346E8753}"/>
          </ac:spMkLst>
        </pc:spChg>
        <pc:spChg chg="mod">
          <ac:chgData name="Hasan Jamal" userId="6724a5da2ffd1b8f" providerId="LiveId" clId="{0C177C6E-E5F3-4BD7-A9C3-3F2F65AA2CAB}" dt="2024-10-21T05:09:53.227" v="5934" actId="1036"/>
          <ac:spMkLst>
            <pc:docMk/>
            <pc:sldMk cId="736700286" sldId="822"/>
            <ac:spMk id="6" creationId="{E7B5D638-07B0-F82B-EAAC-A3DFFB46EAA5}"/>
          </ac:spMkLst>
        </pc:spChg>
        <pc:spChg chg="add mod">
          <ac:chgData name="Hasan Jamal" userId="6724a5da2ffd1b8f" providerId="LiveId" clId="{0C177C6E-E5F3-4BD7-A9C3-3F2F65AA2CAB}" dt="2024-10-21T05:45:23.460" v="6869" actId="20577"/>
          <ac:spMkLst>
            <pc:docMk/>
            <pc:sldMk cId="736700286" sldId="822"/>
            <ac:spMk id="7" creationId="{89A78374-C7A6-B32B-9F7C-5055EAA19790}"/>
          </ac:spMkLst>
        </pc:spChg>
        <pc:spChg chg="add mod">
          <ac:chgData name="Hasan Jamal" userId="6724a5da2ffd1b8f" providerId="LiveId" clId="{0C177C6E-E5F3-4BD7-A9C3-3F2F65AA2CAB}" dt="2024-10-21T05:45:28.456" v="6873" actId="20577"/>
          <ac:spMkLst>
            <pc:docMk/>
            <pc:sldMk cId="736700286" sldId="822"/>
            <ac:spMk id="8" creationId="{BD365FAC-F0A1-6D92-8A90-DE8054CE52DA}"/>
          </ac:spMkLst>
        </pc:spChg>
        <pc:spChg chg="mod">
          <ac:chgData name="Hasan Jamal" userId="6724a5da2ffd1b8f" providerId="LiveId" clId="{0C177C6E-E5F3-4BD7-A9C3-3F2F65AA2CAB}" dt="2024-10-21T05:45:16.697" v="6863" actId="20577"/>
          <ac:spMkLst>
            <pc:docMk/>
            <pc:sldMk cId="736700286" sldId="822"/>
            <ac:spMk id="9" creationId="{5608CA24-FFC2-F70D-89F1-47C9F064D7F5}"/>
          </ac:spMkLst>
        </pc:spChg>
        <pc:spChg chg="mod">
          <ac:chgData name="Hasan Jamal" userId="6724a5da2ffd1b8f" providerId="LiveId" clId="{0C177C6E-E5F3-4BD7-A9C3-3F2F65AA2CAB}" dt="2024-10-21T05:45:21.426" v="6867" actId="20577"/>
          <ac:spMkLst>
            <pc:docMk/>
            <pc:sldMk cId="736700286" sldId="822"/>
            <ac:spMk id="10" creationId="{36F53137-96B1-9540-A719-EB6145F5BCD6}"/>
          </ac:spMkLst>
        </pc:spChg>
        <pc:spChg chg="mod">
          <ac:chgData name="Hasan Jamal" userId="6724a5da2ffd1b8f" providerId="LiveId" clId="{0C177C6E-E5F3-4BD7-A9C3-3F2F65AA2CAB}" dt="2024-10-21T05:45:26.710" v="6871" actId="20577"/>
          <ac:spMkLst>
            <pc:docMk/>
            <pc:sldMk cId="736700286" sldId="822"/>
            <ac:spMk id="11" creationId="{EE06DC7B-7C81-B376-67A0-9E77716E5DA7}"/>
          </ac:spMkLst>
        </pc:spChg>
        <pc:spChg chg="del mod">
          <ac:chgData name="Hasan Jamal" userId="6724a5da2ffd1b8f" providerId="LiveId" clId="{0C177C6E-E5F3-4BD7-A9C3-3F2F65AA2CAB}" dt="2024-10-21T05:04:52.737" v="5912" actId="478"/>
          <ac:spMkLst>
            <pc:docMk/>
            <pc:sldMk cId="736700286" sldId="822"/>
            <ac:spMk id="12" creationId="{327E6350-30A7-8F39-97C0-84214B364D92}"/>
          </ac:spMkLst>
        </pc:spChg>
        <pc:spChg chg="mod">
          <ac:chgData name="Hasan Jamal" userId="6724a5da2ffd1b8f" providerId="LiveId" clId="{0C177C6E-E5F3-4BD7-A9C3-3F2F65AA2CAB}" dt="2024-10-21T05:45:30.174" v="6875" actId="20577"/>
          <ac:spMkLst>
            <pc:docMk/>
            <pc:sldMk cId="736700286" sldId="822"/>
            <ac:spMk id="13" creationId="{07D9A2F8-8520-04EC-6BA0-7DCBF0229439}"/>
          </ac:spMkLst>
        </pc:spChg>
        <pc:spChg chg="add mod">
          <ac:chgData name="Hasan Jamal" userId="6724a5da2ffd1b8f" providerId="LiveId" clId="{0C177C6E-E5F3-4BD7-A9C3-3F2F65AA2CAB}" dt="2024-10-21T05:15:29.692" v="6082" actId="1037"/>
          <ac:spMkLst>
            <pc:docMk/>
            <pc:sldMk cId="736700286" sldId="822"/>
            <ac:spMk id="15" creationId="{AA48A3A7-9641-56C9-11FD-13C8A5B2CDC2}"/>
          </ac:spMkLst>
        </pc:spChg>
        <pc:spChg chg="add mod">
          <ac:chgData name="Hasan Jamal" userId="6724a5da2ffd1b8f" providerId="LiveId" clId="{0C177C6E-E5F3-4BD7-A9C3-3F2F65AA2CAB}" dt="2024-10-21T05:16:39.705" v="6140" actId="14100"/>
          <ac:spMkLst>
            <pc:docMk/>
            <pc:sldMk cId="736700286" sldId="822"/>
            <ac:spMk id="25" creationId="{6DC114ED-7159-C6CE-AB6B-144BE5A72BC3}"/>
          </ac:spMkLst>
        </pc:spChg>
        <pc:spChg chg="mod">
          <ac:chgData name="Hasan Jamal" userId="6724a5da2ffd1b8f" providerId="LiveId" clId="{0C177C6E-E5F3-4BD7-A9C3-3F2F65AA2CAB}" dt="2024-10-21T05:02:16.693" v="5715" actId="20577"/>
          <ac:spMkLst>
            <pc:docMk/>
            <pc:sldMk cId="736700286" sldId="822"/>
            <ac:spMk id="3074" creationId="{B34D76E1-A2BE-1233-E9A6-67926164E20D}"/>
          </ac:spMkLst>
        </pc:spChg>
        <pc:cxnChg chg="mod">
          <ac:chgData name="Hasan Jamal" userId="6724a5da2ffd1b8f" providerId="LiveId" clId="{0C177C6E-E5F3-4BD7-A9C3-3F2F65AA2CAB}" dt="2024-10-21T05:13:34.192" v="6045" actId="1036"/>
          <ac:cxnSpMkLst>
            <pc:docMk/>
            <pc:sldMk cId="736700286" sldId="822"/>
            <ac:cxnSpMk id="14" creationId="{D164CA3A-2A1D-C62F-8263-E51E4B436651}"/>
          </ac:cxnSpMkLst>
        </pc:cxnChg>
        <pc:cxnChg chg="add mod">
          <ac:chgData name="Hasan Jamal" userId="6724a5da2ffd1b8f" providerId="LiveId" clId="{0C177C6E-E5F3-4BD7-A9C3-3F2F65AA2CAB}" dt="2024-10-21T05:15:24.338" v="6074" actId="14100"/>
          <ac:cxnSpMkLst>
            <pc:docMk/>
            <pc:sldMk cId="736700286" sldId="822"/>
            <ac:cxnSpMk id="17" creationId="{7D410A66-018A-0BBB-CFB4-D1FB82AC00B7}"/>
          </ac:cxnSpMkLst>
        </pc:cxnChg>
        <pc:cxnChg chg="add mod">
          <ac:chgData name="Hasan Jamal" userId="6724a5da2ffd1b8f" providerId="LiveId" clId="{0C177C6E-E5F3-4BD7-A9C3-3F2F65AA2CAB}" dt="2024-10-21T05:15:04.699" v="6070" actId="14100"/>
          <ac:cxnSpMkLst>
            <pc:docMk/>
            <pc:sldMk cId="736700286" sldId="822"/>
            <ac:cxnSpMk id="18" creationId="{1A798DC0-EB45-EF1B-3E05-3D84D7059C2E}"/>
          </ac:cxnSpMkLst>
        </pc:cxnChg>
        <pc:cxnChg chg="add mod">
          <ac:chgData name="Hasan Jamal" userId="6724a5da2ffd1b8f" providerId="LiveId" clId="{0C177C6E-E5F3-4BD7-A9C3-3F2F65AA2CAB}" dt="2024-10-21T05:17:13.825" v="6188" actId="14100"/>
          <ac:cxnSpMkLst>
            <pc:docMk/>
            <pc:sldMk cId="736700286" sldId="822"/>
            <ac:cxnSpMk id="26" creationId="{8DD1BE07-C016-D6D8-7BA3-CD8CA29A9831}"/>
          </ac:cxnSpMkLst>
        </pc:cxnChg>
        <pc:cxnChg chg="add mod">
          <ac:chgData name="Hasan Jamal" userId="6724a5da2ffd1b8f" providerId="LiveId" clId="{0C177C6E-E5F3-4BD7-A9C3-3F2F65AA2CAB}" dt="2024-10-21T05:17:18.859" v="6189" actId="14100"/>
          <ac:cxnSpMkLst>
            <pc:docMk/>
            <pc:sldMk cId="736700286" sldId="822"/>
            <ac:cxnSpMk id="27" creationId="{B74E86E8-73CB-2FA5-3F32-05A8324503A7}"/>
          </ac:cxnSpMkLst>
        </pc:cxnChg>
      </pc:sldChg>
      <pc:sldChg chg="addSp delSp modSp add mod">
        <pc:chgData name="Hasan Jamal" userId="6724a5da2ffd1b8f" providerId="LiveId" clId="{0C177C6E-E5F3-4BD7-A9C3-3F2F65AA2CAB}" dt="2024-10-22T07:42:14.032" v="12123" actId="14100"/>
        <pc:sldMkLst>
          <pc:docMk/>
          <pc:sldMk cId="1428040278" sldId="823"/>
        </pc:sldMkLst>
        <pc:spChg chg="add mod">
          <ac:chgData name="Hasan Jamal" userId="6724a5da2ffd1b8f" providerId="LiveId" clId="{0C177C6E-E5F3-4BD7-A9C3-3F2F65AA2CAB}" dt="2024-10-21T05:42:16.471" v="6831"/>
          <ac:spMkLst>
            <pc:docMk/>
            <pc:sldMk cId="1428040278" sldId="823"/>
            <ac:spMk id="4" creationId="{F7A5631A-1C92-89DA-7799-482F591441F3}"/>
          </ac:spMkLst>
        </pc:spChg>
        <pc:spChg chg="add mod">
          <ac:chgData name="Hasan Jamal" userId="6724a5da2ffd1b8f" providerId="LiveId" clId="{0C177C6E-E5F3-4BD7-A9C3-3F2F65AA2CAB}" dt="2024-10-22T07:42:14.032" v="12123" actId="14100"/>
          <ac:spMkLst>
            <pc:docMk/>
            <pc:sldMk cId="1428040278" sldId="823"/>
            <ac:spMk id="5" creationId="{1E87B398-1A5E-D74D-5BE5-5028A39FC925}"/>
          </ac:spMkLst>
        </pc:spChg>
        <pc:spChg chg="add del mod">
          <ac:chgData name="Hasan Jamal" userId="6724a5da2ffd1b8f" providerId="LiveId" clId="{0C177C6E-E5F3-4BD7-A9C3-3F2F65AA2CAB}" dt="2024-10-21T05:41:54.955" v="6829" actId="14100"/>
          <ac:spMkLst>
            <pc:docMk/>
            <pc:sldMk cId="1428040278" sldId="823"/>
            <ac:spMk id="12" creationId="{3C5266F1-ACF7-4639-4AD2-64AAC74D79EB}"/>
          </ac:spMkLst>
        </pc:spChg>
        <pc:spChg chg="mod">
          <ac:chgData name="Hasan Jamal" userId="6724a5da2ffd1b8f" providerId="LiveId" clId="{0C177C6E-E5F3-4BD7-A9C3-3F2F65AA2CAB}" dt="2024-10-21T05:34:46.965" v="6563" actId="20577"/>
          <ac:spMkLst>
            <pc:docMk/>
            <pc:sldMk cId="1428040278" sldId="823"/>
            <ac:spMk id="3074" creationId="{FD2270AE-A9DD-AB31-3CD6-3315CCA87BCF}"/>
          </ac:spMkLst>
        </pc:spChg>
        <pc:graphicFrameChg chg="del">
          <ac:chgData name="Hasan Jamal" userId="6724a5da2ffd1b8f" providerId="LiveId" clId="{0C177C6E-E5F3-4BD7-A9C3-3F2F65AA2CAB}" dt="2024-10-21T05:35:19.765" v="6594" actId="478"/>
          <ac:graphicFrameMkLst>
            <pc:docMk/>
            <pc:sldMk cId="1428040278" sldId="823"/>
            <ac:graphicFrameMk id="2" creationId="{1905E8EC-B93B-6679-AD03-85E8BC066453}"/>
          </ac:graphicFrameMkLst>
        </pc:graphicFrameChg>
      </pc:sldChg>
      <pc:sldChg chg="modSp add mod modAnim">
        <pc:chgData name="Hasan Jamal" userId="6724a5da2ffd1b8f" providerId="LiveId" clId="{0C177C6E-E5F3-4BD7-A9C3-3F2F65AA2CAB}" dt="2024-10-21T05:52:11.174" v="6970" actId="1036"/>
        <pc:sldMkLst>
          <pc:docMk/>
          <pc:sldMk cId="3406667675" sldId="824"/>
        </pc:sldMkLst>
        <pc:spChg chg="mod">
          <ac:chgData name="Hasan Jamal" userId="6724a5da2ffd1b8f" providerId="LiveId" clId="{0C177C6E-E5F3-4BD7-A9C3-3F2F65AA2CAB}" dt="2024-10-21T05:52:05.792" v="6964"/>
          <ac:spMkLst>
            <pc:docMk/>
            <pc:sldMk cId="3406667675" sldId="824"/>
            <ac:spMk id="12" creationId="{EEE85CB2-7E06-590B-7C8A-54B0EEB15277}"/>
          </ac:spMkLst>
        </pc:spChg>
        <pc:spChg chg="mod">
          <ac:chgData name="Hasan Jamal" userId="6724a5da2ffd1b8f" providerId="LiveId" clId="{0C177C6E-E5F3-4BD7-A9C3-3F2F65AA2CAB}" dt="2024-10-21T05:48:59.209" v="6916" actId="14100"/>
          <ac:spMkLst>
            <pc:docMk/>
            <pc:sldMk cId="3406667675" sldId="824"/>
            <ac:spMk id="3074" creationId="{DBCFD705-6B68-09FB-7147-6026A2207EB3}"/>
          </ac:spMkLst>
        </pc:spChg>
        <pc:graphicFrameChg chg="mod modGraphic">
          <ac:chgData name="Hasan Jamal" userId="6724a5da2ffd1b8f" providerId="LiveId" clId="{0C177C6E-E5F3-4BD7-A9C3-3F2F65AA2CAB}" dt="2024-10-21T05:52:11.174" v="6970" actId="1036"/>
          <ac:graphicFrameMkLst>
            <pc:docMk/>
            <pc:sldMk cId="3406667675" sldId="824"/>
            <ac:graphicFrameMk id="2" creationId="{0DE407BF-F3EA-60DC-726E-F2ACE231FFBA}"/>
          </ac:graphicFrameMkLst>
        </pc:graphicFrameChg>
      </pc:sldChg>
      <pc:sldChg chg="delSp modSp add mod delAnim modAnim">
        <pc:chgData name="Hasan Jamal" userId="6724a5da2ffd1b8f" providerId="LiveId" clId="{0C177C6E-E5F3-4BD7-A9C3-3F2F65AA2CAB}" dt="2024-10-22T07:53:55.223" v="12141" actId="20577"/>
        <pc:sldMkLst>
          <pc:docMk/>
          <pc:sldMk cId="2744684931" sldId="825"/>
        </pc:sldMkLst>
        <pc:spChg chg="del">
          <ac:chgData name="Hasan Jamal" userId="6724a5da2ffd1b8f" providerId="LiveId" clId="{0C177C6E-E5F3-4BD7-A9C3-3F2F65AA2CAB}" dt="2024-10-21T06:02:06.987" v="7095" actId="478"/>
          <ac:spMkLst>
            <pc:docMk/>
            <pc:sldMk cId="2744684931" sldId="825"/>
            <ac:spMk id="7" creationId="{7FBD4E29-6416-85C4-1426-40A00DC355F3}"/>
          </ac:spMkLst>
        </pc:spChg>
        <pc:spChg chg="mod">
          <ac:chgData name="Hasan Jamal" userId="6724a5da2ffd1b8f" providerId="LiveId" clId="{0C177C6E-E5F3-4BD7-A9C3-3F2F65AA2CAB}" dt="2024-10-22T07:53:55.223" v="12141" actId="20577"/>
          <ac:spMkLst>
            <pc:docMk/>
            <pc:sldMk cId="2744684931" sldId="825"/>
            <ac:spMk id="12" creationId="{716A753D-1FF7-3F82-BCA6-9803F55FA36D}"/>
          </ac:spMkLst>
        </pc:spChg>
        <pc:spChg chg="mod">
          <ac:chgData name="Hasan Jamal" userId="6724a5da2ffd1b8f" providerId="LiveId" clId="{0C177C6E-E5F3-4BD7-A9C3-3F2F65AA2CAB}" dt="2024-10-21T06:03:22.465" v="7134" actId="20577"/>
          <ac:spMkLst>
            <pc:docMk/>
            <pc:sldMk cId="2744684931" sldId="825"/>
            <ac:spMk id="3074" creationId="{99A7FB9C-28F7-8FC0-D957-30DFFA474A90}"/>
          </ac:spMkLst>
        </pc:spChg>
        <pc:graphicFrameChg chg="del">
          <ac:chgData name="Hasan Jamal" userId="6724a5da2ffd1b8f" providerId="LiveId" clId="{0C177C6E-E5F3-4BD7-A9C3-3F2F65AA2CAB}" dt="2024-10-21T06:02:04.554" v="7094" actId="478"/>
          <ac:graphicFrameMkLst>
            <pc:docMk/>
            <pc:sldMk cId="2744684931" sldId="825"/>
            <ac:graphicFrameMk id="4" creationId="{C8E3C73B-2A9B-F3E4-494B-97C18C1C1E11}"/>
          </ac:graphicFrameMkLst>
        </pc:graphicFrameChg>
      </pc:sldChg>
      <pc:sldChg chg="addSp modSp add mod modAnim">
        <pc:chgData name="Hasan Jamal" userId="6724a5da2ffd1b8f" providerId="LiveId" clId="{0C177C6E-E5F3-4BD7-A9C3-3F2F65AA2CAB}" dt="2024-10-22T08:03:39.780" v="12476"/>
        <pc:sldMkLst>
          <pc:docMk/>
          <pc:sldMk cId="490968368" sldId="826"/>
        </pc:sldMkLst>
        <pc:spChg chg="mod">
          <ac:chgData name="Hasan Jamal" userId="6724a5da2ffd1b8f" providerId="LiveId" clId="{0C177C6E-E5F3-4BD7-A9C3-3F2F65AA2CAB}" dt="2024-10-21T06:12:58.338" v="7346" actId="14100"/>
          <ac:spMkLst>
            <pc:docMk/>
            <pc:sldMk cId="490968368" sldId="826"/>
            <ac:spMk id="12" creationId="{408FFD99-EBCA-DEB5-E371-B821B54A6358}"/>
          </ac:spMkLst>
        </pc:spChg>
        <pc:spChg chg="mod">
          <ac:chgData name="Hasan Jamal" userId="6724a5da2ffd1b8f" providerId="LiveId" clId="{0C177C6E-E5F3-4BD7-A9C3-3F2F65AA2CAB}" dt="2024-10-21T06:04:19.434" v="7140"/>
          <ac:spMkLst>
            <pc:docMk/>
            <pc:sldMk cId="490968368" sldId="826"/>
            <ac:spMk id="3074" creationId="{DE23C9BD-1079-6753-22F3-62B0364B396D}"/>
          </ac:spMkLst>
        </pc:spChg>
        <pc:graphicFrameChg chg="add mod modGraphic">
          <ac:chgData name="Hasan Jamal" userId="6724a5da2ffd1b8f" providerId="LiveId" clId="{0C177C6E-E5F3-4BD7-A9C3-3F2F65AA2CAB}" dt="2024-10-21T06:08:34.803" v="7276" actId="1035"/>
          <ac:graphicFrameMkLst>
            <pc:docMk/>
            <pc:sldMk cId="490968368" sldId="826"/>
            <ac:graphicFrameMk id="2" creationId="{02A229BE-2D5A-A320-D049-47D0587D3BC0}"/>
          </ac:graphicFrameMkLst>
        </pc:graphicFrameChg>
      </pc:sldChg>
      <pc:sldChg chg="modSp add mod">
        <pc:chgData name="Hasan Jamal" userId="6724a5da2ffd1b8f" providerId="LiveId" clId="{0C177C6E-E5F3-4BD7-A9C3-3F2F65AA2CAB}" dt="2024-10-21T06:17:15.889" v="7488" actId="207"/>
        <pc:sldMkLst>
          <pc:docMk/>
          <pc:sldMk cId="2797904385" sldId="827"/>
        </pc:sldMkLst>
        <pc:spChg chg="mod">
          <ac:chgData name="Hasan Jamal" userId="6724a5da2ffd1b8f" providerId="LiveId" clId="{0C177C6E-E5F3-4BD7-A9C3-3F2F65AA2CAB}" dt="2024-10-21T06:17:15.889" v="7488" actId="207"/>
          <ac:spMkLst>
            <pc:docMk/>
            <pc:sldMk cId="2797904385" sldId="827"/>
            <ac:spMk id="12" creationId="{3C0B3D0D-E18D-16BF-40EC-ACF4759AD391}"/>
          </ac:spMkLst>
        </pc:spChg>
        <pc:spChg chg="mod">
          <ac:chgData name="Hasan Jamal" userId="6724a5da2ffd1b8f" providerId="LiveId" clId="{0C177C6E-E5F3-4BD7-A9C3-3F2F65AA2CAB}" dt="2024-10-21T06:14:29.341" v="7356" actId="20577"/>
          <ac:spMkLst>
            <pc:docMk/>
            <pc:sldMk cId="2797904385" sldId="827"/>
            <ac:spMk id="3074" creationId="{482099A8-85B0-4BD4-9693-1A49A343EB52}"/>
          </ac:spMkLst>
        </pc:spChg>
      </pc:sldChg>
      <pc:sldChg chg="modSp add mod">
        <pc:chgData name="Hasan Jamal" userId="6724a5da2ffd1b8f" providerId="LiveId" clId="{0C177C6E-E5F3-4BD7-A9C3-3F2F65AA2CAB}" dt="2024-10-21T06:26:39.376" v="7844" actId="20577"/>
        <pc:sldMkLst>
          <pc:docMk/>
          <pc:sldMk cId="2337953599" sldId="828"/>
        </pc:sldMkLst>
        <pc:spChg chg="mod">
          <ac:chgData name="Hasan Jamal" userId="6724a5da2ffd1b8f" providerId="LiveId" clId="{0C177C6E-E5F3-4BD7-A9C3-3F2F65AA2CAB}" dt="2024-10-21T06:26:39.376" v="7844" actId="20577"/>
          <ac:spMkLst>
            <pc:docMk/>
            <pc:sldMk cId="2337953599" sldId="828"/>
            <ac:spMk id="12" creationId="{EF0103A9-5651-5DD5-4896-4F41D6AC8FB0}"/>
          </ac:spMkLst>
        </pc:spChg>
        <pc:spChg chg="mod">
          <ac:chgData name="Hasan Jamal" userId="6724a5da2ffd1b8f" providerId="LiveId" clId="{0C177C6E-E5F3-4BD7-A9C3-3F2F65AA2CAB}" dt="2024-10-21T06:22:14.054" v="7497" actId="20577"/>
          <ac:spMkLst>
            <pc:docMk/>
            <pc:sldMk cId="2337953599" sldId="828"/>
            <ac:spMk id="3074" creationId="{CA47A105-0621-416E-E0A9-1345A9A613B1}"/>
          </ac:spMkLst>
        </pc:spChg>
      </pc:sldChg>
      <pc:sldChg chg="modSp add mod">
        <pc:chgData name="Hasan Jamal" userId="6724a5da2ffd1b8f" providerId="LiveId" clId="{0C177C6E-E5F3-4BD7-A9C3-3F2F65AA2CAB}" dt="2024-10-21T06:31:02.473" v="7988"/>
        <pc:sldMkLst>
          <pc:docMk/>
          <pc:sldMk cId="2145772478" sldId="829"/>
        </pc:sldMkLst>
        <pc:spChg chg="mod">
          <ac:chgData name="Hasan Jamal" userId="6724a5da2ffd1b8f" providerId="LiveId" clId="{0C177C6E-E5F3-4BD7-A9C3-3F2F65AA2CAB}" dt="2024-10-21T06:31:02.473" v="7988"/>
          <ac:spMkLst>
            <pc:docMk/>
            <pc:sldMk cId="2145772478" sldId="829"/>
            <ac:spMk id="12" creationId="{DB62EF7B-FE98-C7B5-1A3B-7B92DF08354A}"/>
          </ac:spMkLst>
        </pc:spChg>
        <pc:spChg chg="mod">
          <ac:chgData name="Hasan Jamal" userId="6724a5da2ffd1b8f" providerId="LiveId" clId="{0C177C6E-E5F3-4BD7-A9C3-3F2F65AA2CAB}" dt="2024-10-21T06:27:01.540" v="7856" actId="20577"/>
          <ac:spMkLst>
            <pc:docMk/>
            <pc:sldMk cId="2145772478" sldId="829"/>
            <ac:spMk id="3074" creationId="{A20F2CB3-CD08-5303-AE16-D0AD38BEB250}"/>
          </ac:spMkLst>
        </pc:spChg>
      </pc:sldChg>
      <pc:sldChg chg="delSp modSp add mod">
        <pc:chgData name="Hasan Jamal" userId="6724a5da2ffd1b8f" providerId="LiveId" clId="{0C177C6E-E5F3-4BD7-A9C3-3F2F65AA2CAB}" dt="2024-10-21T10:02:52.046" v="8635" actId="20577"/>
        <pc:sldMkLst>
          <pc:docMk/>
          <pc:sldMk cId="2929076733" sldId="830"/>
        </pc:sldMkLst>
        <pc:spChg chg="mod">
          <ac:chgData name="Hasan Jamal" userId="6724a5da2ffd1b8f" providerId="LiveId" clId="{0C177C6E-E5F3-4BD7-A9C3-3F2F65AA2CAB}" dt="2024-10-21T10:02:52.046" v="8635" actId="20577"/>
          <ac:spMkLst>
            <pc:docMk/>
            <pc:sldMk cId="2929076733" sldId="830"/>
            <ac:spMk id="2" creationId="{0B5B56A0-E7F9-8C91-93D3-B51B34865CD7}"/>
          </ac:spMkLst>
        </pc:spChg>
        <pc:spChg chg="mod">
          <ac:chgData name="Hasan Jamal" userId="6724a5da2ffd1b8f" providerId="LiveId" clId="{0C177C6E-E5F3-4BD7-A9C3-3F2F65AA2CAB}" dt="2024-10-21T06:45:01.609" v="8356" actId="1076"/>
          <ac:spMkLst>
            <pc:docMk/>
            <pc:sldMk cId="2929076733" sldId="830"/>
            <ac:spMk id="4" creationId="{A80941EF-AC95-6473-B5F4-13BFAC8003F2}"/>
          </ac:spMkLst>
        </pc:spChg>
        <pc:spChg chg="del mod">
          <ac:chgData name="Hasan Jamal" userId="6724a5da2ffd1b8f" providerId="LiveId" clId="{0C177C6E-E5F3-4BD7-A9C3-3F2F65AA2CAB}" dt="2024-10-21T06:41:16.269" v="8141" actId="478"/>
          <ac:spMkLst>
            <pc:docMk/>
            <pc:sldMk cId="2929076733" sldId="830"/>
            <ac:spMk id="5" creationId="{84D99131-CEB1-9F4F-DC29-28043447E9B7}"/>
          </ac:spMkLst>
        </pc:spChg>
        <pc:spChg chg="del mod">
          <ac:chgData name="Hasan Jamal" userId="6724a5da2ffd1b8f" providerId="LiveId" clId="{0C177C6E-E5F3-4BD7-A9C3-3F2F65AA2CAB}" dt="2024-10-21T06:41:16.269" v="8141" actId="478"/>
          <ac:spMkLst>
            <pc:docMk/>
            <pc:sldMk cId="2929076733" sldId="830"/>
            <ac:spMk id="6" creationId="{A5B6C0F0-5A12-E299-5926-0B94D3010873}"/>
          </ac:spMkLst>
        </pc:spChg>
        <pc:spChg chg="mod">
          <ac:chgData name="Hasan Jamal" userId="6724a5da2ffd1b8f" providerId="LiveId" clId="{0C177C6E-E5F3-4BD7-A9C3-3F2F65AA2CAB}" dt="2024-10-21T06:39:42.646" v="8114"/>
          <ac:spMkLst>
            <pc:docMk/>
            <pc:sldMk cId="2929076733" sldId="830"/>
            <ac:spMk id="7" creationId="{EB2B7D02-F793-B2DF-0563-BE3466DA8C4E}"/>
          </ac:spMkLst>
        </pc:spChg>
        <pc:spChg chg="mod">
          <ac:chgData name="Hasan Jamal" userId="6724a5da2ffd1b8f" providerId="LiveId" clId="{0C177C6E-E5F3-4BD7-A9C3-3F2F65AA2CAB}" dt="2024-10-21T06:44:19.113" v="8301" actId="1076"/>
          <ac:spMkLst>
            <pc:docMk/>
            <pc:sldMk cId="2929076733" sldId="830"/>
            <ac:spMk id="8" creationId="{6165E256-4493-9D95-B2A9-E412F7D7DE52}"/>
          </ac:spMkLst>
        </pc:spChg>
        <pc:spChg chg="mod">
          <ac:chgData name="Hasan Jamal" userId="6724a5da2ffd1b8f" providerId="LiveId" clId="{0C177C6E-E5F3-4BD7-A9C3-3F2F65AA2CAB}" dt="2024-10-21T06:43:56.337" v="8297" actId="1076"/>
          <ac:spMkLst>
            <pc:docMk/>
            <pc:sldMk cId="2929076733" sldId="830"/>
            <ac:spMk id="9" creationId="{56D87FE6-7588-C2A9-62A8-5F3C08D58C7C}"/>
          </ac:spMkLst>
        </pc:spChg>
        <pc:spChg chg="mod">
          <ac:chgData name="Hasan Jamal" userId="6724a5da2ffd1b8f" providerId="LiveId" clId="{0C177C6E-E5F3-4BD7-A9C3-3F2F65AA2CAB}" dt="2024-10-21T06:39:37.962" v="8113"/>
          <ac:spMkLst>
            <pc:docMk/>
            <pc:sldMk cId="2929076733" sldId="830"/>
            <ac:spMk id="10" creationId="{0736630A-248D-2909-8C11-FA4286B1A001}"/>
          </ac:spMkLst>
        </pc:spChg>
        <pc:spChg chg="mod">
          <ac:chgData name="Hasan Jamal" userId="6724a5da2ffd1b8f" providerId="LiveId" clId="{0C177C6E-E5F3-4BD7-A9C3-3F2F65AA2CAB}" dt="2024-10-21T06:44:04.276" v="8300" actId="14100"/>
          <ac:spMkLst>
            <pc:docMk/>
            <pc:sldMk cId="2929076733" sldId="830"/>
            <ac:spMk id="11" creationId="{09129CE0-D125-7824-D5CB-670BA2E51B8D}"/>
          </ac:spMkLst>
        </pc:spChg>
        <pc:spChg chg="mod">
          <ac:chgData name="Hasan Jamal" userId="6724a5da2ffd1b8f" providerId="LiveId" clId="{0C177C6E-E5F3-4BD7-A9C3-3F2F65AA2CAB}" dt="2024-10-21T06:44:30.522" v="8304" actId="1076"/>
          <ac:spMkLst>
            <pc:docMk/>
            <pc:sldMk cId="2929076733" sldId="830"/>
            <ac:spMk id="13" creationId="{E12E8595-8715-1A4B-2979-35AA57C948AD}"/>
          </ac:spMkLst>
        </pc:spChg>
        <pc:spChg chg="mod">
          <ac:chgData name="Hasan Jamal" userId="6724a5da2ffd1b8f" providerId="LiveId" clId="{0C177C6E-E5F3-4BD7-A9C3-3F2F65AA2CAB}" dt="2024-10-21T06:41:37.282" v="8195" actId="1035"/>
          <ac:spMkLst>
            <pc:docMk/>
            <pc:sldMk cId="2929076733" sldId="830"/>
            <ac:spMk id="15" creationId="{EBE313CA-AADF-9CCC-9ED9-77CC650435D0}"/>
          </ac:spMkLst>
        </pc:spChg>
        <pc:spChg chg="mod">
          <ac:chgData name="Hasan Jamal" userId="6724a5da2ffd1b8f" providerId="LiveId" clId="{0C177C6E-E5F3-4BD7-A9C3-3F2F65AA2CAB}" dt="2024-10-21T06:44:42.068" v="8330" actId="1035"/>
          <ac:spMkLst>
            <pc:docMk/>
            <pc:sldMk cId="2929076733" sldId="830"/>
            <ac:spMk id="25" creationId="{6D9D6C92-62D8-2299-89D1-88C318446DAD}"/>
          </ac:spMkLst>
        </pc:spChg>
        <pc:spChg chg="mod">
          <ac:chgData name="Hasan Jamal" userId="6724a5da2ffd1b8f" providerId="LiveId" clId="{0C177C6E-E5F3-4BD7-A9C3-3F2F65AA2CAB}" dt="2024-10-21T06:36:40.016" v="8004" actId="20577"/>
          <ac:spMkLst>
            <pc:docMk/>
            <pc:sldMk cId="2929076733" sldId="830"/>
            <ac:spMk id="3074" creationId="{26B5F793-59AC-4345-9898-ACA6DD401880}"/>
          </ac:spMkLst>
        </pc:spChg>
        <pc:cxnChg chg="mod">
          <ac:chgData name="Hasan Jamal" userId="6724a5da2ffd1b8f" providerId="LiveId" clId="{0C177C6E-E5F3-4BD7-A9C3-3F2F65AA2CAB}" dt="2024-10-21T06:44:54.276" v="8354" actId="1036"/>
          <ac:cxnSpMkLst>
            <pc:docMk/>
            <pc:sldMk cId="2929076733" sldId="830"/>
            <ac:cxnSpMk id="14" creationId="{375BDF44-2F4B-6B76-DEB2-0111569BAF04}"/>
          </ac:cxnSpMkLst>
        </pc:cxnChg>
        <pc:cxnChg chg="mod">
          <ac:chgData name="Hasan Jamal" userId="6724a5da2ffd1b8f" providerId="LiveId" clId="{0C177C6E-E5F3-4BD7-A9C3-3F2F65AA2CAB}" dt="2024-10-21T06:37:08.042" v="8025" actId="1035"/>
          <ac:cxnSpMkLst>
            <pc:docMk/>
            <pc:sldMk cId="2929076733" sldId="830"/>
            <ac:cxnSpMk id="17" creationId="{6F4BFBAA-0CC4-349E-410F-CDE6DA2A8A3B}"/>
          </ac:cxnSpMkLst>
        </pc:cxnChg>
        <pc:cxnChg chg="mod">
          <ac:chgData name="Hasan Jamal" userId="6724a5da2ffd1b8f" providerId="LiveId" clId="{0C177C6E-E5F3-4BD7-A9C3-3F2F65AA2CAB}" dt="2024-10-21T06:37:08.042" v="8025" actId="1035"/>
          <ac:cxnSpMkLst>
            <pc:docMk/>
            <pc:sldMk cId="2929076733" sldId="830"/>
            <ac:cxnSpMk id="18" creationId="{1C03B5C1-129C-7904-73D9-E2DA4665DF7D}"/>
          </ac:cxnSpMkLst>
        </pc:cxnChg>
        <pc:cxnChg chg="mod">
          <ac:chgData name="Hasan Jamal" userId="6724a5da2ffd1b8f" providerId="LiveId" clId="{0C177C6E-E5F3-4BD7-A9C3-3F2F65AA2CAB}" dt="2024-10-21T06:44:42.068" v="8330" actId="1035"/>
          <ac:cxnSpMkLst>
            <pc:docMk/>
            <pc:sldMk cId="2929076733" sldId="830"/>
            <ac:cxnSpMk id="26" creationId="{D15B8A14-FC38-AE9A-13FA-54DD575A3D05}"/>
          </ac:cxnSpMkLst>
        </pc:cxnChg>
        <pc:cxnChg chg="mod">
          <ac:chgData name="Hasan Jamal" userId="6724a5da2ffd1b8f" providerId="LiveId" clId="{0C177C6E-E5F3-4BD7-A9C3-3F2F65AA2CAB}" dt="2024-10-21T06:44:42.068" v="8330" actId="1035"/>
          <ac:cxnSpMkLst>
            <pc:docMk/>
            <pc:sldMk cId="2929076733" sldId="830"/>
            <ac:cxnSpMk id="27" creationId="{EA017406-6B1B-3E77-0604-FDA26AC3C373}"/>
          </ac:cxnSpMkLst>
        </pc:cxnChg>
      </pc:sldChg>
      <pc:sldChg chg="addSp modSp add mod">
        <pc:chgData name="Hasan Jamal" userId="6724a5da2ffd1b8f" providerId="LiveId" clId="{0C177C6E-E5F3-4BD7-A9C3-3F2F65AA2CAB}" dt="2024-10-21T10:05:11.888" v="8677" actId="1037"/>
        <pc:sldMkLst>
          <pc:docMk/>
          <pc:sldMk cId="33197305" sldId="831"/>
        </pc:sldMkLst>
        <pc:spChg chg="add mod">
          <ac:chgData name="Hasan Jamal" userId="6724a5da2ffd1b8f" providerId="LiveId" clId="{0C177C6E-E5F3-4BD7-A9C3-3F2F65AA2CAB}" dt="2024-10-21T10:05:11.888" v="8677" actId="1037"/>
          <ac:spMkLst>
            <pc:docMk/>
            <pc:sldMk cId="33197305" sldId="831"/>
            <ac:spMk id="2" creationId="{ABFD7869-C7C1-ACF6-FB23-FCD49CE5FD1C}"/>
          </ac:spMkLst>
        </pc:spChg>
        <pc:spChg chg="mod">
          <ac:chgData name="Hasan Jamal" userId="6724a5da2ffd1b8f" providerId="LiveId" clId="{0C177C6E-E5F3-4BD7-A9C3-3F2F65AA2CAB}" dt="2024-10-21T10:01:26.215" v="8556" actId="6549"/>
          <ac:spMkLst>
            <pc:docMk/>
            <pc:sldMk cId="33197305" sldId="831"/>
            <ac:spMk id="12" creationId="{1D85BD79-9B92-A0EF-9340-EAB09DD8311C}"/>
          </ac:spMkLst>
        </pc:spChg>
        <pc:spChg chg="mod">
          <ac:chgData name="Hasan Jamal" userId="6724a5da2ffd1b8f" providerId="LiveId" clId="{0C177C6E-E5F3-4BD7-A9C3-3F2F65AA2CAB}" dt="2024-10-21T09:59:31.989" v="8378" actId="20577"/>
          <ac:spMkLst>
            <pc:docMk/>
            <pc:sldMk cId="33197305" sldId="831"/>
            <ac:spMk id="3074" creationId="{9181BF80-8109-A7BF-AECC-5C6CCE98828D}"/>
          </ac:spMkLst>
        </pc:spChg>
      </pc:sldChg>
      <pc:sldChg chg="delSp modSp add mod">
        <pc:chgData name="Hasan Jamal" userId="6724a5da2ffd1b8f" providerId="LiveId" clId="{0C177C6E-E5F3-4BD7-A9C3-3F2F65AA2CAB}" dt="2024-10-21T10:14:37.695" v="8979" actId="2711"/>
        <pc:sldMkLst>
          <pc:docMk/>
          <pc:sldMk cId="3988028389" sldId="832"/>
        </pc:sldMkLst>
        <pc:spChg chg="del">
          <ac:chgData name="Hasan Jamal" userId="6724a5da2ffd1b8f" providerId="LiveId" clId="{0C177C6E-E5F3-4BD7-A9C3-3F2F65AA2CAB}" dt="2024-10-21T10:05:43.801" v="8679" actId="478"/>
          <ac:spMkLst>
            <pc:docMk/>
            <pc:sldMk cId="3988028389" sldId="832"/>
            <ac:spMk id="2" creationId="{9BCB1A10-7556-7603-C4B7-5371D0900E77}"/>
          </ac:spMkLst>
        </pc:spChg>
        <pc:spChg chg="mod">
          <ac:chgData name="Hasan Jamal" userId="6724a5da2ffd1b8f" providerId="LiveId" clId="{0C177C6E-E5F3-4BD7-A9C3-3F2F65AA2CAB}" dt="2024-10-21T10:14:37.695" v="8979" actId="2711"/>
          <ac:spMkLst>
            <pc:docMk/>
            <pc:sldMk cId="3988028389" sldId="832"/>
            <ac:spMk id="12" creationId="{A147D44C-8F93-F836-D903-69F767F94A03}"/>
          </ac:spMkLst>
        </pc:spChg>
      </pc:sldChg>
      <pc:sldChg chg="modSp add mod">
        <pc:chgData name="Hasan Jamal" userId="6724a5da2ffd1b8f" providerId="LiveId" clId="{0C177C6E-E5F3-4BD7-A9C3-3F2F65AA2CAB}" dt="2024-10-21T10:19:57.054" v="9110" actId="113"/>
        <pc:sldMkLst>
          <pc:docMk/>
          <pc:sldMk cId="1524573923" sldId="833"/>
        </pc:sldMkLst>
        <pc:spChg chg="mod">
          <ac:chgData name="Hasan Jamal" userId="6724a5da2ffd1b8f" providerId="LiveId" clId="{0C177C6E-E5F3-4BD7-A9C3-3F2F65AA2CAB}" dt="2024-10-21T10:19:57.054" v="9110" actId="113"/>
          <ac:spMkLst>
            <pc:docMk/>
            <pc:sldMk cId="1524573923" sldId="833"/>
            <ac:spMk id="12" creationId="{7538B74B-5126-1676-76AF-931D4A12979D}"/>
          </ac:spMkLst>
        </pc:spChg>
        <pc:spChg chg="mod">
          <ac:chgData name="Hasan Jamal" userId="6724a5da2ffd1b8f" providerId="LiveId" clId="{0C177C6E-E5F3-4BD7-A9C3-3F2F65AA2CAB}" dt="2024-10-21T10:15:17.265" v="8996" actId="20577"/>
          <ac:spMkLst>
            <pc:docMk/>
            <pc:sldMk cId="1524573923" sldId="833"/>
            <ac:spMk id="3074" creationId="{8E1FA472-2290-EA68-F277-E410B83B6A5F}"/>
          </ac:spMkLst>
        </pc:spChg>
      </pc:sldChg>
      <pc:sldChg chg="modSp add mod">
        <pc:chgData name="Hasan Jamal" userId="6724a5da2ffd1b8f" providerId="LiveId" clId="{0C177C6E-E5F3-4BD7-A9C3-3F2F65AA2CAB}" dt="2024-10-21T10:30:36.232" v="9295" actId="207"/>
        <pc:sldMkLst>
          <pc:docMk/>
          <pc:sldMk cId="2655579869" sldId="834"/>
        </pc:sldMkLst>
        <pc:spChg chg="mod">
          <ac:chgData name="Hasan Jamal" userId="6724a5da2ffd1b8f" providerId="LiveId" clId="{0C177C6E-E5F3-4BD7-A9C3-3F2F65AA2CAB}" dt="2024-10-21T10:30:36.232" v="9295" actId="207"/>
          <ac:spMkLst>
            <pc:docMk/>
            <pc:sldMk cId="2655579869" sldId="834"/>
            <ac:spMk id="12" creationId="{4D7DDF8C-665C-9C21-43E0-6EE4B56B0D0B}"/>
          </ac:spMkLst>
        </pc:spChg>
        <pc:spChg chg="mod">
          <ac:chgData name="Hasan Jamal" userId="6724a5da2ffd1b8f" providerId="LiveId" clId="{0C177C6E-E5F3-4BD7-A9C3-3F2F65AA2CAB}" dt="2024-10-21T10:20:21.792" v="9131" actId="20577"/>
          <ac:spMkLst>
            <pc:docMk/>
            <pc:sldMk cId="2655579869" sldId="834"/>
            <ac:spMk id="3074" creationId="{ED2C120E-C7EE-7EEC-CA23-CF2164A03D03}"/>
          </ac:spMkLst>
        </pc:spChg>
      </pc:sldChg>
      <pc:sldChg chg="addSp modSp add mod">
        <pc:chgData name="Hasan Jamal" userId="6724a5da2ffd1b8f" providerId="LiveId" clId="{0C177C6E-E5F3-4BD7-A9C3-3F2F65AA2CAB}" dt="2024-11-14T10:47:29.266" v="13389" actId="20577"/>
        <pc:sldMkLst>
          <pc:docMk/>
          <pc:sldMk cId="273887641" sldId="835"/>
        </pc:sldMkLst>
        <pc:spChg chg="add mod">
          <ac:chgData name="Hasan Jamal" userId="6724a5da2ffd1b8f" providerId="LiveId" clId="{0C177C6E-E5F3-4BD7-A9C3-3F2F65AA2CAB}" dt="2024-10-21T10:40:00.784" v="9748" actId="207"/>
          <ac:spMkLst>
            <pc:docMk/>
            <pc:sldMk cId="273887641" sldId="835"/>
            <ac:spMk id="2" creationId="{4622F9A5-3AE5-8B35-3B3A-659F842CEBEF}"/>
          </ac:spMkLst>
        </pc:spChg>
        <pc:spChg chg="add mod">
          <ac:chgData name="Hasan Jamal" userId="6724a5da2ffd1b8f" providerId="LiveId" clId="{0C177C6E-E5F3-4BD7-A9C3-3F2F65AA2CAB}" dt="2024-10-21T10:41:41.200" v="9774" actId="1036"/>
          <ac:spMkLst>
            <pc:docMk/>
            <pc:sldMk cId="273887641" sldId="835"/>
            <ac:spMk id="4" creationId="{9FDC5D1B-56D6-0F90-2A3E-722A53413D59}"/>
          </ac:spMkLst>
        </pc:spChg>
        <pc:spChg chg="add mod">
          <ac:chgData name="Hasan Jamal" userId="6724a5da2ffd1b8f" providerId="LiveId" clId="{0C177C6E-E5F3-4BD7-A9C3-3F2F65AA2CAB}" dt="2024-10-21T10:41:54.211" v="9782" actId="1035"/>
          <ac:spMkLst>
            <pc:docMk/>
            <pc:sldMk cId="273887641" sldId="835"/>
            <ac:spMk id="5" creationId="{689373F3-1F76-033F-19C5-825D4FE8441C}"/>
          </ac:spMkLst>
        </pc:spChg>
        <pc:spChg chg="mod">
          <ac:chgData name="Hasan Jamal" userId="6724a5da2ffd1b8f" providerId="LiveId" clId="{0C177C6E-E5F3-4BD7-A9C3-3F2F65AA2CAB}" dt="2024-11-14T10:47:29.266" v="13389" actId="20577"/>
          <ac:spMkLst>
            <pc:docMk/>
            <pc:sldMk cId="273887641" sldId="835"/>
            <ac:spMk id="12" creationId="{E875A2D6-A456-DA17-B45D-4499BD8D247B}"/>
          </ac:spMkLst>
        </pc:spChg>
        <pc:spChg chg="mod">
          <ac:chgData name="Hasan Jamal" userId="6724a5da2ffd1b8f" providerId="LiveId" clId="{0C177C6E-E5F3-4BD7-A9C3-3F2F65AA2CAB}" dt="2024-10-21T10:32:58.167" v="9323" actId="20577"/>
          <ac:spMkLst>
            <pc:docMk/>
            <pc:sldMk cId="273887641" sldId="835"/>
            <ac:spMk id="3074" creationId="{FA5C0E87-11FE-2F07-49B9-C10052D915B7}"/>
          </ac:spMkLst>
        </pc:spChg>
        <pc:cxnChg chg="add mod">
          <ac:chgData name="Hasan Jamal" userId="6724a5da2ffd1b8f" providerId="LiveId" clId="{0C177C6E-E5F3-4BD7-A9C3-3F2F65AA2CAB}" dt="2024-10-21T10:41:11.380" v="9759" actId="208"/>
          <ac:cxnSpMkLst>
            <pc:docMk/>
            <pc:sldMk cId="273887641" sldId="835"/>
            <ac:cxnSpMk id="7" creationId="{18077838-AD32-F7F8-A0AB-9BB3D257D5C5}"/>
          </ac:cxnSpMkLst>
        </pc:cxnChg>
        <pc:cxnChg chg="add mod">
          <ac:chgData name="Hasan Jamal" userId="6724a5da2ffd1b8f" providerId="LiveId" clId="{0C177C6E-E5F3-4BD7-A9C3-3F2F65AA2CAB}" dt="2024-10-21T10:41:47.067" v="9775" actId="1076"/>
          <ac:cxnSpMkLst>
            <pc:docMk/>
            <pc:sldMk cId="273887641" sldId="835"/>
            <ac:cxnSpMk id="8" creationId="{E6746790-75CC-37BE-0613-2F3B4343417F}"/>
          </ac:cxnSpMkLst>
        </pc:cxnChg>
        <pc:cxnChg chg="add mod">
          <ac:chgData name="Hasan Jamal" userId="6724a5da2ffd1b8f" providerId="LiveId" clId="{0C177C6E-E5F3-4BD7-A9C3-3F2F65AA2CAB}" dt="2024-10-21T10:42:07.619" v="9788" actId="14100"/>
          <ac:cxnSpMkLst>
            <pc:docMk/>
            <pc:sldMk cId="273887641" sldId="835"/>
            <ac:cxnSpMk id="9" creationId="{39B7B0CA-FAB5-ABA6-31DF-15ECDE8A8C9F}"/>
          </ac:cxnSpMkLst>
        </pc:cxnChg>
      </pc:sldChg>
      <pc:sldChg chg="modSp add mod">
        <pc:chgData name="Hasan Jamal" userId="6724a5da2ffd1b8f" providerId="LiveId" clId="{0C177C6E-E5F3-4BD7-A9C3-3F2F65AA2CAB}" dt="2024-10-21T10:51:31.181" v="9919" actId="27636"/>
        <pc:sldMkLst>
          <pc:docMk/>
          <pc:sldMk cId="3236061358" sldId="836"/>
        </pc:sldMkLst>
        <pc:spChg chg="mod">
          <ac:chgData name="Hasan Jamal" userId="6724a5da2ffd1b8f" providerId="LiveId" clId="{0C177C6E-E5F3-4BD7-A9C3-3F2F65AA2CAB}" dt="2024-10-21T10:51:31.181" v="9919" actId="27636"/>
          <ac:spMkLst>
            <pc:docMk/>
            <pc:sldMk cId="3236061358" sldId="836"/>
            <ac:spMk id="12" creationId="{7996032A-BDED-6996-A52C-D144D6AB3A93}"/>
          </ac:spMkLst>
        </pc:spChg>
        <pc:spChg chg="mod">
          <ac:chgData name="Hasan Jamal" userId="6724a5da2ffd1b8f" providerId="LiveId" clId="{0C177C6E-E5F3-4BD7-A9C3-3F2F65AA2CAB}" dt="2024-10-21T10:44:41.656" v="9821" actId="20577"/>
          <ac:spMkLst>
            <pc:docMk/>
            <pc:sldMk cId="3236061358" sldId="836"/>
            <ac:spMk id="3074" creationId="{9232123C-D254-1437-5A03-6F49AF8E5E2C}"/>
          </ac:spMkLst>
        </pc:spChg>
      </pc:sldChg>
      <pc:sldChg chg="addSp modSp add mod">
        <pc:chgData name="Hasan Jamal" userId="6724a5da2ffd1b8f" providerId="LiveId" clId="{0C177C6E-E5F3-4BD7-A9C3-3F2F65AA2CAB}" dt="2024-10-21T11:09:20.141" v="10151" actId="1076"/>
        <pc:sldMkLst>
          <pc:docMk/>
          <pc:sldMk cId="2873902577" sldId="837"/>
        </pc:sldMkLst>
        <pc:spChg chg="add mod">
          <ac:chgData name="Hasan Jamal" userId="6724a5da2ffd1b8f" providerId="LiveId" clId="{0C177C6E-E5F3-4BD7-A9C3-3F2F65AA2CAB}" dt="2024-10-21T11:09:01.912" v="10148" actId="14100"/>
          <ac:spMkLst>
            <pc:docMk/>
            <pc:sldMk cId="2873902577" sldId="837"/>
            <ac:spMk id="2" creationId="{34257197-B50C-B849-3AF9-620CF39F481E}"/>
          </ac:spMkLst>
        </pc:spChg>
        <pc:spChg chg="add mod">
          <ac:chgData name="Hasan Jamal" userId="6724a5da2ffd1b8f" providerId="LiveId" clId="{0C177C6E-E5F3-4BD7-A9C3-3F2F65AA2CAB}" dt="2024-10-21T11:08:55.801" v="10147" actId="207"/>
          <ac:spMkLst>
            <pc:docMk/>
            <pc:sldMk cId="2873902577" sldId="837"/>
            <ac:spMk id="4" creationId="{5ACEEDC4-688F-1206-432C-76562B0025E4}"/>
          </ac:spMkLst>
        </pc:spChg>
        <pc:spChg chg="add mod">
          <ac:chgData name="Hasan Jamal" userId="6724a5da2ffd1b8f" providerId="LiveId" clId="{0C177C6E-E5F3-4BD7-A9C3-3F2F65AA2CAB}" dt="2024-10-21T11:09:13.964" v="10150" actId="1076"/>
          <ac:spMkLst>
            <pc:docMk/>
            <pc:sldMk cId="2873902577" sldId="837"/>
            <ac:spMk id="5" creationId="{1F05958C-2CDB-04A6-523D-635CAFBDCAF0}"/>
          </ac:spMkLst>
        </pc:spChg>
        <pc:spChg chg="add mod">
          <ac:chgData name="Hasan Jamal" userId="6724a5da2ffd1b8f" providerId="LiveId" clId="{0C177C6E-E5F3-4BD7-A9C3-3F2F65AA2CAB}" dt="2024-10-21T11:09:20.141" v="10151" actId="1076"/>
          <ac:spMkLst>
            <pc:docMk/>
            <pc:sldMk cId="2873902577" sldId="837"/>
            <ac:spMk id="6" creationId="{A7CE8E28-F0BF-57C6-7BCA-3DE4F395E881}"/>
          </ac:spMkLst>
        </pc:spChg>
        <pc:spChg chg="mod">
          <ac:chgData name="Hasan Jamal" userId="6724a5da2ffd1b8f" providerId="LiveId" clId="{0C177C6E-E5F3-4BD7-A9C3-3F2F65AA2CAB}" dt="2024-10-21T11:03:14.385" v="9945"/>
          <ac:spMkLst>
            <pc:docMk/>
            <pc:sldMk cId="2873902577" sldId="837"/>
            <ac:spMk id="12" creationId="{5C5E9CE0-0B10-4BF8-E811-4ED2B152A62E}"/>
          </ac:spMkLst>
        </pc:spChg>
      </pc:sldChg>
      <pc:sldChg chg="addSp delSp modSp add mod modAnim">
        <pc:chgData name="Hasan Jamal" userId="6724a5da2ffd1b8f" providerId="LiveId" clId="{0C177C6E-E5F3-4BD7-A9C3-3F2F65AA2CAB}" dt="2024-10-21T11:41:09.732" v="10587" actId="14100"/>
        <pc:sldMkLst>
          <pc:docMk/>
          <pc:sldMk cId="2270364909" sldId="838"/>
        </pc:sldMkLst>
        <pc:spChg chg="mod">
          <ac:chgData name="Hasan Jamal" userId="6724a5da2ffd1b8f" providerId="LiveId" clId="{0C177C6E-E5F3-4BD7-A9C3-3F2F65AA2CAB}" dt="2024-10-21T11:34:22.626" v="10487" actId="1035"/>
          <ac:spMkLst>
            <pc:docMk/>
            <pc:sldMk cId="2270364909" sldId="838"/>
            <ac:spMk id="2" creationId="{ABBDA3D1-8A07-DFE5-ABF7-39799E07255B}"/>
          </ac:spMkLst>
        </pc:spChg>
        <pc:spChg chg="del">
          <ac:chgData name="Hasan Jamal" userId="6724a5da2ffd1b8f" providerId="LiveId" clId="{0C177C6E-E5F3-4BD7-A9C3-3F2F65AA2CAB}" dt="2024-10-21T11:12:41.009" v="10243" actId="478"/>
          <ac:spMkLst>
            <pc:docMk/>
            <pc:sldMk cId="2270364909" sldId="838"/>
            <ac:spMk id="4" creationId="{81C20802-C553-80F6-949A-FD1DB6C7F267}"/>
          </ac:spMkLst>
        </pc:spChg>
        <pc:spChg chg="del">
          <ac:chgData name="Hasan Jamal" userId="6724a5da2ffd1b8f" providerId="LiveId" clId="{0C177C6E-E5F3-4BD7-A9C3-3F2F65AA2CAB}" dt="2024-10-21T11:12:36.963" v="10242" actId="478"/>
          <ac:spMkLst>
            <pc:docMk/>
            <pc:sldMk cId="2270364909" sldId="838"/>
            <ac:spMk id="5" creationId="{EB3FE806-8B45-E488-3060-97CFD29BB072}"/>
          </ac:spMkLst>
        </pc:spChg>
        <pc:spChg chg="del">
          <ac:chgData name="Hasan Jamal" userId="6724a5da2ffd1b8f" providerId="LiveId" clId="{0C177C6E-E5F3-4BD7-A9C3-3F2F65AA2CAB}" dt="2024-10-21T11:12:36.963" v="10242" actId="478"/>
          <ac:spMkLst>
            <pc:docMk/>
            <pc:sldMk cId="2270364909" sldId="838"/>
            <ac:spMk id="6" creationId="{90150A59-2BE3-8E46-C3EF-E9E52021158E}"/>
          </ac:spMkLst>
        </pc:spChg>
        <pc:spChg chg="add mod">
          <ac:chgData name="Hasan Jamal" userId="6724a5da2ffd1b8f" providerId="LiveId" clId="{0C177C6E-E5F3-4BD7-A9C3-3F2F65AA2CAB}" dt="2024-10-21T11:39:58.545" v="10573" actId="14100"/>
          <ac:spMkLst>
            <pc:docMk/>
            <pc:sldMk cId="2270364909" sldId="838"/>
            <ac:spMk id="7" creationId="{20A57248-7D8F-B582-165E-24E970555FDD}"/>
          </ac:spMkLst>
        </pc:spChg>
        <pc:spChg chg="add mod">
          <ac:chgData name="Hasan Jamal" userId="6724a5da2ffd1b8f" providerId="LiveId" clId="{0C177C6E-E5F3-4BD7-A9C3-3F2F65AA2CAB}" dt="2024-10-21T11:39:34.396" v="10569" actId="1036"/>
          <ac:spMkLst>
            <pc:docMk/>
            <pc:sldMk cId="2270364909" sldId="838"/>
            <ac:spMk id="8" creationId="{FD93AC6D-EE3E-4F2A-78A1-F95B4349C2A2}"/>
          </ac:spMkLst>
        </pc:spChg>
        <pc:spChg chg="mod">
          <ac:chgData name="Hasan Jamal" userId="6724a5da2ffd1b8f" providerId="LiveId" clId="{0C177C6E-E5F3-4BD7-A9C3-3F2F65AA2CAB}" dt="2024-10-21T11:35:33.852" v="10490" actId="14100"/>
          <ac:spMkLst>
            <pc:docMk/>
            <pc:sldMk cId="2270364909" sldId="838"/>
            <ac:spMk id="12" creationId="{E8FDD3B7-D8D5-21A9-A3CC-93895D639CE2}"/>
          </ac:spMkLst>
        </pc:spChg>
        <pc:spChg chg="add mod">
          <ac:chgData name="Hasan Jamal" userId="6724a5da2ffd1b8f" providerId="LiveId" clId="{0C177C6E-E5F3-4BD7-A9C3-3F2F65AA2CAB}" dt="2024-10-21T11:40:52.130" v="10583" actId="14100"/>
          <ac:spMkLst>
            <pc:docMk/>
            <pc:sldMk cId="2270364909" sldId="838"/>
            <ac:spMk id="14" creationId="{24FD7A98-E78A-776A-E1E2-D6F683DC53F9}"/>
          </ac:spMkLst>
        </pc:spChg>
        <pc:spChg chg="mod">
          <ac:chgData name="Hasan Jamal" userId="6724a5da2ffd1b8f" providerId="LiveId" clId="{0C177C6E-E5F3-4BD7-A9C3-3F2F65AA2CAB}" dt="2024-10-21T11:12:08.910" v="10174" actId="20577"/>
          <ac:spMkLst>
            <pc:docMk/>
            <pc:sldMk cId="2270364909" sldId="838"/>
            <ac:spMk id="3074" creationId="{86EE2601-78D2-6717-E9CF-74C24DF86EE3}"/>
          </ac:spMkLst>
        </pc:spChg>
        <pc:cxnChg chg="add mod">
          <ac:chgData name="Hasan Jamal" userId="6724a5da2ffd1b8f" providerId="LiveId" clId="{0C177C6E-E5F3-4BD7-A9C3-3F2F65AA2CAB}" dt="2024-10-21T11:40:03.142" v="10575" actId="14100"/>
          <ac:cxnSpMkLst>
            <pc:docMk/>
            <pc:sldMk cId="2270364909" sldId="838"/>
            <ac:cxnSpMk id="9" creationId="{BF5355F1-04CF-EA27-930E-495575D0A219}"/>
          </ac:cxnSpMkLst>
        </pc:cxnChg>
        <pc:cxnChg chg="add mod">
          <ac:chgData name="Hasan Jamal" userId="6724a5da2ffd1b8f" providerId="LiveId" clId="{0C177C6E-E5F3-4BD7-A9C3-3F2F65AA2CAB}" dt="2024-10-21T11:39:34.396" v="10569" actId="1036"/>
          <ac:cxnSpMkLst>
            <pc:docMk/>
            <pc:sldMk cId="2270364909" sldId="838"/>
            <ac:cxnSpMk id="10" creationId="{AC320A58-7647-7342-9CD2-CFFD2BD4C222}"/>
          </ac:cxnSpMkLst>
        </pc:cxnChg>
        <pc:cxnChg chg="add mod">
          <ac:chgData name="Hasan Jamal" userId="6724a5da2ffd1b8f" providerId="LiveId" clId="{0C177C6E-E5F3-4BD7-A9C3-3F2F65AA2CAB}" dt="2024-10-21T11:40:17.195" v="10578" actId="14100"/>
          <ac:cxnSpMkLst>
            <pc:docMk/>
            <pc:sldMk cId="2270364909" sldId="838"/>
            <ac:cxnSpMk id="11" creationId="{89452B81-A330-5CFB-93F7-B75B71B523AE}"/>
          </ac:cxnSpMkLst>
        </pc:cxnChg>
        <pc:cxnChg chg="add mod">
          <ac:chgData name="Hasan Jamal" userId="6724a5da2ffd1b8f" providerId="LiveId" clId="{0C177C6E-E5F3-4BD7-A9C3-3F2F65AA2CAB}" dt="2024-10-21T11:39:40.339" v="10571" actId="14100"/>
          <ac:cxnSpMkLst>
            <pc:docMk/>
            <pc:sldMk cId="2270364909" sldId="838"/>
            <ac:cxnSpMk id="13" creationId="{32903F07-0649-3C64-323A-7B0AE63AADDE}"/>
          </ac:cxnSpMkLst>
        </pc:cxnChg>
        <pc:cxnChg chg="add mod">
          <ac:chgData name="Hasan Jamal" userId="6724a5da2ffd1b8f" providerId="LiveId" clId="{0C177C6E-E5F3-4BD7-A9C3-3F2F65AA2CAB}" dt="2024-10-21T11:41:02.298" v="10586" actId="14100"/>
          <ac:cxnSpMkLst>
            <pc:docMk/>
            <pc:sldMk cId="2270364909" sldId="838"/>
            <ac:cxnSpMk id="15" creationId="{BB38F1C7-81DD-FFFB-2E89-39DCC03C88B6}"/>
          </ac:cxnSpMkLst>
        </pc:cxnChg>
        <pc:cxnChg chg="add mod">
          <ac:chgData name="Hasan Jamal" userId="6724a5da2ffd1b8f" providerId="LiveId" clId="{0C177C6E-E5F3-4BD7-A9C3-3F2F65AA2CAB}" dt="2024-10-21T11:41:09.732" v="10587" actId="14100"/>
          <ac:cxnSpMkLst>
            <pc:docMk/>
            <pc:sldMk cId="2270364909" sldId="838"/>
            <ac:cxnSpMk id="16" creationId="{C1C12D41-A686-5670-7C90-DF39A2F9946E}"/>
          </ac:cxnSpMkLst>
        </pc:cxnChg>
      </pc:sldChg>
      <pc:sldChg chg="modSp add mod">
        <pc:chgData name="Hasan Jamal" userId="6724a5da2ffd1b8f" providerId="LiveId" clId="{0C177C6E-E5F3-4BD7-A9C3-3F2F65AA2CAB}" dt="2024-10-21T11:48:16.460" v="10653"/>
        <pc:sldMkLst>
          <pc:docMk/>
          <pc:sldMk cId="1089796124" sldId="839"/>
        </pc:sldMkLst>
        <pc:spChg chg="mod">
          <ac:chgData name="Hasan Jamal" userId="6724a5da2ffd1b8f" providerId="LiveId" clId="{0C177C6E-E5F3-4BD7-A9C3-3F2F65AA2CAB}" dt="2024-10-21T11:48:16.460" v="10653"/>
          <ac:spMkLst>
            <pc:docMk/>
            <pc:sldMk cId="1089796124" sldId="839"/>
            <ac:spMk id="12" creationId="{F8CCDAA8-E352-C848-F97A-4EC205C48E28}"/>
          </ac:spMkLst>
        </pc:spChg>
        <pc:spChg chg="mod">
          <ac:chgData name="Hasan Jamal" userId="6724a5da2ffd1b8f" providerId="LiveId" clId="{0C177C6E-E5F3-4BD7-A9C3-3F2F65AA2CAB}" dt="2024-10-21T11:44:22.720" v="10609" actId="20577"/>
          <ac:spMkLst>
            <pc:docMk/>
            <pc:sldMk cId="1089796124" sldId="839"/>
            <ac:spMk id="3074" creationId="{A92F1CB3-C67A-0934-4589-EEF3ACDC4A6A}"/>
          </ac:spMkLst>
        </pc:spChg>
      </pc:sldChg>
      <pc:sldChg chg="modSp add mod">
        <pc:chgData name="Hasan Jamal" userId="6724a5da2ffd1b8f" providerId="LiveId" clId="{0C177C6E-E5F3-4BD7-A9C3-3F2F65AA2CAB}" dt="2024-10-21T11:50:17.984" v="10673" actId="2711"/>
        <pc:sldMkLst>
          <pc:docMk/>
          <pc:sldMk cId="1929446052" sldId="840"/>
        </pc:sldMkLst>
        <pc:spChg chg="mod">
          <ac:chgData name="Hasan Jamal" userId="6724a5da2ffd1b8f" providerId="LiveId" clId="{0C177C6E-E5F3-4BD7-A9C3-3F2F65AA2CAB}" dt="2024-10-21T11:50:17.984" v="10673" actId="2711"/>
          <ac:spMkLst>
            <pc:docMk/>
            <pc:sldMk cId="1929446052" sldId="840"/>
            <ac:spMk id="12" creationId="{50DB5F9C-86CD-6C44-081A-C2A78C46A97C}"/>
          </ac:spMkLst>
        </pc:spChg>
      </pc:sldChg>
      <pc:sldChg chg="modSp add mod">
        <pc:chgData name="Hasan Jamal" userId="6724a5da2ffd1b8f" providerId="LiveId" clId="{0C177C6E-E5F3-4BD7-A9C3-3F2F65AA2CAB}" dt="2024-10-21T11:57:00.395" v="10763"/>
        <pc:sldMkLst>
          <pc:docMk/>
          <pc:sldMk cId="819665932" sldId="841"/>
        </pc:sldMkLst>
        <pc:spChg chg="mod">
          <ac:chgData name="Hasan Jamal" userId="6724a5da2ffd1b8f" providerId="LiveId" clId="{0C177C6E-E5F3-4BD7-A9C3-3F2F65AA2CAB}" dt="2024-10-21T11:57:00.395" v="10763"/>
          <ac:spMkLst>
            <pc:docMk/>
            <pc:sldMk cId="819665932" sldId="841"/>
            <ac:spMk id="12" creationId="{0D7E099E-2945-4209-A0A2-139935CE8155}"/>
          </ac:spMkLst>
        </pc:spChg>
        <pc:spChg chg="mod">
          <ac:chgData name="Hasan Jamal" userId="6724a5da2ffd1b8f" providerId="LiveId" clId="{0C177C6E-E5F3-4BD7-A9C3-3F2F65AA2CAB}" dt="2024-10-21T11:50:46.344" v="10683" actId="20577"/>
          <ac:spMkLst>
            <pc:docMk/>
            <pc:sldMk cId="819665932" sldId="841"/>
            <ac:spMk id="3074" creationId="{17C27388-E1D4-2A7F-AB8E-30CBF9A7EF42}"/>
          </ac:spMkLst>
        </pc:spChg>
      </pc:sldChg>
      <pc:sldChg chg="modSp add mod">
        <pc:chgData name="Hasan Jamal" userId="6724a5da2ffd1b8f" providerId="LiveId" clId="{0C177C6E-E5F3-4BD7-A9C3-3F2F65AA2CAB}" dt="2024-10-22T03:52:12.875" v="11299" actId="14100"/>
        <pc:sldMkLst>
          <pc:docMk/>
          <pc:sldMk cId="2930702191" sldId="842"/>
        </pc:sldMkLst>
        <pc:spChg chg="mod">
          <ac:chgData name="Hasan Jamal" userId="6724a5da2ffd1b8f" providerId="LiveId" clId="{0C177C6E-E5F3-4BD7-A9C3-3F2F65AA2CAB}" dt="2024-10-22T03:52:12.875" v="11299" actId="14100"/>
          <ac:spMkLst>
            <pc:docMk/>
            <pc:sldMk cId="2930702191" sldId="842"/>
            <ac:spMk id="12" creationId="{DCC6C310-AED5-ED14-6E41-599123116953}"/>
          </ac:spMkLst>
        </pc:spChg>
        <pc:spChg chg="mod">
          <ac:chgData name="Hasan Jamal" userId="6724a5da2ffd1b8f" providerId="LiveId" clId="{0C177C6E-E5F3-4BD7-A9C3-3F2F65AA2CAB}" dt="2024-10-22T03:21:23.431" v="11244" actId="20577"/>
          <ac:spMkLst>
            <pc:docMk/>
            <pc:sldMk cId="2930702191" sldId="842"/>
            <ac:spMk id="3074" creationId="{16EA3D5C-5D6B-1B4D-98B9-A5120DD7D375}"/>
          </ac:spMkLst>
        </pc:spChg>
      </pc:sldChg>
      <pc:sldChg chg="modSp add mod">
        <pc:chgData name="Hasan Jamal" userId="6724a5da2ffd1b8f" providerId="LiveId" clId="{0C177C6E-E5F3-4BD7-A9C3-3F2F65AA2CAB}" dt="2024-10-22T07:23:45.163" v="12110" actId="1037"/>
        <pc:sldMkLst>
          <pc:docMk/>
          <pc:sldMk cId="394338546" sldId="843"/>
        </pc:sldMkLst>
        <pc:spChg chg="mod">
          <ac:chgData name="Hasan Jamal" userId="6724a5da2ffd1b8f" providerId="LiveId" clId="{0C177C6E-E5F3-4BD7-A9C3-3F2F65AA2CAB}" dt="2024-10-22T07:23:45.163" v="12110" actId="1037"/>
          <ac:spMkLst>
            <pc:docMk/>
            <pc:sldMk cId="394338546" sldId="843"/>
            <ac:spMk id="2" creationId="{A097DE09-EAF2-378D-7906-A3F950C7B32E}"/>
          </ac:spMkLst>
        </pc:spChg>
        <pc:spChg chg="mod">
          <ac:chgData name="Hasan Jamal" userId="6724a5da2ffd1b8f" providerId="LiveId" clId="{0C177C6E-E5F3-4BD7-A9C3-3F2F65AA2CAB}" dt="2024-10-22T07:23:41.831" v="12104" actId="14100"/>
          <ac:spMkLst>
            <pc:docMk/>
            <pc:sldMk cId="394338546" sldId="843"/>
            <ac:spMk id="4" creationId="{D0A3C34F-6A61-A012-816C-FA06D351C0E0}"/>
          </ac:spMkLst>
        </pc:spChg>
      </pc:sldChg>
      <pc:sldChg chg="modSp add del mod">
        <pc:chgData name="Hasan Jamal" userId="6724a5da2ffd1b8f" providerId="LiveId" clId="{0C177C6E-E5F3-4BD7-A9C3-3F2F65AA2CAB}" dt="2024-10-21T12:38:05.267" v="11009" actId="2696"/>
        <pc:sldMkLst>
          <pc:docMk/>
          <pc:sldMk cId="1485043646" sldId="843"/>
        </pc:sldMkLst>
        <pc:spChg chg="mod">
          <ac:chgData name="Hasan Jamal" userId="6724a5da2ffd1b8f" providerId="LiveId" clId="{0C177C6E-E5F3-4BD7-A9C3-3F2F65AA2CAB}" dt="2024-10-21T12:32:56.921" v="10910" actId="1036"/>
          <ac:spMkLst>
            <pc:docMk/>
            <pc:sldMk cId="1485043646" sldId="843"/>
            <ac:spMk id="2" creationId="{A097DE09-EAF2-378D-7906-A3F950C7B32E}"/>
          </ac:spMkLst>
        </pc:spChg>
        <pc:spChg chg="mod">
          <ac:chgData name="Hasan Jamal" userId="6724a5da2ffd1b8f" providerId="LiveId" clId="{0C177C6E-E5F3-4BD7-A9C3-3F2F65AA2CAB}" dt="2024-10-21T12:32:40.394" v="10903" actId="14100"/>
          <ac:spMkLst>
            <pc:docMk/>
            <pc:sldMk cId="1485043646" sldId="843"/>
            <ac:spMk id="4" creationId="{D0A3C34F-6A61-A012-816C-FA06D351C0E0}"/>
          </ac:spMkLst>
        </pc:spChg>
        <pc:spChg chg="mod">
          <ac:chgData name="Hasan Jamal" userId="6724a5da2ffd1b8f" providerId="LiveId" clId="{0C177C6E-E5F3-4BD7-A9C3-3F2F65AA2CAB}" dt="2024-10-21T12:27:55.060" v="10840" actId="20577"/>
          <ac:spMkLst>
            <pc:docMk/>
            <pc:sldMk cId="1485043646" sldId="843"/>
            <ac:spMk id="3074" creationId="{B047340A-466E-C069-9152-0CF91DA6C947}"/>
          </ac:spMkLst>
        </pc:spChg>
      </pc:sldChg>
      <pc:sldChg chg="add">
        <pc:chgData name="Hasan Jamal" userId="6724a5da2ffd1b8f" providerId="LiveId" clId="{0C177C6E-E5F3-4BD7-A9C3-3F2F65AA2CAB}" dt="2024-10-21T12:38:18.875" v="11010"/>
        <pc:sldMkLst>
          <pc:docMk/>
          <pc:sldMk cId="2154689295" sldId="844"/>
        </pc:sldMkLst>
      </pc:sldChg>
      <pc:sldChg chg="modSp add del mod">
        <pc:chgData name="Hasan Jamal" userId="6724a5da2ffd1b8f" providerId="LiveId" clId="{0C177C6E-E5F3-4BD7-A9C3-3F2F65AA2CAB}" dt="2024-10-21T12:38:05.267" v="11009" actId="2696"/>
        <pc:sldMkLst>
          <pc:docMk/>
          <pc:sldMk cId="3535455859" sldId="844"/>
        </pc:sldMkLst>
        <pc:spChg chg="mod">
          <ac:chgData name="Hasan Jamal" userId="6724a5da2ffd1b8f" providerId="LiveId" clId="{0C177C6E-E5F3-4BD7-A9C3-3F2F65AA2CAB}" dt="2024-10-21T12:36:25.846" v="10962" actId="20577"/>
          <ac:spMkLst>
            <pc:docMk/>
            <pc:sldMk cId="3535455859" sldId="844"/>
            <ac:spMk id="4" creationId="{6B825CD9-7420-DB51-C09C-F4359E2549F5}"/>
          </ac:spMkLst>
        </pc:spChg>
        <pc:spChg chg="mod">
          <ac:chgData name="Hasan Jamal" userId="6724a5da2ffd1b8f" providerId="LiveId" clId="{0C177C6E-E5F3-4BD7-A9C3-3F2F65AA2CAB}" dt="2024-10-21T12:36:32.008" v="10963" actId="1076"/>
          <ac:spMkLst>
            <pc:docMk/>
            <pc:sldMk cId="3535455859" sldId="844"/>
            <ac:spMk id="5" creationId="{A928E8A5-6142-FFFB-C305-346BDFAC5C71}"/>
          </ac:spMkLst>
        </pc:spChg>
        <pc:spChg chg="mod">
          <ac:chgData name="Hasan Jamal" userId="6724a5da2ffd1b8f" providerId="LiveId" clId="{0C177C6E-E5F3-4BD7-A9C3-3F2F65AA2CAB}" dt="2024-10-21T12:33:15.498" v="10922" actId="20577"/>
          <ac:spMkLst>
            <pc:docMk/>
            <pc:sldMk cId="3535455859" sldId="844"/>
            <ac:spMk id="3074" creationId="{A84ADD0C-53AE-B239-3255-D64CD5D56D72}"/>
          </ac:spMkLst>
        </pc:spChg>
      </pc:sldChg>
      <pc:sldChg chg="addSp delSp modSp add del mod">
        <pc:chgData name="Hasan Jamal" userId="6724a5da2ffd1b8f" providerId="LiveId" clId="{0C177C6E-E5F3-4BD7-A9C3-3F2F65AA2CAB}" dt="2024-10-21T12:38:05.267" v="11009" actId="2696"/>
        <pc:sldMkLst>
          <pc:docMk/>
          <pc:sldMk cId="989580847" sldId="845"/>
        </pc:sldMkLst>
        <pc:spChg chg="del">
          <ac:chgData name="Hasan Jamal" userId="6724a5da2ffd1b8f" providerId="LiveId" clId="{0C177C6E-E5F3-4BD7-A9C3-3F2F65AA2CAB}" dt="2024-10-21T12:37:29.001" v="10998" actId="478"/>
          <ac:spMkLst>
            <pc:docMk/>
            <pc:sldMk cId="989580847" sldId="845"/>
            <ac:spMk id="4" creationId="{AA232459-B804-8F77-8F48-C5C34543C029}"/>
          </ac:spMkLst>
        </pc:spChg>
        <pc:spChg chg="del">
          <ac:chgData name="Hasan Jamal" userId="6724a5da2ffd1b8f" providerId="LiveId" clId="{0C177C6E-E5F3-4BD7-A9C3-3F2F65AA2CAB}" dt="2024-10-21T12:37:26.039" v="10997" actId="478"/>
          <ac:spMkLst>
            <pc:docMk/>
            <pc:sldMk cId="989580847" sldId="845"/>
            <ac:spMk id="5" creationId="{649DAD6E-1F77-0F43-C58C-C52870B5E884}"/>
          </ac:spMkLst>
        </pc:spChg>
        <pc:spChg chg="mod">
          <ac:chgData name="Hasan Jamal" userId="6724a5da2ffd1b8f" providerId="LiveId" clId="{0C177C6E-E5F3-4BD7-A9C3-3F2F65AA2CAB}" dt="2024-10-21T12:37:10.077" v="10996" actId="6549"/>
          <ac:spMkLst>
            <pc:docMk/>
            <pc:sldMk cId="989580847" sldId="845"/>
            <ac:spMk id="3074" creationId="{CD173631-37FB-4C9D-C42D-118C89E8758F}"/>
          </ac:spMkLst>
        </pc:spChg>
        <pc:spChg chg="add mod">
          <ac:chgData name="Hasan Jamal" userId="6724a5da2ffd1b8f" providerId="LiveId" clId="{0C177C6E-E5F3-4BD7-A9C3-3F2F65AA2CAB}" dt="2024-10-21T12:37:54.007" v="11008" actId="1076"/>
          <ac:spMkLst>
            <pc:docMk/>
            <pc:sldMk cId="989580847" sldId="845"/>
            <ac:spMk id="39938" creationId="{4E8D67E4-BCAA-45F8-A130-6E0213E73223}"/>
          </ac:spMkLst>
        </pc:spChg>
      </pc:sldChg>
      <pc:sldChg chg="add">
        <pc:chgData name="Hasan Jamal" userId="6724a5da2ffd1b8f" providerId="LiveId" clId="{0C177C6E-E5F3-4BD7-A9C3-3F2F65AA2CAB}" dt="2024-10-21T12:38:18.875" v="11010"/>
        <pc:sldMkLst>
          <pc:docMk/>
          <pc:sldMk cId="1334668103" sldId="845"/>
        </pc:sldMkLst>
      </pc:sldChg>
      <pc:sldChg chg="add">
        <pc:chgData name="Hasan Jamal" userId="6724a5da2ffd1b8f" providerId="LiveId" clId="{0C177C6E-E5F3-4BD7-A9C3-3F2F65AA2CAB}" dt="2024-10-21T12:44:41.817" v="11037" actId="2890"/>
        <pc:sldMkLst>
          <pc:docMk/>
          <pc:sldMk cId="1920630109" sldId="846"/>
        </pc:sldMkLst>
      </pc:sldChg>
      <pc:sldChg chg="addSp modSp add mod">
        <pc:chgData name="Hasan Jamal" userId="6724a5da2ffd1b8f" providerId="LiveId" clId="{0C177C6E-E5F3-4BD7-A9C3-3F2F65AA2CAB}" dt="2024-10-22T04:15:52.282" v="11546" actId="1076"/>
        <pc:sldMkLst>
          <pc:docMk/>
          <pc:sldMk cId="986470987" sldId="847"/>
        </pc:sldMkLst>
        <pc:spChg chg="mod">
          <ac:chgData name="Hasan Jamal" userId="6724a5da2ffd1b8f" providerId="LiveId" clId="{0C177C6E-E5F3-4BD7-A9C3-3F2F65AA2CAB}" dt="2024-10-22T04:15:27.197" v="11544"/>
          <ac:spMkLst>
            <pc:docMk/>
            <pc:sldMk cId="986470987" sldId="847"/>
            <ac:spMk id="12" creationId="{ADBDB5DC-479C-9869-6FA6-D17C7E84C598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26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27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28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29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35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36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37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38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39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0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1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2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3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4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5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6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7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8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9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50" creationId="{00000000-0000-0000-0000-000000000000}"/>
          </ac:spMkLst>
        </pc:spChg>
        <pc:grpChg chg="add 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2" creationId="{803A10D1-9446-AF32-99B5-1E904B3AEA59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5130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5131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5132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5133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5134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421920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421921" creationId="{00000000-0000-0000-0000-000000000000}"/>
          </ac:grpSpMkLst>
        </pc:grpChg>
      </pc:sldChg>
      <pc:sldChg chg="add">
        <pc:chgData name="Hasan Jamal" userId="6724a5da2ffd1b8f" providerId="LiveId" clId="{0C177C6E-E5F3-4BD7-A9C3-3F2F65AA2CAB}" dt="2024-10-22T04:21:59.492" v="11547" actId="2890"/>
        <pc:sldMkLst>
          <pc:docMk/>
          <pc:sldMk cId="2737903966" sldId="848"/>
        </pc:sldMkLst>
      </pc:sldChg>
      <pc:sldChg chg="modSp add del mod">
        <pc:chgData name="Hasan Jamal" userId="6724a5da2ffd1b8f" providerId="LiveId" clId="{0C177C6E-E5F3-4BD7-A9C3-3F2F65AA2CAB}" dt="2024-10-22T04:39:44.736" v="12003" actId="47"/>
        <pc:sldMkLst>
          <pc:docMk/>
          <pc:sldMk cId="1480814588" sldId="849"/>
        </pc:sldMkLst>
        <pc:spChg chg="mod">
          <ac:chgData name="Hasan Jamal" userId="6724a5da2ffd1b8f" providerId="LiveId" clId="{0C177C6E-E5F3-4BD7-A9C3-3F2F65AA2CAB}" dt="2024-10-22T04:39:37.216" v="12001" actId="21"/>
          <ac:spMkLst>
            <pc:docMk/>
            <pc:sldMk cId="1480814588" sldId="849"/>
            <ac:spMk id="12" creationId="{20A5AB15-F29A-665A-D9D1-9994CE9199F7}"/>
          </ac:spMkLst>
        </pc:spChg>
      </pc:sldChg>
      <pc:sldChg chg="addSp modSp add mod modAnim">
        <pc:chgData name="Hasan Jamal" userId="6724a5da2ffd1b8f" providerId="LiveId" clId="{0C177C6E-E5F3-4BD7-A9C3-3F2F65AA2CAB}" dt="2024-10-22T05:06:53.487" v="12026"/>
        <pc:sldMkLst>
          <pc:docMk/>
          <pc:sldMk cId="1936587309" sldId="850"/>
        </pc:sldMkLst>
        <pc:spChg chg="mod">
          <ac:chgData name="Hasan Jamal" userId="6724a5da2ffd1b8f" providerId="LiveId" clId="{0C177C6E-E5F3-4BD7-A9C3-3F2F65AA2CAB}" dt="2024-10-22T04:39:51.870" v="12005" actId="15"/>
          <ac:spMkLst>
            <pc:docMk/>
            <pc:sldMk cId="1936587309" sldId="850"/>
            <ac:spMk id="12" creationId="{218220BE-25BD-01A2-81B7-CB44E5AD6741}"/>
          </ac:spMkLst>
        </pc:spChg>
        <pc:spChg chg="mod">
          <ac:chgData name="Hasan Jamal" userId="6724a5da2ffd1b8f" providerId="LiveId" clId="{0C177C6E-E5F3-4BD7-A9C3-3F2F65AA2CAB}" dt="2024-10-22T04:39:25.864" v="11998"/>
          <ac:spMkLst>
            <pc:docMk/>
            <pc:sldMk cId="1936587309" sldId="850"/>
            <ac:spMk id="3074" creationId="{76A57371-2534-B0E2-D6CE-DEBCF4B84E2C}"/>
          </ac:spMkLst>
        </pc:spChg>
        <pc:picChg chg="add mod">
          <ac:chgData name="Hasan Jamal" userId="6724a5da2ffd1b8f" providerId="LiveId" clId="{0C177C6E-E5F3-4BD7-A9C3-3F2F65AA2CAB}" dt="2024-10-22T04:39:08.424" v="11996" actId="1036"/>
          <ac:picMkLst>
            <pc:docMk/>
            <pc:sldMk cId="1936587309" sldId="850"/>
            <ac:picMk id="6" creationId="{76521A0C-7DF5-886F-0A19-27F7E49AE47E}"/>
          </ac:picMkLst>
        </pc:picChg>
      </pc:sldChg>
      <pc:sldChg chg="modSp add mod modAnim">
        <pc:chgData name="Hasan Jamal" userId="6724a5da2ffd1b8f" providerId="LiveId" clId="{0C177C6E-E5F3-4BD7-A9C3-3F2F65AA2CAB}" dt="2024-10-22T05:08:13.524" v="12028"/>
        <pc:sldMkLst>
          <pc:docMk/>
          <pc:sldMk cId="3965400327" sldId="851"/>
        </pc:sldMkLst>
        <pc:spChg chg="mod">
          <ac:chgData name="Hasan Jamal" userId="6724a5da2ffd1b8f" providerId="LiveId" clId="{0C177C6E-E5F3-4BD7-A9C3-3F2F65AA2CAB}" dt="2024-10-22T04:39:41.226" v="12002"/>
          <ac:spMkLst>
            <pc:docMk/>
            <pc:sldMk cId="3965400327" sldId="851"/>
            <ac:spMk id="12" creationId="{04289D47-65BC-F9E5-C652-348E5F6008F9}"/>
          </ac:spMkLst>
        </pc:spChg>
      </pc:sldChg>
      <pc:sldChg chg="addSp delSp modSp add mod modAnim">
        <pc:chgData name="Hasan Jamal" userId="6724a5da2ffd1b8f" providerId="LiveId" clId="{0C177C6E-E5F3-4BD7-A9C3-3F2F65AA2CAB}" dt="2024-10-22T08:04:16.479" v="12478"/>
        <pc:sldMkLst>
          <pc:docMk/>
          <pc:sldMk cId="2480703900" sldId="852"/>
        </pc:sldMkLst>
        <pc:spChg chg="mod">
          <ac:chgData name="Hasan Jamal" userId="6724a5da2ffd1b8f" providerId="LiveId" clId="{0C177C6E-E5F3-4BD7-A9C3-3F2F65AA2CAB}" dt="2024-10-22T08:00:59.981" v="12475" actId="20577"/>
          <ac:spMkLst>
            <pc:docMk/>
            <pc:sldMk cId="2480703900" sldId="852"/>
            <ac:spMk id="12" creationId="{66615D86-BC4B-5FB5-4B8F-FA56C9A6F081}"/>
          </ac:spMkLst>
        </pc:spChg>
        <pc:graphicFrameChg chg="del mod">
          <ac:chgData name="Hasan Jamal" userId="6724a5da2ffd1b8f" providerId="LiveId" clId="{0C177C6E-E5F3-4BD7-A9C3-3F2F65AA2CAB}" dt="2024-10-22T07:55:15.525" v="12152" actId="478"/>
          <ac:graphicFrameMkLst>
            <pc:docMk/>
            <pc:sldMk cId="2480703900" sldId="852"/>
            <ac:graphicFrameMk id="2" creationId="{BE716935-9113-945D-33CC-69422CBA2CBB}"/>
          </ac:graphicFrameMkLst>
        </pc:graphicFrameChg>
        <pc:picChg chg="add mod">
          <ac:chgData name="Hasan Jamal" userId="6724a5da2ffd1b8f" providerId="LiveId" clId="{0C177C6E-E5F3-4BD7-A9C3-3F2F65AA2CAB}" dt="2024-10-22T08:04:05.506" v="12477" actId="14100"/>
          <ac:picMkLst>
            <pc:docMk/>
            <pc:sldMk cId="2480703900" sldId="852"/>
            <ac:picMk id="5" creationId="{9B84F9D6-0B41-673B-A4DB-02BBCE075A7A}"/>
          </ac:picMkLst>
        </pc:picChg>
      </pc:sldChg>
      <pc:sldChg chg="addSp delSp modSp add del mod delAnim modAnim">
        <pc:chgData name="Hasan Jamal" userId="6724a5da2ffd1b8f" providerId="LiveId" clId="{0C177C6E-E5F3-4BD7-A9C3-3F2F65AA2CAB}" dt="2024-10-23T19:39:36.906" v="13383" actId="47"/>
        <pc:sldMkLst>
          <pc:docMk/>
          <pc:sldMk cId="294136961" sldId="853"/>
        </pc:sldMkLst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5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6" creationId="{00000000-0000-0000-0000-000000000000}"/>
          </ac:spMkLst>
        </pc:spChg>
        <pc:spChg chg="del">
          <ac:chgData name="Hasan Jamal" userId="6724a5da2ffd1b8f" providerId="LiveId" clId="{0C177C6E-E5F3-4BD7-A9C3-3F2F65AA2CAB}" dt="2024-10-23T17:13:49.429" v="12534" actId="478"/>
          <ac:spMkLst>
            <pc:docMk/>
            <pc:sldMk cId="294136961" sldId="853"/>
            <ac:spMk id="7" creationId="{F8D7616E-69ED-0568-554E-3388C98A1921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8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9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0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1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04.379" v="12678" actId="108"/>
          <ac:spMkLst>
            <pc:docMk/>
            <pc:sldMk cId="294136961" sldId="853"/>
            <ac:spMk id="12" creationId="{0F7F7C8B-9830-77AB-8AC3-EE0ABD9FAA38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3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4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5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6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7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8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9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20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21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35:40.791" v="13048" actId="20577"/>
          <ac:spMkLst>
            <pc:docMk/>
            <pc:sldMk cId="294136961" sldId="853"/>
            <ac:spMk id="3074" creationId="{D52212E6-5BD5-70FC-7108-DCBFA603F238}"/>
          </ac:spMkLst>
        </pc:spChg>
        <pc:grpChg chg="add mod">
          <ac:chgData name="Hasan Jamal" userId="6724a5da2ffd1b8f" providerId="LiveId" clId="{0C177C6E-E5F3-4BD7-A9C3-3F2F65AA2CAB}" dt="2024-10-23T17:18:48.951" v="12685" actId="1037"/>
          <ac:grpSpMkLst>
            <pc:docMk/>
            <pc:sldMk cId="294136961" sldId="853"/>
            <ac:grpSpMk id="2" creationId="{00000000-0000-0000-0000-000000000000}"/>
          </ac:grpSpMkLst>
        </pc:grpChg>
        <pc:graphicFrameChg chg="del">
          <ac:chgData name="Hasan Jamal" userId="6724a5da2ffd1b8f" providerId="LiveId" clId="{0C177C6E-E5F3-4BD7-A9C3-3F2F65AA2CAB}" dt="2024-10-23T17:13:51.472" v="12535" actId="478"/>
          <ac:graphicFrameMkLst>
            <pc:docMk/>
            <pc:sldMk cId="294136961" sldId="853"/>
            <ac:graphicFrameMk id="4" creationId="{52D04B40-CC52-D99B-13C0-EA2F43CEAC46}"/>
          </ac:graphicFrameMkLst>
        </pc:graphicFrameChg>
      </pc:sldChg>
      <pc:sldChg chg="addSp delSp modSp add del mod">
        <pc:chgData name="Hasan Jamal" userId="6724a5da2ffd1b8f" providerId="LiveId" clId="{0C177C6E-E5F3-4BD7-A9C3-3F2F65AA2CAB}" dt="2024-10-23T19:39:36.906" v="13383" actId="47"/>
        <pc:sldMkLst>
          <pc:docMk/>
          <pc:sldMk cId="3262705335" sldId="854"/>
        </pc:sldMkLst>
        <pc:spChg chg="del">
          <ac:chgData name="Hasan Jamal" userId="6724a5da2ffd1b8f" providerId="LiveId" clId="{0C177C6E-E5F3-4BD7-A9C3-3F2F65AA2CAB}" dt="2024-10-23T17:19:35.491" v="12687" actId="478"/>
          <ac:spMkLst>
            <pc:docMk/>
            <pc:sldMk cId="3262705335" sldId="854"/>
            <ac:spMk id="12" creationId="{36EBED72-BED3-C3B3-63D6-6C57BC94C72B}"/>
          </ac:spMkLst>
        </pc:spChg>
        <pc:spChg chg="add mod">
          <ac:chgData name="Hasan Jamal" userId="6724a5da2ffd1b8f" providerId="LiveId" clId="{0C177C6E-E5F3-4BD7-A9C3-3F2F65AA2CAB}" dt="2024-10-23T17:34:05.004" v="13046" actId="14100"/>
          <ac:spMkLst>
            <pc:docMk/>
            <pc:sldMk cId="3262705335" sldId="854"/>
            <ac:spMk id="22" creationId="{EFE0645F-D91B-E42F-C311-A6202D56B31C}"/>
          </ac:spMkLst>
        </pc:spChg>
        <pc:spChg chg="add mod">
          <ac:chgData name="Hasan Jamal" userId="6724a5da2ffd1b8f" providerId="LiveId" clId="{0C177C6E-E5F3-4BD7-A9C3-3F2F65AA2CAB}" dt="2024-10-23T17:34:07.725" v="13047" actId="14100"/>
          <ac:spMkLst>
            <pc:docMk/>
            <pc:sldMk cId="3262705335" sldId="854"/>
            <ac:spMk id="23" creationId="{C83990FD-1A1E-711F-55B1-06B401314E6C}"/>
          </ac:spMkLst>
        </pc:spChg>
        <pc:spChg chg="mod">
          <ac:chgData name="Hasan Jamal" userId="6724a5da2ffd1b8f" providerId="LiveId" clId="{0C177C6E-E5F3-4BD7-A9C3-3F2F65AA2CAB}" dt="2024-10-23T17:35:54.258" v="13050" actId="20577"/>
          <ac:spMkLst>
            <pc:docMk/>
            <pc:sldMk cId="3262705335" sldId="854"/>
            <ac:spMk id="3074" creationId="{48F6E773-EF71-18B8-8847-5836E148BFA8}"/>
          </ac:spMkLst>
        </pc:spChg>
        <pc:grpChg chg="del">
          <ac:chgData name="Hasan Jamal" userId="6724a5da2ffd1b8f" providerId="LiveId" clId="{0C177C6E-E5F3-4BD7-A9C3-3F2F65AA2CAB}" dt="2024-10-23T17:19:38.853" v="12688" actId="478"/>
          <ac:grpSpMkLst>
            <pc:docMk/>
            <pc:sldMk cId="3262705335" sldId="854"/>
            <ac:grpSpMk id="2" creationId="{8A981988-8605-6033-461A-52756DDAC735}"/>
          </ac:grpSpMkLst>
        </pc:grpChg>
        <pc:picChg chg="add del">
          <ac:chgData name="Hasan Jamal" userId="6724a5da2ffd1b8f" providerId="LiveId" clId="{0C177C6E-E5F3-4BD7-A9C3-3F2F65AA2CAB}" dt="2024-10-23T17:19:41.692" v="12690" actId="22"/>
          <ac:picMkLst>
            <pc:docMk/>
            <pc:sldMk cId="3262705335" sldId="854"/>
            <ac:picMk id="7" creationId="{6D9A6DDF-5F51-37E6-0408-229A5BE67ED1}"/>
          </ac:picMkLst>
        </pc:picChg>
      </pc:sldChg>
      <pc:sldChg chg="addSp delSp modSp add del mod modAnim">
        <pc:chgData name="Hasan Jamal" userId="6724a5da2ffd1b8f" providerId="LiveId" clId="{0C177C6E-E5F3-4BD7-A9C3-3F2F65AA2CAB}" dt="2024-10-23T18:02:46.973" v="13351" actId="47"/>
        <pc:sldMkLst>
          <pc:docMk/>
          <pc:sldMk cId="2999619895" sldId="855"/>
        </pc:sldMkLst>
        <pc:spChg chg="add del mod">
          <ac:chgData name="Hasan Jamal" userId="6724a5da2ffd1b8f" providerId="LiveId" clId="{0C177C6E-E5F3-4BD7-A9C3-3F2F65AA2CAB}" dt="2024-10-23T17:40:05.498" v="13082" actId="478"/>
          <ac:spMkLst>
            <pc:docMk/>
            <pc:sldMk cId="2999619895" sldId="855"/>
            <ac:spMk id="2" creationId="{EEC28172-A294-98DC-BBC5-00B7E3593CA9}"/>
          </ac:spMkLst>
        </pc:spChg>
        <pc:spChg chg="add mod">
          <ac:chgData name="Hasan Jamal" userId="6724a5da2ffd1b8f" providerId="LiveId" clId="{0C177C6E-E5F3-4BD7-A9C3-3F2F65AA2CAB}" dt="2024-10-23T17:56:55.203" v="13326" actId="6549"/>
          <ac:spMkLst>
            <pc:docMk/>
            <pc:sldMk cId="2999619895" sldId="855"/>
            <ac:spMk id="4" creationId="{8D4343BC-E4FB-74FA-31C2-E53028CD082C}"/>
          </ac:spMkLst>
        </pc:spChg>
        <pc:spChg chg="mod">
          <ac:chgData name="Hasan Jamal" userId="6724a5da2ffd1b8f" providerId="LiveId" clId="{0C177C6E-E5F3-4BD7-A9C3-3F2F65AA2CAB}" dt="2024-10-23T17:57:21.469" v="13331" actId="14100"/>
          <ac:spMkLst>
            <pc:docMk/>
            <pc:sldMk cId="2999619895" sldId="855"/>
            <ac:spMk id="22" creationId="{FD5B529A-4E0B-658B-1071-979F47558C95}"/>
          </ac:spMkLst>
        </pc:spChg>
        <pc:spChg chg="mod">
          <ac:chgData name="Hasan Jamal" userId="6724a5da2ffd1b8f" providerId="LiveId" clId="{0C177C6E-E5F3-4BD7-A9C3-3F2F65AA2CAB}" dt="2024-10-23T17:57:23.849" v="13332" actId="14100"/>
          <ac:spMkLst>
            <pc:docMk/>
            <pc:sldMk cId="2999619895" sldId="855"/>
            <ac:spMk id="23" creationId="{F54B4AF2-E2B2-6F78-ED7B-D5ED02ABF9E5}"/>
          </ac:spMkLst>
        </pc:spChg>
      </pc:sldChg>
      <pc:sldChg chg="add del">
        <pc:chgData name="Hasan Jamal" userId="6724a5da2ffd1b8f" providerId="LiveId" clId="{0C177C6E-E5F3-4BD7-A9C3-3F2F65AA2CAB}" dt="2024-10-23T19:39:36.906" v="13383" actId="47"/>
        <pc:sldMkLst>
          <pc:docMk/>
          <pc:sldMk cId="984715250" sldId="856"/>
        </pc:sldMkLst>
      </pc:sldChg>
      <pc:sldChg chg="addSp delSp modSp add del ord modAnim">
        <pc:chgData name="Hasan Jamal" userId="6724a5da2ffd1b8f" providerId="LiveId" clId="{0C177C6E-E5F3-4BD7-A9C3-3F2F65AA2CAB}" dt="2024-10-23T19:39:36.906" v="13383" actId="47"/>
        <pc:sldMkLst>
          <pc:docMk/>
          <pc:sldMk cId="1288332448" sldId="857"/>
        </pc:sldMkLst>
        <pc:spChg chg="del">
          <ac:chgData name="Hasan Jamal" userId="6724a5da2ffd1b8f" providerId="LiveId" clId="{0C177C6E-E5F3-4BD7-A9C3-3F2F65AA2CAB}" dt="2024-10-23T18:00:19.005" v="13335" actId="478"/>
          <ac:spMkLst>
            <pc:docMk/>
            <pc:sldMk cId="1288332448" sldId="857"/>
            <ac:spMk id="4" creationId="{62B98BE3-9642-49DA-A685-F378DE701C10}"/>
          </ac:spMkLst>
        </pc:spChg>
        <pc:spChg chg="del">
          <ac:chgData name="Hasan Jamal" userId="6724a5da2ffd1b8f" providerId="LiveId" clId="{0C177C6E-E5F3-4BD7-A9C3-3F2F65AA2CAB}" dt="2024-10-23T18:00:19.005" v="13335" actId="478"/>
          <ac:spMkLst>
            <pc:docMk/>
            <pc:sldMk cId="1288332448" sldId="857"/>
            <ac:spMk id="22" creationId="{17A5D323-DADD-996B-9A35-27CAB1DC4A8E}"/>
          </ac:spMkLst>
        </pc:spChg>
        <pc:spChg chg="del">
          <ac:chgData name="Hasan Jamal" userId="6724a5da2ffd1b8f" providerId="LiveId" clId="{0C177C6E-E5F3-4BD7-A9C3-3F2F65AA2CAB}" dt="2024-10-23T18:00:19.005" v="13335" actId="478"/>
          <ac:spMkLst>
            <pc:docMk/>
            <pc:sldMk cId="1288332448" sldId="857"/>
            <ac:spMk id="23" creationId="{84504EDA-9AE0-17CB-5DFC-02CFB4CCDB6B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1989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44.169" v="13348" actId="1038"/>
          <ac:spMkLst>
            <pc:docMk/>
            <pc:sldMk cId="1288332448" sldId="857"/>
            <ac:spMk id="4199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1991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1992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200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2001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200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4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5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6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7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8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9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4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4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45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46" creationId="{00000000-0000-0000-0000-000000000000}"/>
          </ac:spMkLst>
        </pc:spChg>
      </pc:sldChg>
      <pc:sldChg chg="addSp delSp modSp add del modAnim">
        <pc:chgData name="Hasan Jamal" userId="6724a5da2ffd1b8f" providerId="LiveId" clId="{0C177C6E-E5F3-4BD7-A9C3-3F2F65AA2CAB}" dt="2024-10-23T19:39:36.906" v="13383" actId="47"/>
        <pc:sldMkLst>
          <pc:docMk/>
          <pc:sldMk cId="1767642564" sldId="858"/>
        </pc:sldMkLst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1989" creationId="{DCD4CC3F-6060-A733-CB3A-076FA96BBA7E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1990" creationId="{6A39C1C9-8A35-6E05-8594-92096CB8AFB7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1991" creationId="{2F254106-D2EF-576E-4657-312557CD2988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1992" creationId="{AC628A43-442B-C08A-7F89-4727B92438F8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2000" creationId="{C76B5C8B-8CC7-389C-63E9-6E49AF373858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2001" creationId="{EF11CABE-7423-4425-6F3A-6FD3534AA61E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2003" creationId="{D180C960-F70E-D30A-09AF-3BF6C85959E9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2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4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5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6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7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8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9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1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2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4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5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6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7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8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9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1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2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4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5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6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7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8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9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4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41" creationId="{00000000-0000-0000-0000-000000000000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3" creationId="{6AEEDE03-E7FE-AA37-FDA2-670B4DB94CF7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4" creationId="{C57756A5-E435-0E8D-A26D-4352FBF3D138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5" creationId="{2A548808-DFF0-798E-F27A-4A16A945161A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6" creationId="{50557A52-A0D4-2B82-3534-8D6DFD5E1738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7" creationId="{15DED2CC-2421-174B-01DE-953F30841AFF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8" creationId="{0D77926B-C611-2658-4EA4-968C71F70BFD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9" creationId="{11AA0BCA-C9AC-D0A8-6D36-3D562187518A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40" creationId="{34BD5DD3-9CE8-E697-1CC7-04CCE4CFDC71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43" creationId="{9CA64EBB-171C-3B69-5019-A42E4F592859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45" creationId="{9C84939B-C977-8232-F529-45DD63557BFD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46" creationId="{A891DD1F-979D-9C87-5367-178C3F6E6B9C}"/>
          </ac:spMkLst>
        </pc:spChg>
      </pc:sldChg>
    </pc:docChg>
  </pc:docChgLst>
  <pc:docChgLst>
    <pc:chgData name="Hasan Jamal" userId="6724a5da2ffd1b8f" providerId="Windows Live" clId="Web-{5AAA347F-379E-4546-B5B8-AB09BAAF3820}"/>
    <pc:docChg chg="modSld">
      <pc:chgData name="Hasan Jamal" userId="6724a5da2ffd1b8f" providerId="Windows Live" clId="Web-{5AAA347F-379E-4546-B5B8-AB09BAAF3820}" dt="2024-11-22T04:22:18.029" v="1" actId="20577"/>
      <pc:docMkLst>
        <pc:docMk/>
      </pc:docMkLst>
      <pc:sldChg chg="modSp">
        <pc:chgData name="Hasan Jamal" userId="6724a5da2ffd1b8f" providerId="Windows Live" clId="Web-{5AAA347F-379E-4546-B5B8-AB09BAAF3820}" dt="2024-11-22T04:22:18.029" v="1" actId="20577"/>
        <pc:sldMkLst>
          <pc:docMk/>
          <pc:sldMk cId="904013832" sldId="871"/>
        </pc:sldMkLst>
        <pc:spChg chg="mod">
          <ac:chgData name="Hasan Jamal" userId="6724a5da2ffd1b8f" providerId="Windows Live" clId="Web-{5AAA347F-379E-4546-B5B8-AB09BAAF3820}" dt="2024-11-22T04:22:18.029" v="1" actId="20577"/>
          <ac:spMkLst>
            <pc:docMk/>
            <pc:sldMk cId="904013832" sldId="871"/>
            <ac:spMk id="18" creationId="{1AB644B0-1AA8-6BFE-EB92-066D2CED80CF}"/>
          </ac:spMkLst>
        </pc:spChg>
      </pc:sldChg>
    </pc:docChg>
  </pc:docChgLst>
  <pc:docChgLst>
    <pc:chgData name="Hasan Jamal" userId="6724a5da2ffd1b8f" providerId="LiveId" clId="{61B860DB-D2A1-40B0-8544-99075C184C61}"/>
    <pc:docChg chg="undo redo custSel addSld delSld modSld sldOrd">
      <pc:chgData name="Hasan Jamal" userId="6724a5da2ffd1b8f" providerId="LiveId" clId="{61B860DB-D2A1-40B0-8544-99075C184C61}" dt="2024-11-22T16:59:04.741" v="6083" actId="47"/>
      <pc:docMkLst>
        <pc:docMk/>
      </pc:docMkLst>
      <pc:sldChg chg="modSp mod">
        <pc:chgData name="Hasan Jamal" userId="6724a5da2ffd1b8f" providerId="LiveId" clId="{61B860DB-D2A1-40B0-8544-99075C184C61}" dt="2024-11-20T07:35:28.738" v="12" actId="20577"/>
        <pc:sldMkLst>
          <pc:docMk/>
          <pc:sldMk cId="1423990881" sldId="267"/>
        </pc:sldMkLst>
        <pc:spChg chg="mod">
          <ac:chgData name="Hasan Jamal" userId="6724a5da2ffd1b8f" providerId="LiveId" clId="{61B860DB-D2A1-40B0-8544-99075C184C61}" dt="2024-11-20T07:35:28.738" v="12" actId="20577"/>
          <ac:spMkLst>
            <pc:docMk/>
            <pc:sldMk cId="1423990881" sldId="267"/>
            <ac:spMk id="8" creationId="{00000000-0000-0000-0000-000000000000}"/>
          </ac:spMkLst>
        </pc:spChg>
      </pc:sldChg>
      <pc:sldChg chg="del">
        <pc:chgData name="Hasan Jamal" userId="6724a5da2ffd1b8f" providerId="LiveId" clId="{61B860DB-D2A1-40B0-8544-99075C184C61}" dt="2024-11-21T10:36:39.966" v="4037" actId="47"/>
        <pc:sldMkLst>
          <pc:docMk/>
          <pc:sldMk cId="728946806" sldId="665"/>
        </pc:sldMkLst>
      </pc:sldChg>
      <pc:sldChg chg="modSp mod modAnim">
        <pc:chgData name="Hasan Jamal" userId="6724a5da2ffd1b8f" providerId="LiveId" clId="{61B860DB-D2A1-40B0-8544-99075C184C61}" dt="2024-11-22T01:57:51.988" v="4664"/>
        <pc:sldMkLst>
          <pc:docMk/>
          <pc:sldMk cId="2875525734" sldId="687"/>
        </pc:sldMkLst>
        <pc:spChg chg="mod">
          <ac:chgData name="Hasan Jamal" userId="6724a5da2ffd1b8f" providerId="LiveId" clId="{61B860DB-D2A1-40B0-8544-99075C184C61}" dt="2024-11-22T01:57:26.600" v="4662" actId="27636"/>
          <ac:spMkLst>
            <pc:docMk/>
            <pc:sldMk cId="2875525734" sldId="687"/>
            <ac:spMk id="4" creationId="{C69BE06D-A220-AA0B-AC32-235D90D3A7FE}"/>
          </ac:spMkLst>
        </pc:spChg>
        <pc:spChg chg="mod">
          <ac:chgData name="Hasan Jamal" userId="6724a5da2ffd1b8f" providerId="LiveId" clId="{61B860DB-D2A1-40B0-8544-99075C184C61}" dt="2024-11-22T01:53:45.554" v="4632"/>
          <ac:spMkLst>
            <pc:docMk/>
            <pc:sldMk cId="2875525734" sldId="687"/>
            <ac:spMk id="3074" creationId="{00000000-0000-0000-0000-000000000000}"/>
          </ac:spMkLst>
        </pc:spChg>
      </pc:sldChg>
      <pc:sldChg chg="modSp mod modAnim">
        <pc:chgData name="Hasan Jamal" userId="6724a5da2ffd1b8f" providerId="LiveId" clId="{61B860DB-D2A1-40B0-8544-99075C184C61}" dt="2024-11-22T16:54:27.829" v="5828"/>
        <pc:sldMkLst>
          <pc:docMk/>
          <pc:sldMk cId="1292484748" sldId="688"/>
        </pc:sldMkLst>
        <pc:spChg chg="mod">
          <ac:chgData name="Hasan Jamal" userId="6724a5da2ffd1b8f" providerId="LiveId" clId="{61B860DB-D2A1-40B0-8544-99075C184C61}" dt="2024-11-22T16:51:24.019" v="5677" actId="20577"/>
          <ac:spMkLst>
            <pc:docMk/>
            <pc:sldMk cId="1292484748" sldId="688"/>
            <ac:spMk id="12" creationId="{A773B303-CEA4-39FE-8190-A77ECCC638B8}"/>
          </ac:spMkLst>
        </pc:spChg>
        <pc:spChg chg="mod">
          <ac:chgData name="Hasan Jamal" userId="6724a5da2ffd1b8f" providerId="LiveId" clId="{61B860DB-D2A1-40B0-8544-99075C184C61}" dt="2024-11-22T10:19:19.185" v="5272" actId="20577"/>
          <ac:spMkLst>
            <pc:docMk/>
            <pc:sldMk cId="1292484748" sldId="688"/>
            <ac:spMk id="3074" creationId="{00000000-0000-0000-0000-000000000000}"/>
          </ac:spMkLst>
        </pc:spChg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52814908" sldId="689"/>
        </pc:sldMkLst>
      </pc:sldChg>
      <pc:sldChg chg="modSp mod">
        <pc:chgData name="Hasan Jamal" userId="6724a5da2ffd1b8f" providerId="LiveId" clId="{61B860DB-D2A1-40B0-8544-99075C184C61}" dt="2024-11-20T17:27:55.282" v="1773" actId="6549"/>
        <pc:sldMkLst>
          <pc:docMk/>
          <pc:sldMk cId="98211189" sldId="723"/>
        </pc:sldMkLst>
        <pc:spChg chg="mod">
          <ac:chgData name="Hasan Jamal" userId="6724a5da2ffd1b8f" providerId="LiveId" clId="{61B860DB-D2A1-40B0-8544-99075C184C61}" dt="2024-11-20T17:27:55.282" v="1773" actId="6549"/>
          <ac:spMkLst>
            <pc:docMk/>
            <pc:sldMk cId="98211189" sldId="723"/>
            <ac:spMk id="12" creationId="{A773B303-CEA4-39FE-8190-A77ECCC638B8}"/>
          </ac:spMkLst>
        </pc:spChg>
        <pc:spChg chg="mod">
          <ac:chgData name="Hasan Jamal" userId="6724a5da2ffd1b8f" providerId="LiveId" clId="{61B860DB-D2A1-40B0-8544-99075C184C61}" dt="2024-11-20T17:26:12.610" v="1744"/>
          <ac:spMkLst>
            <pc:docMk/>
            <pc:sldMk cId="98211189" sldId="723"/>
            <ac:spMk id="3074" creationId="{00000000-0000-0000-0000-000000000000}"/>
          </ac:spMkLst>
        </pc:spChg>
      </pc:sldChg>
      <pc:sldChg chg="addSp modSp mod ord modAnim">
        <pc:chgData name="Hasan Jamal" userId="6724a5da2ffd1b8f" providerId="LiveId" clId="{61B860DB-D2A1-40B0-8544-99075C184C61}" dt="2024-11-20T17:16:55.760" v="1684" actId="1076"/>
        <pc:sldMkLst>
          <pc:docMk/>
          <pc:sldMk cId="1102760886" sldId="726"/>
        </pc:sldMkLst>
        <pc:spChg chg="mod">
          <ac:chgData name="Hasan Jamal" userId="6724a5da2ffd1b8f" providerId="LiveId" clId="{61B860DB-D2A1-40B0-8544-99075C184C61}" dt="2024-11-20T17:13:49.246" v="1630" actId="20577"/>
          <ac:spMkLst>
            <pc:docMk/>
            <pc:sldMk cId="1102760886" sldId="726"/>
            <ac:spMk id="12" creationId="{A773B303-CEA4-39FE-8190-A77ECCC638B8}"/>
          </ac:spMkLst>
        </pc:spChg>
        <pc:spChg chg="mod">
          <ac:chgData name="Hasan Jamal" userId="6724a5da2ffd1b8f" providerId="LiveId" clId="{61B860DB-D2A1-40B0-8544-99075C184C61}" dt="2024-11-20T16:55:14.200" v="1344" actId="20577"/>
          <ac:spMkLst>
            <pc:docMk/>
            <pc:sldMk cId="1102760886" sldId="726"/>
            <ac:spMk id="3074" creationId="{00000000-0000-0000-0000-000000000000}"/>
          </ac:spMkLst>
        </pc:spChg>
        <pc:grpChg chg="add mod">
          <ac:chgData name="Hasan Jamal" userId="6724a5da2ffd1b8f" providerId="LiveId" clId="{61B860DB-D2A1-40B0-8544-99075C184C61}" dt="2024-11-20T17:13:11.512" v="1623" actId="1036"/>
          <ac:grpSpMkLst>
            <pc:docMk/>
            <pc:sldMk cId="1102760886" sldId="726"/>
            <ac:grpSpMk id="15" creationId="{A95883A4-C7F5-16BB-7D15-580B39156696}"/>
          </ac:grpSpMkLst>
        </pc:grpChg>
        <pc:grpChg chg="add mod">
          <ac:chgData name="Hasan Jamal" userId="6724a5da2ffd1b8f" providerId="LiveId" clId="{61B860DB-D2A1-40B0-8544-99075C184C61}" dt="2024-11-20T17:15:06.714" v="1639" actId="14100"/>
          <ac:grpSpMkLst>
            <pc:docMk/>
            <pc:sldMk cId="1102760886" sldId="726"/>
            <ac:grpSpMk id="17" creationId="{F8EE0480-2794-D412-C32F-9406A6E67355}"/>
          </ac:grpSpMkLst>
        </pc:grpChg>
        <pc:picChg chg="add mod">
          <ac:chgData name="Hasan Jamal" userId="6724a5da2ffd1b8f" providerId="LiveId" clId="{61B860DB-D2A1-40B0-8544-99075C184C61}" dt="2024-11-20T17:03:39.264" v="1585" actId="1035"/>
          <ac:picMkLst>
            <pc:docMk/>
            <pc:sldMk cId="1102760886" sldId="726"/>
            <ac:picMk id="4" creationId="{611CB35F-E1A0-BE4E-43B7-EF704A53BF71}"/>
          </ac:picMkLst>
        </pc:picChg>
        <pc:picChg chg="mod">
          <ac:chgData name="Hasan Jamal" userId="6724a5da2ffd1b8f" providerId="LiveId" clId="{61B860DB-D2A1-40B0-8544-99075C184C61}" dt="2024-11-20T17:16:55.760" v="1684" actId="1076"/>
          <ac:picMkLst>
            <pc:docMk/>
            <pc:sldMk cId="1102760886" sldId="726"/>
            <ac:picMk id="5" creationId="{00000000-0000-0000-0000-000000000000}"/>
          </ac:picMkLst>
        </pc:picChg>
        <pc:picChg chg="add mod">
          <ac:chgData name="Hasan Jamal" userId="6724a5da2ffd1b8f" providerId="LiveId" clId="{61B860DB-D2A1-40B0-8544-99075C184C61}" dt="2024-11-20T17:03:36.958" v="1581" actId="1076"/>
          <ac:picMkLst>
            <pc:docMk/>
            <pc:sldMk cId="1102760886" sldId="726"/>
            <ac:picMk id="7" creationId="{A8A4D373-38BB-BEA8-0AE3-312EF5717DE9}"/>
          </ac:picMkLst>
        </pc:picChg>
        <pc:picChg chg="add mod">
          <ac:chgData name="Hasan Jamal" userId="6724a5da2ffd1b8f" providerId="LiveId" clId="{61B860DB-D2A1-40B0-8544-99075C184C61}" dt="2024-11-20T17:12:58.506" v="1609" actId="164"/>
          <ac:picMkLst>
            <pc:docMk/>
            <pc:sldMk cId="1102760886" sldId="726"/>
            <ac:picMk id="9" creationId="{69835E2E-C9AE-B414-5408-7D79A25AC9C1}"/>
          </ac:picMkLst>
        </pc:picChg>
        <pc:picChg chg="add mod">
          <ac:chgData name="Hasan Jamal" userId="6724a5da2ffd1b8f" providerId="LiveId" clId="{61B860DB-D2A1-40B0-8544-99075C184C61}" dt="2024-11-20T17:15:02.852" v="1638" actId="164"/>
          <ac:picMkLst>
            <pc:docMk/>
            <pc:sldMk cId="1102760886" sldId="726"/>
            <ac:picMk id="13" creationId="{D6E3F4A2-A0EB-70E8-6932-387706AF447C}"/>
          </ac:picMkLst>
        </pc:picChg>
        <pc:cxnChg chg="add mod">
          <ac:chgData name="Hasan Jamal" userId="6724a5da2ffd1b8f" providerId="LiveId" clId="{61B860DB-D2A1-40B0-8544-99075C184C61}" dt="2024-11-20T17:12:58.506" v="1609" actId="164"/>
          <ac:cxnSpMkLst>
            <pc:docMk/>
            <pc:sldMk cId="1102760886" sldId="726"/>
            <ac:cxnSpMk id="11" creationId="{DA5F8C1D-D590-F021-08A1-6F38B6EEB2AE}"/>
          </ac:cxnSpMkLst>
        </pc:cxnChg>
        <pc:cxnChg chg="add mod">
          <ac:chgData name="Hasan Jamal" userId="6724a5da2ffd1b8f" providerId="LiveId" clId="{61B860DB-D2A1-40B0-8544-99075C184C61}" dt="2024-11-20T17:15:02.852" v="1638" actId="164"/>
          <ac:cxnSpMkLst>
            <pc:docMk/>
            <pc:sldMk cId="1102760886" sldId="726"/>
            <ac:cxnSpMk id="14" creationId="{EE91BA96-44A0-53A7-577A-A9377B469988}"/>
          </ac:cxnSpMkLst>
        </pc:cxnChg>
      </pc:sldChg>
      <pc:sldChg chg="ord">
        <pc:chgData name="Hasan Jamal" userId="6724a5da2ffd1b8f" providerId="LiveId" clId="{61B860DB-D2A1-40B0-8544-99075C184C61}" dt="2024-11-20T16:54:06.750" v="1341"/>
        <pc:sldMkLst>
          <pc:docMk/>
          <pc:sldMk cId="1810699139" sldId="728"/>
        </pc:sldMkLst>
      </pc:sldChg>
      <pc:sldChg chg="modSp mod ord modAnim">
        <pc:chgData name="Hasan Jamal" userId="6724a5da2ffd1b8f" providerId="LiveId" clId="{61B860DB-D2A1-40B0-8544-99075C184C61}" dt="2024-11-20T18:22:23.404" v="2056"/>
        <pc:sldMkLst>
          <pc:docMk/>
          <pc:sldMk cId="3325734656" sldId="729"/>
        </pc:sldMkLst>
        <pc:spChg chg="mod">
          <ac:chgData name="Hasan Jamal" userId="6724a5da2ffd1b8f" providerId="LiveId" clId="{61B860DB-D2A1-40B0-8544-99075C184C61}" dt="2024-11-20T18:21:28.468" v="2053"/>
          <ac:spMkLst>
            <pc:docMk/>
            <pc:sldMk cId="3325734656" sldId="729"/>
            <ac:spMk id="12" creationId="{A773B303-CEA4-39FE-8190-A77ECCC638B8}"/>
          </ac:spMkLst>
        </pc:spChg>
        <pc:spChg chg="mod">
          <ac:chgData name="Hasan Jamal" userId="6724a5da2ffd1b8f" providerId="LiveId" clId="{61B860DB-D2A1-40B0-8544-99075C184C61}" dt="2024-11-20T18:03:51.322" v="1983"/>
          <ac:spMkLst>
            <pc:docMk/>
            <pc:sldMk cId="3325734656" sldId="729"/>
            <ac:spMk id="3074" creationId="{00000000-0000-0000-0000-000000000000}"/>
          </ac:spMkLst>
        </pc:spChg>
        <pc:picChg chg="mod">
          <ac:chgData name="Hasan Jamal" userId="6724a5da2ffd1b8f" providerId="LiveId" clId="{61B860DB-D2A1-40B0-8544-99075C184C61}" dt="2024-11-20T18:18:59.194" v="2042" actId="1036"/>
          <ac:picMkLst>
            <pc:docMk/>
            <pc:sldMk cId="3325734656" sldId="729"/>
            <ac:picMk id="5" creationId="{00000000-0000-0000-0000-000000000000}"/>
          </ac:picMkLst>
        </pc:picChg>
        <pc:picChg chg="mod">
          <ac:chgData name="Hasan Jamal" userId="6724a5da2ffd1b8f" providerId="LiveId" clId="{61B860DB-D2A1-40B0-8544-99075C184C61}" dt="2024-11-20T18:18:59.194" v="2042" actId="1036"/>
          <ac:picMkLst>
            <pc:docMk/>
            <pc:sldMk cId="3325734656" sldId="729"/>
            <ac:picMk id="52226" creationId="{00000000-0000-0000-0000-000000000000}"/>
          </ac:picMkLst>
        </pc:picChg>
      </pc:sldChg>
      <pc:sldChg chg="ord">
        <pc:chgData name="Hasan Jamal" userId="6724a5da2ffd1b8f" providerId="LiveId" clId="{61B860DB-D2A1-40B0-8544-99075C184C61}" dt="2024-11-20T16:54:06.750" v="1341"/>
        <pc:sldMkLst>
          <pc:docMk/>
          <pc:sldMk cId="1770396052" sldId="747"/>
        </pc:sldMkLst>
      </pc:sldChg>
      <pc:sldChg chg="modSp mod ord modAnim">
        <pc:chgData name="Hasan Jamal" userId="6724a5da2ffd1b8f" providerId="LiveId" clId="{61B860DB-D2A1-40B0-8544-99075C184C61}" dt="2024-11-20T18:02:33.014" v="1982" actId="6549"/>
        <pc:sldMkLst>
          <pc:docMk/>
          <pc:sldMk cId="3610718199" sldId="752"/>
        </pc:sldMkLst>
        <pc:spChg chg="mod">
          <ac:chgData name="Hasan Jamal" userId="6724a5da2ffd1b8f" providerId="LiveId" clId="{61B860DB-D2A1-40B0-8544-99075C184C61}" dt="2024-11-20T18:02:33.014" v="1982" actId="6549"/>
          <ac:spMkLst>
            <pc:docMk/>
            <pc:sldMk cId="3610718199" sldId="752"/>
            <ac:spMk id="12" creationId="{09F1CB03-18D3-96C9-272B-38A27EBFC999}"/>
          </ac:spMkLst>
        </pc:spChg>
        <pc:spChg chg="mod">
          <ac:chgData name="Hasan Jamal" userId="6724a5da2ffd1b8f" providerId="LiveId" clId="{61B860DB-D2A1-40B0-8544-99075C184C61}" dt="2024-11-20T17:55:08.110" v="1903" actId="20577"/>
          <ac:spMkLst>
            <pc:docMk/>
            <pc:sldMk cId="3610718199" sldId="752"/>
            <ac:spMk id="3074" creationId="{AB27053C-248C-C3C1-64C3-C4A144256E27}"/>
          </ac:spMkLst>
        </pc:spChg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612253287" sldId="782"/>
        </pc:sldMkLst>
      </pc:sldChg>
      <pc:sldChg chg="modSp mod">
        <pc:chgData name="Hasan Jamal" userId="6724a5da2ffd1b8f" providerId="LiveId" clId="{61B860DB-D2A1-40B0-8544-99075C184C61}" dt="2024-11-22T16:58:43.131" v="6082" actId="20577"/>
        <pc:sldMkLst>
          <pc:docMk/>
          <pc:sldMk cId="3638753230" sldId="787"/>
        </pc:sldMkLst>
        <pc:spChg chg="mod">
          <ac:chgData name="Hasan Jamal" userId="6724a5da2ffd1b8f" providerId="LiveId" clId="{61B860DB-D2A1-40B0-8544-99075C184C61}" dt="2024-11-22T16:58:43.131" v="6082" actId="20577"/>
          <ac:spMkLst>
            <pc:docMk/>
            <pc:sldMk cId="3638753230" sldId="787"/>
            <ac:spMk id="12" creationId="{B7CAE453-E4EB-BAA8-087A-AFB19AE4B98C}"/>
          </ac:spMkLst>
        </pc:spChg>
        <pc:spChg chg="mod">
          <ac:chgData name="Hasan Jamal" userId="6724a5da2ffd1b8f" providerId="LiveId" clId="{61B860DB-D2A1-40B0-8544-99075C184C61}" dt="2024-11-22T16:52:09.405" v="5701" actId="20577"/>
          <ac:spMkLst>
            <pc:docMk/>
            <pc:sldMk cId="3638753230" sldId="787"/>
            <ac:spMk id="3074" creationId="{F453EDA6-2CB9-4130-4661-1DC9DECFE661}"/>
          </ac:spMkLst>
        </pc:spChg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953277210" sldId="789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783443465" sldId="790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590029065" sldId="791"/>
        </pc:sldMkLst>
      </pc:sldChg>
      <pc:sldChg chg="del">
        <pc:chgData name="Hasan Jamal" userId="6724a5da2ffd1b8f" providerId="LiveId" clId="{61B860DB-D2A1-40B0-8544-99075C184C61}" dt="2024-11-20T16:15:25.726" v="774" actId="47"/>
        <pc:sldMkLst>
          <pc:docMk/>
          <pc:sldMk cId="651830277" sldId="796"/>
        </pc:sldMkLst>
      </pc:sldChg>
      <pc:sldChg chg="modSp mod modAnim">
        <pc:chgData name="Hasan Jamal" userId="6724a5da2ffd1b8f" providerId="LiveId" clId="{61B860DB-D2A1-40B0-8544-99075C184C61}" dt="2024-11-20T17:48:36.108" v="1873"/>
        <pc:sldMkLst>
          <pc:docMk/>
          <pc:sldMk cId="2035644326" sldId="797"/>
        </pc:sldMkLst>
        <pc:spChg chg="mod">
          <ac:chgData name="Hasan Jamal" userId="6724a5da2ffd1b8f" providerId="LiveId" clId="{61B860DB-D2A1-40B0-8544-99075C184C61}" dt="2024-11-20T17:47:50.912" v="1869" actId="113"/>
          <ac:spMkLst>
            <pc:docMk/>
            <pc:sldMk cId="2035644326" sldId="797"/>
            <ac:spMk id="12" creationId="{F6A59142-37FA-8761-0A36-197D45C18F0F}"/>
          </ac:spMkLst>
        </pc:spChg>
      </pc:sldChg>
      <pc:sldChg chg="addSp delSp modSp mod modAnim">
        <pc:chgData name="Hasan Jamal" userId="6724a5da2ffd1b8f" providerId="LiveId" clId="{61B860DB-D2A1-40B0-8544-99075C184C61}" dt="2024-11-20T17:54:21.666" v="1890" actId="14100"/>
        <pc:sldMkLst>
          <pc:docMk/>
          <pc:sldMk cId="2321442274" sldId="802"/>
        </pc:sldMkLst>
        <pc:spChg chg="mod">
          <ac:chgData name="Hasan Jamal" userId="6724a5da2ffd1b8f" providerId="LiveId" clId="{61B860DB-D2A1-40B0-8544-99075C184C61}" dt="2024-11-20T17:54:21.666" v="1890" actId="14100"/>
          <ac:spMkLst>
            <pc:docMk/>
            <pc:sldMk cId="2321442274" sldId="802"/>
            <ac:spMk id="2" creationId="{E6A63F48-502E-F50D-1685-B02B9B17F92A}"/>
          </ac:spMkLst>
        </pc:spChg>
        <pc:picChg chg="del">
          <ac:chgData name="Hasan Jamal" userId="6724a5da2ffd1b8f" providerId="LiveId" clId="{61B860DB-D2A1-40B0-8544-99075C184C61}" dt="2024-11-20T17:53:58.230" v="1885" actId="478"/>
          <ac:picMkLst>
            <pc:docMk/>
            <pc:sldMk cId="2321442274" sldId="802"/>
            <ac:picMk id="5" creationId="{00000000-0000-0000-0000-000000000000}"/>
          </ac:picMkLst>
        </pc:picChg>
        <pc:picChg chg="add mod">
          <ac:chgData name="Hasan Jamal" userId="6724a5da2ffd1b8f" providerId="LiveId" clId="{61B860DB-D2A1-40B0-8544-99075C184C61}" dt="2024-11-20T17:54:11.920" v="1889" actId="1076"/>
          <ac:picMkLst>
            <pc:docMk/>
            <pc:sldMk cId="2321442274" sldId="802"/>
            <ac:picMk id="35842" creationId="{138FEED4-3700-4E13-BB16-66A99CC6BD1E}"/>
          </ac:picMkLst>
        </pc:picChg>
      </pc:sldChg>
      <pc:sldChg chg="modSp mod">
        <pc:chgData name="Hasan Jamal" userId="6724a5da2ffd1b8f" providerId="LiveId" clId="{61B860DB-D2A1-40B0-8544-99075C184C61}" dt="2024-11-20T18:29:14.802" v="2160" actId="20577"/>
        <pc:sldMkLst>
          <pc:docMk/>
          <pc:sldMk cId="3031527186" sldId="809"/>
        </pc:sldMkLst>
        <pc:spChg chg="mod">
          <ac:chgData name="Hasan Jamal" userId="6724a5da2ffd1b8f" providerId="LiveId" clId="{61B860DB-D2A1-40B0-8544-99075C184C61}" dt="2024-11-20T18:29:14.802" v="2160" actId="20577"/>
          <ac:spMkLst>
            <pc:docMk/>
            <pc:sldMk cId="3031527186" sldId="809"/>
            <ac:spMk id="12" creationId="{FD027DCF-1F18-79C7-E904-B6B9B4F6432D}"/>
          </ac:spMkLst>
        </pc:spChg>
      </pc:sldChg>
      <pc:sldChg chg="del">
        <pc:chgData name="Hasan Jamal" userId="6724a5da2ffd1b8f" providerId="LiveId" clId="{61B860DB-D2A1-40B0-8544-99075C184C61}" dt="2024-11-20T18:36:11.418" v="2162" actId="47"/>
        <pc:sldMkLst>
          <pc:docMk/>
          <pc:sldMk cId="3512164281" sldId="810"/>
        </pc:sldMkLst>
      </pc:sldChg>
      <pc:sldChg chg="del">
        <pc:chgData name="Hasan Jamal" userId="6724a5da2ffd1b8f" providerId="LiveId" clId="{61B860DB-D2A1-40B0-8544-99075C184C61}" dt="2024-11-20T18:36:10.048" v="2161" actId="47"/>
        <pc:sldMkLst>
          <pc:docMk/>
          <pc:sldMk cId="1402703582" sldId="811"/>
        </pc:sldMkLst>
      </pc:sldChg>
      <pc:sldChg chg="del">
        <pc:chgData name="Hasan Jamal" userId="6724a5da2ffd1b8f" providerId="LiveId" clId="{61B860DB-D2A1-40B0-8544-99075C184C61}" dt="2024-11-20T18:36:12.394" v="2163" actId="47"/>
        <pc:sldMkLst>
          <pc:docMk/>
          <pc:sldMk cId="1564862862" sldId="812"/>
        </pc:sldMkLst>
      </pc:sldChg>
      <pc:sldChg chg="modSp mod modAnim">
        <pc:chgData name="Hasan Jamal" userId="6724a5da2ffd1b8f" providerId="LiveId" clId="{61B860DB-D2A1-40B0-8544-99075C184C61}" dt="2024-11-21T05:36:12.898" v="2662" actId="255"/>
        <pc:sldMkLst>
          <pc:docMk/>
          <pc:sldMk cId="547710292" sldId="813"/>
        </pc:sldMkLst>
        <pc:spChg chg="mod">
          <ac:chgData name="Hasan Jamal" userId="6724a5da2ffd1b8f" providerId="LiveId" clId="{61B860DB-D2A1-40B0-8544-99075C184C61}" dt="2024-11-21T05:36:12.898" v="2662" actId="255"/>
          <ac:spMkLst>
            <pc:docMk/>
            <pc:sldMk cId="547710292" sldId="813"/>
            <ac:spMk id="4" creationId="{5FCAECDB-311F-74B7-61FF-1B10056351ED}"/>
          </ac:spMkLst>
        </pc:spChg>
        <pc:spChg chg="mod">
          <ac:chgData name="Hasan Jamal" userId="6724a5da2ffd1b8f" providerId="LiveId" clId="{61B860DB-D2A1-40B0-8544-99075C184C61}" dt="2024-11-21T05:17:07.066" v="2494"/>
          <ac:spMkLst>
            <pc:docMk/>
            <pc:sldMk cId="547710292" sldId="813"/>
            <ac:spMk id="3074" creationId="{EB9B0E6F-25E4-AE5E-845A-FE4E1961D5E3}"/>
          </ac:spMkLst>
        </pc:spChg>
      </pc:sldChg>
      <pc:sldChg chg="del">
        <pc:chgData name="Hasan Jamal" userId="6724a5da2ffd1b8f" providerId="LiveId" clId="{61B860DB-D2A1-40B0-8544-99075C184C61}" dt="2024-11-21T05:14:15.546" v="2422" actId="47"/>
        <pc:sldMkLst>
          <pc:docMk/>
          <pc:sldMk cId="1103444707" sldId="814"/>
        </pc:sldMkLst>
      </pc:sldChg>
      <pc:sldChg chg="del">
        <pc:chgData name="Hasan Jamal" userId="6724a5da2ffd1b8f" providerId="LiveId" clId="{61B860DB-D2A1-40B0-8544-99075C184C61}" dt="2024-11-21T05:14:16.240" v="2423" actId="47"/>
        <pc:sldMkLst>
          <pc:docMk/>
          <pc:sldMk cId="3041005747" sldId="815"/>
        </pc:sldMkLst>
      </pc:sldChg>
      <pc:sldChg chg="addSp modSp mod">
        <pc:chgData name="Hasan Jamal" userId="6724a5da2ffd1b8f" providerId="LiveId" clId="{61B860DB-D2A1-40B0-8544-99075C184C61}" dt="2024-11-22T02:09:53.488" v="4831" actId="255"/>
        <pc:sldMkLst>
          <pc:docMk/>
          <pc:sldMk cId="1054034208" sldId="816"/>
        </pc:sldMkLst>
        <pc:spChg chg="add mod">
          <ac:chgData name="Hasan Jamal" userId="6724a5da2ffd1b8f" providerId="LiveId" clId="{61B860DB-D2A1-40B0-8544-99075C184C61}" dt="2024-11-22T02:07:46.296" v="4813" actId="1035"/>
          <ac:spMkLst>
            <pc:docMk/>
            <pc:sldMk cId="1054034208" sldId="816"/>
            <ac:spMk id="4" creationId="{00000000-0000-0000-0000-000000000000}"/>
          </ac:spMkLst>
        </pc:spChg>
        <pc:spChg chg="mod">
          <ac:chgData name="Hasan Jamal" userId="6724a5da2ffd1b8f" providerId="LiveId" clId="{61B860DB-D2A1-40B0-8544-99075C184C61}" dt="2024-11-22T02:09:53.488" v="4831" actId="255"/>
          <ac:spMkLst>
            <pc:docMk/>
            <pc:sldMk cId="1054034208" sldId="816"/>
            <ac:spMk id="12" creationId="{BE70E620-0D96-F0C7-13EB-76380941CB77}"/>
          </ac:spMkLst>
        </pc:spChg>
        <pc:spChg chg="mod">
          <ac:chgData name="Hasan Jamal" userId="6724a5da2ffd1b8f" providerId="LiveId" clId="{61B860DB-D2A1-40B0-8544-99075C184C61}" dt="2024-11-21T10:55:18.084" v="4433"/>
          <ac:spMkLst>
            <pc:docMk/>
            <pc:sldMk cId="1054034208" sldId="816"/>
            <ac:spMk id="3074" creationId="{954E50A7-D9D3-2827-CE40-EB4651F98FC9}"/>
          </ac:spMkLst>
        </pc:spChg>
      </pc:sldChg>
      <pc:sldChg chg="del">
        <pc:chgData name="Hasan Jamal" userId="6724a5da2ffd1b8f" providerId="LiveId" clId="{61B860DB-D2A1-40B0-8544-99075C184C61}" dt="2024-11-21T10:44:06.142" v="4129" actId="47"/>
        <pc:sldMkLst>
          <pc:docMk/>
          <pc:sldMk cId="1415965798" sldId="817"/>
        </pc:sldMkLst>
      </pc:sldChg>
      <pc:sldChg chg="addSp delSp modSp mod modAnim">
        <pc:chgData name="Hasan Jamal" userId="6724a5da2ffd1b8f" providerId="LiveId" clId="{61B860DB-D2A1-40B0-8544-99075C184C61}" dt="2024-11-22T10:17:07.107" v="5241" actId="20577"/>
        <pc:sldMkLst>
          <pc:docMk/>
          <pc:sldMk cId="3830698193" sldId="818"/>
        </pc:sldMkLst>
        <pc:spChg chg="mod">
          <ac:chgData name="Hasan Jamal" userId="6724a5da2ffd1b8f" providerId="LiveId" clId="{61B860DB-D2A1-40B0-8544-99075C184C61}" dt="2024-11-22T10:17:07.107" v="5241" actId="20577"/>
          <ac:spMkLst>
            <pc:docMk/>
            <pc:sldMk cId="3830698193" sldId="818"/>
            <ac:spMk id="12" creationId="{6E3146C6-9FCB-FCC6-F09B-8B812E112B5E}"/>
          </ac:spMkLst>
        </pc:spChg>
        <pc:spChg chg="mod">
          <ac:chgData name="Hasan Jamal" userId="6724a5da2ffd1b8f" providerId="LiveId" clId="{61B860DB-D2A1-40B0-8544-99075C184C61}" dt="2024-11-22T10:14:32.019" v="5056" actId="20577"/>
          <ac:spMkLst>
            <pc:docMk/>
            <pc:sldMk cId="3830698193" sldId="818"/>
            <ac:spMk id="3074" creationId="{630ED04D-7C2E-5D24-F451-F576A51C3EAD}"/>
          </ac:spMkLst>
        </pc:spChg>
        <pc:spChg chg="add mod">
          <ac:chgData name="Hasan Jamal" userId="6724a5da2ffd1b8f" providerId="LiveId" clId="{61B860DB-D2A1-40B0-8544-99075C184C61}" dt="2024-11-22T10:15:08.659" v="5105" actId="1036"/>
          <ac:spMkLst>
            <pc:docMk/>
            <pc:sldMk cId="3830698193" sldId="818"/>
            <ac:spMk id="66562" creationId="{FD3E6C09-91AB-4252-8558-115F273E58C9}"/>
          </ac:spMkLst>
        </pc:spChg>
        <pc:spChg chg="add mod">
          <ac:chgData name="Hasan Jamal" userId="6724a5da2ffd1b8f" providerId="LiveId" clId="{61B860DB-D2A1-40B0-8544-99075C184C61}" dt="2024-11-22T10:15:08.659" v="5105" actId="1036"/>
          <ac:spMkLst>
            <pc:docMk/>
            <pc:sldMk cId="3830698193" sldId="818"/>
            <ac:spMk id="66563" creationId="{4DB892FA-9656-4369-B039-CF364DF8033A}"/>
          </ac:spMkLst>
        </pc:spChg>
        <pc:picChg chg="add del mod">
          <ac:chgData name="Hasan Jamal" userId="6724a5da2ffd1b8f" providerId="LiveId" clId="{61B860DB-D2A1-40B0-8544-99075C184C61}" dt="2024-11-21T10:51:56.476" v="4367" actId="478"/>
          <ac:picMkLst>
            <pc:docMk/>
            <pc:sldMk cId="3830698193" sldId="818"/>
            <ac:picMk id="2" creationId="{970AA590-6B62-C426-B754-90C9FDD13994}"/>
          </ac:picMkLst>
        </pc:picChg>
        <pc:picChg chg="add del mod">
          <ac:chgData name="Hasan Jamal" userId="6724a5da2ffd1b8f" providerId="LiveId" clId="{61B860DB-D2A1-40B0-8544-99075C184C61}" dt="2024-11-21T10:51:56.476" v="4367" actId="478"/>
          <ac:picMkLst>
            <pc:docMk/>
            <pc:sldMk cId="3830698193" sldId="818"/>
            <ac:picMk id="4" creationId="{D7A5AD0E-074B-7BF2-7F06-804C2A6B568B}"/>
          </ac:picMkLst>
        </pc:picChg>
        <pc:picChg chg="add mod">
          <ac:chgData name="Hasan Jamal" userId="6724a5da2ffd1b8f" providerId="LiveId" clId="{61B860DB-D2A1-40B0-8544-99075C184C61}" dt="2024-11-22T10:15:16.453" v="5113" actId="1038"/>
          <ac:picMkLst>
            <pc:docMk/>
            <pc:sldMk cId="3830698193" sldId="818"/>
            <ac:picMk id="6" creationId="{CABDA342-74E3-48D8-91DE-BAE9BF80FCB4}"/>
          </ac:picMkLst>
        </pc:picChg>
        <pc:picChg chg="add del mod">
          <ac:chgData name="Hasan Jamal" userId="6724a5da2ffd1b8f" providerId="LiveId" clId="{61B860DB-D2A1-40B0-8544-99075C184C61}" dt="2024-11-21T10:48:43.290" v="4238" actId="478"/>
          <ac:picMkLst>
            <pc:docMk/>
            <pc:sldMk cId="3830698193" sldId="818"/>
            <ac:picMk id="66564" creationId="{0B62FAF8-3075-42AC-BA0B-5BDEAC7D4D02}"/>
          </ac:picMkLst>
        </pc:picChg>
      </pc:sldChg>
      <pc:sldChg chg="del">
        <pc:chgData name="Hasan Jamal" userId="6724a5da2ffd1b8f" providerId="LiveId" clId="{61B860DB-D2A1-40B0-8544-99075C184C61}" dt="2024-11-21T10:53:22.422" v="4418" actId="47"/>
        <pc:sldMkLst>
          <pc:docMk/>
          <pc:sldMk cId="465575792" sldId="819"/>
        </pc:sldMkLst>
      </pc:sldChg>
      <pc:sldChg chg="modSp mod">
        <pc:chgData name="Hasan Jamal" userId="6724a5da2ffd1b8f" providerId="LiveId" clId="{61B860DB-D2A1-40B0-8544-99075C184C61}" dt="2024-11-22T10:18:30.957" v="5267"/>
        <pc:sldMkLst>
          <pc:docMk/>
          <pc:sldMk cId="4045099029" sldId="820"/>
        </pc:sldMkLst>
        <pc:spChg chg="mod">
          <ac:chgData name="Hasan Jamal" userId="6724a5da2ffd1b8f" providerId="LiveId" clId="{61B860DB-D2A1-40B0-8544-99075C184C61}" dt="2024-11-22T10:18:21.859" v="5266" actId="20577"/>
          <ac:spMkLst>
            <pc:docMk/>
            <pc:sldMk cId="4045099029" sldId="820"/>
            <ac:spMk id="12" creationId="{E287095D-D859-B733-50F8-1BE1F3CC39B4}"/>
          </ac:spMkLst>
        </pc:spChg>
        <pc:spChg chg="mod">
          <ac:chgData name="Hasan Jamal" userId="6724a5da2ffd1b8f" providerId="LiveId" clId="{61B860DB-D2A1-40B0-8544-99075C184C61}" dt="2024-11-22T10:18:30.957" v="5267"/>
          <ac:spMkLst>
            <pc:docMk/>
            <pc:sldMk cId="4045099029" sldId="820"/>
            <ac:spMk id="3074" creationId="{550198D1-5A7C-3DD7-8CC4-DD63F9470560}"/>
          </ac:spMkLst>
        </pc:spChg>
      </pc:sldChg>
      <pc:sldChg chg="del">
        <pc:chgData name="Hasan Jamal" userId="6724a5da2ffd1b8f" providerId="LiveId" clId="{61B860DB-D2A1-40B0-8544-99075C184C61}" dt="2024-11-21T10:53:23.344" v="4419" actId="47"/>
        <pc:sldMkLst>
          <pc:docMk/>
          <pc:sldMk cId="2441620833" sldId="821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736700286" sldId="822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1428040278" sldId="823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3406667675" sldId="824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744684931" sldId="825"/>
        </pc:sldMkLst>
      </pc:sldChg>
      <pc:sldChg chg="delSp modSp mod modAnim">
        <pc:chgData name="Hasan Jamal" userId="6724a5da2ffd1b8f" providerId="LiveId" clId="{61B860DB-D2A1-40B0-8544-99075C184C61}" dt="2024-11-20T16:14:15.894" v="773"/>
        <pc:sldMkLst>
          <pc:docMk/>
          <pc:sldMk cId="2031381857" sldId="826"/>
        </pc:sldMkLst>
        <pc:spChg chg="mod">
          <ac:chgData name="Hasan Jamal" userId="6724a5da2ffd1b8f" providerId="LiveId" clId="{61B860DB-D2A1-40B0-8544-99075C184C61}" dt="2024-11-20T07:39:53.016" v="488" actId="20577"/>
          <ac:spMkLst>
            <pc:docMk/>
            <pc:sldMk cId="2031381857" sldId="826"/>
            <ac:spMk id="12" creationId="{408FFD99-EBCA-DEB5-E371-B821B54A6358}"/>
          </ac:spMkLst>
        </pc:spChg>
        <pc:graphicFrameChg chg="del mod">
          <ac:chgData name="Hasan Jamal" userId="6724a5da2ffd1b8f" providerId="LiveId" clId="{61B860DB-D2A1-40B0-8544-99075C184C61}" dt="2024-11-20T07:38:23.074" v="277" actId="478"/>
          <ac:graphicFrameMkLst>
            <pc:docMk/>
            <pc:sldMk cId="2031381857" sldId="826"/>
            <ac:graphicFrameMk id="2" creationId="{02A229BE-2D5A-A320-D049-47D0587D3BC0}"/>
          </ac:graphicFrameMkLst>
        </pc:graphicFrameChg>
        <pc:picChg chg="del">
          <ac:chgData name="Hasan Jamal" userId="6724a5da2ffd1b8f" providerId="LiveId" clId="{61B860DB-D2A1-40B0-8544-99075C184C61}" dt="2024-11-20T07:37:18.812" v="273" actId="478"/>
          <ac:picMkLst>
            <pc:docMk/>
            <pc:sldMk cId="2031381857" sldId="826"/>
            <ac:picMk id="4" creationId="{00000000-0000-0000-0000-000000000000}"/>
          </ac:picMkLst>
        </pc:picChg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797904385" sldId="827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337953599" sldId="828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145772478" sldId="829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929076733" sldId="830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33197305" sldId="831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3988028389" sldId="832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1524573923" sldId="833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655579869" sldId="834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73887641" sldId="835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3236061358" sldId="836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873902577" sldId="837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270364909" sldId="838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1089796124" sldId="839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1929446052" sldId="840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819665932" sldId="841"/>
        </pc:sldMkLst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930702191" sldId="842"/>
        </pc:sldMkLst>
      </pc:sldChg>
      <pc:sldChg chg="delSp modSp mod">
        <pc:chgData name="Hasan Jamal" userId="6724a5da2ffd1b8f" providerId="LiveId" clId="{61B860DB-D2A1-40B0-8544-99075C184C61}" dt="2024-11-21T05:21:08.960" v="2525" actId="11"/>
        <pc:sldMkLst>
          <pc:docMk/>
          <pc:sldMk cId="394338546" sldId="843"/>
        </pc:sldMkLst>
        <pc:spChg chg="del">
          <ac:chgData name="Hasan Jamal" userId="6724a5da2ffd1b8f" providerId="LiveId" clId="{61B860DB-D2A1-40B0-8544-99075C184C61}" dt="2024-11-21T05:14:20.528" v="2424" actId="478"/>
          <ac:spMkLst>
            <pc:docMk/>
            <pc:sldMk cId="394338546" sldId="843"/>
            <ac:spMk id="2" creationId="{A097DE09-EAF2-378D-7906-A3F950C7B32E}"/>
          </ac:spMkLst>
        </pc:spChg>
        <pc:spChg chg="mod">
          <ac:chgData name="Hasan Jamal" userId="6724a5da2ffd1b8f" providerId="LiveId" clId="{61B860DB-D2A1-40B0-8544-99075C184C61}" dt="2024-11-21T05:21:08.960" v="2525" actId="11"/>
          <ac:spMkLst>
            <pc:docMk/>
            <pc:sldMk cId="394338546" sldId="843"/>
            <ac:spMk id="4" creationId="{D0A3C34F-6A61-A012-816C-FA06D351C0E0}"/>
          </ac:spMkLst>
        </pc:spChg>
        <pc:spChg chg="mod">
          <ac:chgData name="Hasan Jamal" userId="6724a5da2ffd1b8f" providerId="LiveId" clId="{61B860DB-D2A1-40B0-8544-99075C184C61}" dt="2024-11-21T05:17:29.972" v="2495"/>
          <ac:spMkLst>
            <pc:docMk/>
            <pc:sldMk cId="394338546" sldId="843"/>
            <ac:spMk id="3074" creationId="{B047340A-466E-C069-9152-0CF91DA6C947}"/>
          </ac:spMkLst>
        </pc:spChg>
      </pc:sldChg>
      <pc:sldChg chg="addSp delSp modSp mod modAnim">
        <pc:chgData name="Hasan Jamal" userId="6724a5da2ffd1b8f" providerId="LiveId" clId="{61B860DB-D2A1-40B0-8544-99075C184C61}" dt="2024-11-21T06:36:16.752" v="3033" actId="1037"/>
        <pc:sldMkLst>
          <pc:docMk/>
          <pc:sldMk cId="2154689295" sldId="844"/>
        </pc:sldMkLst>
        <pc:spChg chg="mod">
          <ac:chgData name="Hasan Jamal" userId="6724a5da2ffd1b8f" providerId="LiveId" clId="{61B860DB-D2A1-40B0-8544-99075C184C61}" dt="2024-11-21T05:47:15.900" v="2708" actId="20577"/>
          <ac:spMkLst>
            <pc:docMk/>
            <pc:sldMk cId="2154689295" sldId="844"/>
            <ac:spMk id="4" creationId="{6B825CD9-7420-DB51-C09C-F4359E2549F5}"/>
          </ac:spMkLst>
        </pc:spChg>
        <pc:spChg chg="del">
          <ac:chgData name="Hasan Jamal" userId="6724a5da2ffd1b8f" providerId="LiveId" clId="{61B860DB-D2A1-40B0-8544-99075C184C61}" dt="2024-11-21T05:40:22.342" v="2680" actId="478"/>
          <ac:spMkLst>
            <pc:docMk/>
            <pc:sldMk cId="2154689295" sldId="844"/>
            <ac:spMk id="5" creationId="{A928E8A5-6142-FFFB-C305-346BDFAC5C71}"/>
          </ac:spMkLst>
        </pc:spChg>
        <pc:spChg chg="add mod">
          <ac:chgData name="Hasan Jamal" userId="6724a5da2ffd1b8f" providerId="LiveId" clId="{61B860DB-D2A1-40B0-8544-99075C184C61}" dt="2024-11-21T06:36:16.752" v="3033" actId="1037"/>
          <ac:spMkLst>
            <pc:docMk/>
            <pc:sldMk cId="2154689295" sldId="844"/>
            <ac:spMk id="6" creationId="{47165324-07F5-CEEE-DAE1-65B89AEC1808}"/>
          </ac:spMkLst>
        </pc:spChg>
        <pc:spChg chg="mod">
          <ac:chgData name="Hasan Jamal" userId="6724a5da2ffd1b8f" providerId="LiveId" clId="{61B860DB-D2A1-40B0-8544-99075C184C61}" dt="2024-11-21T05:40:06.868" v="2679"/>
          <ac:spMkLst>
            <pc:docMk/>
            <pc:sldMk cId="2154689295" sldId="844"/>
            <ac:spMk id="3074" creationId="{A84ADD0C-53AE-B239-3255-D64CD5D56D72}"/>
          </ac:spMkLst>
        </pc:spChg>
        <pc:graphicFrameChg chg="add mod modGraphic">
          <ac:chgData name="Hasan Jamal" userId="6724a5da2ffd1b8f" providerId="LiveId" clId="{61B860DB-D2A1-40B0-8544-99075C184C61}" dt="2024-11-21T05:57:00.366" v="2866" actId="6549"/>
          <ac:graphicFrameMkLst>
            <pc:docMk/>
            <pc:sldMk cId="2154689295" sldId="844"/>
            <ac:graphicFrameMk id="2" creationId="{A6ADCC5D-DF49-5A9F-20C8-A36F0BAD74FD}"/>
          </ac:graphicFrameMkLst>
        </pc:graphicFrameChg>
      </pc:sldChg>
      <pc:sldChg chg="del">
        <pc:chgData name="Hasan Jamal" userId="6724a5da2ffd1b8f" providerId="LiveId" clId="{61B860DB-D2A1-40B0-8544-99075C184C61}" dt="2024-11-21T06:42:43.686" v="3063" actId="47"/>
        <pc:sldMkLst>
          <pc:docMk/>
          <pc:sldMk cId="1334668103" sldId="845"/>
        </pc:sldMkLst>
      </pc:sldChg>
      <pc:sldChg chg="modSp mod">
        <pc:chgData name="Hasan Jamal" userId="6724a5da2ffd1b8f" providerId="LiveId" clId="{61B860DB-D2A1-40B0-8544-99075C184C61}" dt="2024-11-22T10:12:53.609" v="4918"/>
        <pc:sldMkLst>
          <pc:docMk/>
          <pc:sldMk cId="1920630109" sldId="846"/>
        </pc:sldMkLst>
        <pc:spChg chg="mod">
          <ac:chgData name="Hasan Jamal" userId="6724a5da2ffd1b8f" providerId="LiveId" clId="{61B860DB-D2A1-40B0-8544-99075C184C61}" dt="2024-11-22T10:12:53.609" v="4918"/>
          <ac:spMkLst>
            <pc:docMk/>
            <pc:sldMk cId="1920630109" sldId="846"/>
            <ac:spMk id="12" creationId="{CA445041-4EE2-3EF5-FC89-E699335BF345}"/>
          </ac:spMkLst>
        </pc:spChg>
        <pc:spChg chg="mod">
          <ac:chgData name="Hasan Jamal" userId="6724a5da2ffd1b8f" providerId="LiveId" clId="{61B860DB-D2A1-40B0-8544-99075C184C61}" dt="2024-11-21T10:43:56.064" v="4128" actId="20577"/>
          <ac:spMkLst>
            <pc:docMk/>
            <pc:sldMk cId="1920630109" sldId="846"/>
            <ac:spMk id="3074" creationId="{2B3E17D7-F163-37BB-0768-45FA3E7F6DF0}"/>
          </ac:spMkLst>
        </pc:spChg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986470987" sldId="847"/>
        </pc:sldMkLst>
      </pc:sldChg>
      <pc:sldChg chg="modSp mod">
        <pc:chgData name="Hasan Jamal" userId="6724a5da2ffd1b8f" providerId="LiveId" clId="{61B860DB-D2A1-40B0-8544-99075C184C61}" dt="2024-11-20T16:52:09.508" v="1339" actId="20577"/>
        <pc:sldMkLst>
          <pc:docMk/>
          <pc:sldMk cId="2737903966" sldId="848"/>
        </pc:sldMkLst>
        <pc:spChg chg="mod">
          <ac:chgData name="Hasan Jamal" userId="6724a5da2ffd1b8f" providerId="LiveId" clId="{61B860DB-D2A1-40B0-8544-99075C184C61}" dt="2024-11-20T16:52:09.508" v="1339" actId="20577"/>
          <ac:spMkLst>
            <pc:docMk/>
            <pc:sldMk cId="2737903966" sldId="848"/>
            <ac:spMk id="12" creationId="{9B2EFA9A-C1C7-039F-7C2E-C53CA04C12EE}"/>
          </ac:spMkLst>
        </pc:spChg>
        <pc:spChg chg="mod">
          <ac:chgData name="Hasan Jamal" userId="6724a5da2ffd1b8f" providerId="LiveId" clId="{61B860DB-D2A1-40B0-8544-99075C184C61}" dt="2024-11-20T16:48:22.840" v="1065" actId="20577"/>
          <ac:spMkLst>
            <pc:docMk/>
            <pc:sldMk cId="2737903966" sldId="848"/>
            <ac:spMk id="3074" creationId="{0EBE2308-D8CB-D713-ABCD-BAAB564AC582}"/>
          </ac:spMkLst>
        </pc:spChg>
      </pc:sldChg>
      <pc:sldChg chg="del">
        <pc:chgData name="Hasan Jamal" userId="6724a5da2ffd1b8f" providerId="LiveId" clId="{61B860DB-D2A1-40B0-8544-99075C184C61}" dt="2024-11-22T16:59:04.741" v="6083" actId="47"/>
        <pc:sldMkLst>
          <pc:docMk/>
          <pc:sldMk cId="2480703900" sldId="852"/>
        </pc:sldMkLst>
      </pc:sldChg>
      <pc:sldChg chg="modSp mod">
        <pc:chgData name="Hasan Jamal" userId="6724a5da2ffd1b8f" providerId="LiveId" clId="{61B860DB-D2A1-40B0-8544-99075C184C61}" dt="2024-11-20T16:44:18.012" v="1052" actId="948"/>
        <pc:sldMkLst>
          <pc:docMk/>
          <pc:sldMk cId="1597506659" sldId="853"/>
        </pc:sldMkLst>
        <pc:spChg chg="mod">
          <ac:chgData name="Hasan Jamal" userId="6724a5da2ffd1b8f" providerId="LiveId" clId="{61B860DB-D2A1-40B0-8544-99075C184C61}" dt="2024-11-20T16:44:18.012" v="1052" actId="948"/>
          <ac:spMkLst>
            <pc:docMk/>
            <pc:sldMk cId="1597506659" sldId="853"/>
            <ac:spMk id="12" creationId="{B6A1DBCE-7394-34D4-A1F6-7B90765ECBA2}"/>
          </ac:spMkLst>
        </pc:spChg>
      </pc:sldChg>
      <pc:sldChg chg="ord">
        <pc:chgData name="Hasan Jamal" userId="6724a5da2ffd1b8f" providerId="LiveId" clId="{61B860DB-D2A1-40B0-8544-99075C184C61}" dt="2024-11-20T16:54:06.750" v="1341"/>
        <pc:sldMkLst>
          <pc:docMk/>
          <pc:sldMk cId="340212559" sldId="854"/>
        </pc:sldMkLst>
      </pc:sldChg>
      <pc:sldChg chg="ord modAnim">
        <pc:chgData name="Hasan Jamal" userId="6724a5da2ffd1b8f" providerId="LiveId" clId="{61B860DB-D2A1-40B0-8544-99075C184C61}" dt="2024-11-20T16:54:06.750" v="1341"/>
        <pc:sldMkLst>
          <pc:docMk/>
          <pc:sldMk cId="3484613639" sldId="855"/>
        </pc:sldMkLst>
      </pc:sldChg>
      <pc:sldChg chg="modSp add mod modAnim">
        <pc:chgData name="Hasan Jamal" userId="6724a5da2ffd1b8f" providerId="LiveId" clId="{61B860DB-D2A1-40B0-8544-99075C184C61}" dt="2024-11-20T16:13:49.966" v="772"/>
        <pc:sldMkLst>
          <pc:docMk/>
          <pc:sldMk cId="2252501174" sldId="856"/>
        </pc:sldMkLst>
        <pc:spChg chg="mod">
          <ac:chgData name="Hasan Jamal" userId="6724a5da2ffd1b8f" providerId="LiveId" clId="{61B860DB-D2A1-40B0-8544-99075C184C61}" dt="2024-11-20T07:44:09.058" v="753" actId="255"/>
          <ac:spMkLst>
            <pc:docMk/>
            <pc:sldMk cId="2252501174" sldId="856"/>
            <ac:spMk id="12" creationId="{1C5BDDD7-A346-973A-FBB8-EE79A046DD42}"/>
          </ac:spMkLst>
        </pc:spChg>
        <pc:spChg chg="mod">
          <ac:chgData name="Hasan Jamal" userId="6724a5da2ffd1b8f" providerId="LiveId" clId="{61B860DB-D2A1-40B0-8544-99075C184C61}" dt="2024-11-20T07:40:27.636" v="501" actId="20577"/>
          <ac:spMkLst>
            <pc:docMk/>
            <pc:sldMk cId="2252501174" sldId="856"/>
            <ac:spMk id="3074" creationId="{D907C9D5-4BCB-2FC1-ED81-AF74A14E6382}"/>
          </ac:spMkLst>
        </pc:spChg>
        <pc:graphicFrameChg chg="mod">
          <ac:chgData name="Hasan Jamal" userId="6724a5da2ffd1b8f" providerId="LiveId" clId="{61B860DB-D2A1-40B0-8544-99075C184C61}" dt="2024-11-20T07:44:16.912" v="767" actId="1035"/>
          <ac:graphicFrameMkLst>
            <pc:docMk/>
            <pc:sldMk cId="2252501174" sldId="856"/>
            <ac:graphicFrameMk id="2" creationId="{54161B51-C1AC-72FA-F087-2CB207F1DA00}"/>
          </ac:graphicFrameMkLst>
        </pc:graphicFrameChg>
        <pc:picChg chg="mod">
          <ac:chgData name="Hasan Jamal" userId="6724a5da2ffd1b8f" providerId="LiveId" clId="{61B860DB-D2A1-40B0-8544-99075C184C61}" dt="2024-11-20T07:43:58.622" v="751" actId="1076"/>
          <ac:picMkLst>
            <pc:docMk/>
            <pc:sldMk cId="2252501174" sldId="856"/>
            <ac:picMk id="4" creationId="{60A981A9-00B9-9D8F-62B0-533833A12A2A}"/>
          </ac:picMkLst>
        </pc:picChg>
      </pc:sldChg>
      <pc:sldChg chg="delSp modSp add mod modAnim">
        <pc:chgData name="Hasan Jamal" userId="6724a5da2ffd1b8f" providerId="LiveId" clId="{61B860DB-D2A1-40B0-8544-99075C184C61}" dt="2024-11-20T17:21:09.516" v="1735" actId="14100"/>
        <pc:sldMkLst>
          <pc:docMk/>
          <pc:sldMk cId="3563319441" sldId="857"/>
        </pc:sldMkLst>
        <pc:spChg chg="mod">
          <ac:chgData name="Hasan Jamal" userId="6724a5da2ffd1b8f" providerId="LiveId" clId="{61B860DB-D2A1-40B0-8544-99075C184C61}" dt="2024-11-20T17:21:09.516" v="1735" actId="14100"/>
          <ac:spMkLst>
            <pc:docMk/>
            <pc:sldMk cId="3563319441" sldId="857"/>
            <ac:spMk id="12" creationId="{B2BC2AD5-EDD2-DD41-AFEB-E85A2BB5B842}"/>
          </ac:spMkLst>
        </pc:spChg>
        <pc:spChg chg="mod">
          <ac:chgData name="Hasan Jamal" userId="6724a5da2ffd1b8f" providerId="LiveId" clId="{61B860DB-D2A1-40B0-8544-99075C184C61}" dt="2024-11-20T17:19:28.768" v="1706" actId="20577"/>
          <ac:spMkLst>
            <pc:docMk/>
            <pc:sldMk cId="3563319441" sldId="857"/>
            <ac:spMk id="3074" creationId="{35A2BB69-1DBF-F4DD-5A09-8BA0309A41AC}"/>
          </ac:spMkLst>
        </pc:spChg>
        <pc:picChg chg="del">
          <ac:chgData name="Hasan Jamal" userId="6724a5da2ffd1b8f" providerId="LiveId" clId="{61B860DB-D2A1-40B0-8544-99075C184C61}" dt="2024-11-20T17:17:40.012" v="1687" actId="478"/>
          <ac:picMkLst>
            <pc:docMk/>
            <pc:sldMk cId="3563319441" sldId="857"/>
            <ac:picMk id="5" creationId="{01494F2E-F685-885B-9BB2-1DB762F34C0B}"/>
          </ac:picMkLst>
        </pc:picChg>
      </pc:sldChg>
      <pc:sldChg chg="modSp add mod">
        <pc:chgData name="Hasan Jamal" userId="6724a5da2ffd1b8f" providerId="LiveId" clId="{61B860DB-D2A1-40B0-8544-99075C184C61}" dt="2024-11-21T10:22:23.854" v="3844" actId="11"/>
        <pc:sldMkLst>
          <pc:docMk/>
          <pc:sldMk cId="457789032" sldId="858"/>
        </pc:sldMkLst>
        <pc:spChg chg="mod">
          <ac:chgData name="Hasan Jamal" userId="6724a5da2ffd1b8f" providerId="LiveId" clId="{61B860DB-D2A1-40B0-8544-99075C184C61}" dt="2024-11-21T10:22:23.854" v="3844" actId="11"/>
          <ac:spMkLst>
            <pc:docMk/>
            <pc:sldMk cId="457789032" sldId="858"/>
            <ac:spMk id="4" creationId="{C2A301DF-60BC-D292-DE44-7B03C809B523}"/>
          </ac:spMkLst>
        </pc:spChg>
        <pc:spChg chg="mod">
          <ac:chgData name="Hasan Jamal" userId="6724a5da2ffd1b8f" providerId="LiveId" clId="{61B860DB-D2A1-40B0-8544-99075C184C61}" dt="2024-11-21T05:24:25.878" v="2531" actId="114"/>
          <ac:spMkLst>
            <pc:docMk/>
            <pc:sldMk cId="457789032" sldId="858"/>
            <ac:spMk id="3074" creationId="{003302BF-29FE-A386-0AAB-D2C83D536EFA}"/>
          </ac:spMkLst>
        </pc:spChg>
      </pc:sldChg>
      <pc:sldChg chg="modSp add del mod">
        <pc:chgData name="Hasan Jamal" userId="6724a5da2ffd1b8f" providerId="LiveId" clId="{61B860DB-D2A1-40B0-8544-99075C184C61}" dt="2024-11-21T05:51:01.436" v="2733" actId="47"/>
        <pc:sldMkLst>
          <pc:docMk/>
          <pc:sldMk cId="1783235802" sldId="859"/>
        </pc:sldMkLst>
        <pc:graphicFrameChg chg="mod modGraphic">
          <ac:chgData name="Hasan Jamal" userId="6724a5da2ffd1b8f" providerId="LiveId" clId="{61B860DB-D2A1-40B0-8544-99075C184C61}" dt="2024-11-21T05:50:54.032" v="2732" actId="1036"/>
          <ac:graphicFrameMkLst>
            <pc:docMk/>
            <pc:sldMk cId="1783235802" sldId="859"/>
            <ac:graphicFrameMk id="2" creationId="{F47058CC-7D5E-2088-8B8F-2B79EB802497}"/>
          </ac:graphicFrameMkLst>
        </pc:graphicFrameChg>
      </pc:sldChg>
      <pc:sldChg chg="addSp modSp add mod modAnim">
        <pc:chgData name="Hasan Jamal" userId="6724a5da2ffd1b8f" providerId="LiveId" clId="{61B860DB-D2A1-40B0-8544-99075C184C61}" dt="2024-11-21T05:56:05.914" v="2861"/>
        <pc:sldMkLst>
          <pc:docMk/>
          <pc:sldMk cId="1824559559" sldId="859"/>
        </pc:sldMkLst>
        <pc:spChg chg="add mod">
          <ac:chgData name="Hasan Jamal" userId="6724a5da2ffd1b8f" providerId="LiveId" clId="{61B860DB-D2A1-40B0-8544-99075C184C61}" dt="2024-11-21T05:55:54.960" v="2859" actId="1037"/>
          <ac:spMkLst>
            <pc:docMk/>
            <pc:sldMk cId="1824559559" sldId="859"/>
            <ac:spMk id="5" creationId="{D56B84EC-6EBD-BAA8-000B-BD508208E0DE}"/>
          </ac:spMkLst>
        </pc:spChg>
        <pc:spChg chg="add mod">
          <ac:chgData name="Hasan Jamal" userId="6724a5da2ffd1b8f" providerId="LiveId" clId="{61B860DB-D2A1-40B0-8544-99075C184C61}" dt="2024-11-21T05:55:54.960" v="2859" actId="1037"/>
          <ac:spMkLst>
            <pc:docMk/>
            <pc:sldMk cId="1824559559" sldId="859"/>
            <ac:spMk id="6" creationId="{0EA36EE3-9DC6-723B-6B05-C6F6C52F816C}"/>
          </ac:spMkLst>
        </pc:spChg>
        <pc:spChg chg="add mod">
          <ac:chgData name="Hasan Jamal" userId="6724a5da2ffd1b8f" providerId="LiveId" clId="{61B860DB-D2A1-40B0-8544-99075C184C61}" dt="2024-11-21T05:55:54.960" v="2859" actId="1037"/>
          <ac:spMkLst>
            <pc:docMk/>
            <pc:sldMk cId="1824559559" sldId="859"/>
            <ac:spMk id="7" creationId="{966C995C-2745-2D44-A538-042178101010}"/>
          </ac:spMkLst>
        </pc:spChg>
        <pc:spChg chg="add mod">
          <ac:chgData name="Hasan Jamal" userId="6724a5da2ffd1b8f" providerId="LiveId" clId="{61B860DB-D2A1-40B0-8544-99075C184C61}" dt="2024-11-21T05:55:54.960" v="2859" actId="1037"/>
          <ac:spMkLst>
            <pc:docMk/>
            <pc:sldMk cId="1824559559" sldId="859"/>
            <ac:spMk id="8" creationId="{9A3927B9-832B-72FE-216E-7A76F2BD68FF}"/>
          </ac:spMkLst>
        </pc:spChg>
        <pc:spChg chg="add mod">
          <ac:chgData name="Hasan Jamal" userId="6724a5da2ffd1b8f" providerId="LiveId" clId="{61B860DB-D2A1-40B0-8544-99075C184C61}" dt="2024-11-21T05:55:54.960" v="2859" actId="1037"/>
          <ac:spMkLst>
            <pc:docMk/>
            <pc:sldMk cId="1824559559" sldId="859"/>
            <ac:spMk id="9" creationId="{AC00BC04-9868-6493-26C5-E40AF7E2862F}"/>
          </ac:spMkLst>
        </pc:spChg>
        <pc:graphicFrameChg chg="mod modGraphic">
          <ac:chgData name="Hasan Jamal" userId="6724a5da2ffd1b8f" providerId="LiveId" clId="{61B860DB-D2A1-40B0-8544-99075C184C61}" dt="2024-11-21T05:55:41.168" v="2823" actId="6549"/>
          <ac:graphicFrameMkLst>
            <pc:docMk/>
            <pc:sldMk cId="1824559559" sldId="859"/>
            <ac:graphicFrameMk id="2" creationId="{C6BC1DAA-CC6C-B5F2-1192-EB33D76D91B8}"/>
          </ac:graphicFrameMkLst>
        </pc:graphicFrameChg>
      </pc:sldChg>
      <pc:sldChg chg="addSp modSp add mod modAnim">
        <pc:chgData name="Hasan Jamal" userId="6724a5da2ffd1b8f" providerId="LiveId" clId="{61B860DB-D2A1-40B0-8544-99075C184C61}" dt="2024-11-21T06:32:03.788" v="2994"/>
        <pc:sldMkLst>
          <pc:docMk/>
          <pc:sldMk cId="508983132" sldId="860"/>
        </pc:sldMkLst>
        <pc:spChg chg="mod">
          <ac:chgData name="Hasan Jamal" userId="6724a5da2ffd1b8f" providerId="LiveId" clId="{61B860DB-D2A1-40B0-8544-99075C184C61}" dt="2024-11-21T06:29:45.882" v="2943" actId="14100"/>
          <ac:spMkLst>
            <pc:docMk/>
            <pc:sldMk cId="508983132" sldId="860"/>
            <ac:spMk id="4" creationId="{70AA7596-083F-15A4-B5D2-E49D0DCB1CD1}"/>
          </ac:spMkLst>
        </pc:spChg>
        <pc:spChg chg="add mod">
          <ac:chgData name="Hasan Jamal" userId="6724a5da2ffd1b8f" providerId="LiveId" clId="{61B860DB-D2A1-40B0-8544-99075C184C61}" dt="2024-11-21T06:31:31.504" v="2992" actId="1036"/>
          <ac:spMkLst>
            <pc:docMk/>
            <pc:sldMk cId="508983132" sldId="860"/>
            <ac:spMk id="10" creationId="{EBAD801A-3EB7-0062-06FF-C1AA464036D6}"/>
          </ac:spMkLst>
        </pc:spChg>
        <pc:spChg chg="add mod">
          <ac:chgData name="Hasan Jamal" userId="6724a5da2ffd1b8f" providerId="LiveId" clId="{61B860DB-D2A1-40B0-8544-99075C184C61}" dt="2024-11-21T06:31:51.578" v="2993" actId="113"/>
          <ac:spMkLst>
            <pc:docMk/>
            <pc:sldMk cId="508983132" sldId="860"/>
            <ac:spMk id="11" creationId="{CF3DD547-9873-1349-A1DC-1CD8C1ACE1F8}"/>
          </ac:spMkLst>
        </pc:spChg>
        <pc:spChg chg="mod">
          <ac:chgData name="Hasan Jamal" userId="6724a5da2ffd1b8f" providerId="LiveId" clId="{61B860DB-D2A1-40B0-8544-99075C184C61}" dt="2024-11-21T05:59:02.004" v="2927" actId="20577"/>
          <ac:spMkLst>
            <pc:docMk/>
            <pc:sldMk cId="508983132" sldId="860"/>
            <ac:spMk id="3074" creationId="{49C856AF-68CB-2634-F47F-F689CA10E6B8}"/>
          </ac:spMkLst>
        </pc:spChg>
      </pc:sldChg>
      <pc:sldChg chg="addSp modSp add mod modAnim">
        <pc:chgData name="Hasan Jamal" userId="6724a5da2ffd1b8f" providerId="LiveId" clId="{61B860DB-D2A1-40B0-8544-99075C184C61}" dt="2024-11-21T06:42:25.780" v="3062" actId="1035"/>
        <pc:sldMkLst>
          <pc:docMk/>
          <pc:sldMk cId="3510707" sldId="861"/>
        </pc:sldMkLst>
        <pc:spChg chg="mod">
          <ac:chgData name="Hasan Jamal" userId="6724a5da2ffd1b8f" providerId="LiveId" clId="{61B860DB-D2A1-40B0-8544-99075C184C61}" dt="2024-11-21T06:32:34.324" v="2996" actId="20577"/>
          <ac:spMkLst>
            <pc:docMk/>
            <pc:sldMk cId="3510707" sldId="861"/>
            <ac:spMk id="10" creationId="{3323A352-12A9-8828-2FFD-58F63B6E1019}"/>
          </ac:spMkLst>
        </pc:spChg>
        <pc:spChg chg="add mod">
          <ac:chgData name="Hasan Jamal" userId="6724a5da2ffd1b8f" providerId="LiveId" clId="{61B860DB-D2A1-40B0-8544-99075C184C61}" dt="2024-11-21T06:33:05.324" v="3008" actId="1037"/>
          <ac:spMkLst>
            <pc:docMk/>
            <pc:sldMk cId="3510707" sldId="861"/>
            <ac:spMk id="12" creationId="{84CD4ED2-9604-07FB-0162-F2F250458744}"/>
          </ac:spMkLst>
        </pc:spChg>
        <pc:spChg chg="add mod">
          <ac:chgData name="Hasan Jamal" userId="6724a5da2ffd1b8f" providerId="LiveId" clId="{61B860DB-D2A1-40B0-8544-99075C184C61}" dt="2024-11-21T06:37:11.694" v="3034" actId="207"/>
          <ac:spMkLst>
            <pc:docMk/>
            <pc:sldMk cId="3510707" sldId="861"/>
            <ac:spMk id="13" creationId="{D29BC158-216D-7A0F-6F7D-646768689DBF}"/>
          </ac:spMkLst>
        </pc:spChg>
        <pc:spChg chg="add mod">
          <ac:chgData name="Hasan Jamal" userId="6724a5da2ffd1b8f" providerId="LiveId" clId="{61B860DB-D2A1-40B0-8544-99075C184C61}" dt="2024-11-21T06:37:17.490" v="3035" actId="207"/>
          <ac:spMkLst>
            <pc:docMk/>
            <pc:sldMk cId="3510707" sldId="861"/>
            <ac:spMk id="14" creationId="{C9F17567-6E63-790B-FC9A-EE7058AEE656}"/>
          </ac:spMkLst>
        </pc:spChg>
        <pc:spChg chg="add mod">
          <ac:chgData name="Hasan Jamal" userId="6724a5da2ffd1b8f" providerId="LiveId" clId="{61B860DB-D2A1-40B0-8544-99075C184C61}" dt="2024-11-21T06:42:25.780" v="3062" actId="1035"/>
          <ac:spMkLst>
            <pc:docMk/>
            <pc:sldMk cId="3510707" sldId="861"/>
            <ac:spMk id="15" creationId="{17B12017-4A39-7CF2-BC4A-C2C0E99C20CC}"/>
          </ac:spMkLst>
        </pc:spChg>
        <pc:spChg chg="add mod">
          <ac:chgData name="Hasan Jamal" userId="6724a5da2ffd1b8f" providerId="LiveId" clId="{61B860DB-D2A1-40B0-8544-99075C184C61}" dt="2024-11-21T06:39:50.578" v="3053" actId="1038"/>
          <ac:spMkLst>
            <pc:docMk/>
            <pc:sldMk cId="3510707" sldId="861"/>
            <ac:spMk id="16" creationId="{183E6F9A-1A72-CE8D-A127-8869E53982CE}"/>
          </ac:spMkLst>
        </pc:spChg>
        <pc:graphicFrameChg chg="modGraphic">
          <ac:chgData name="Hasan Jamal" userId="6724a5da2ffd1b8f" providerId="LiveId" clId="{61B860DB-D2A1-40B0-8544-99075C184C61}" dt="2024-11-21T06:39:33.832" v="3046" actId="6549"/>
          <ac:graphicFrameMkLst>
            <pc:docMk/>
            <pc:sldMk cId="3510707" sldId="861"/>
            <ac:graphicFrameMk id="2" creationId="{F5EC68C7-6CE1-183A-2BBB-573E19D1B9F5}"/>
          </ac:graphicFrameMkLst>
        </pc:graphicFrameChg>
      </pc:sldChg>
      <pc:sldChg chg="delSp modSp add mod delAnim modAnim">
        <pc:chgData name="Hasan Jamal" userId="6724a5da2ffd1b8f" providerId="LiveId" clId="{61B860DB-D2A1-40B0-8544-99075C184C61}" dt="2024-11-21T06:45:38.708" v="3080"/>
        <pc:sldMkLst>
          <pc:docMk/>
          <pc:sldMk cId="479532876" sldId="862"/>
        </pc:sldMkLst>
        <pc:spChg chg="mod">
          <ac:chgData name="Hasan Jamal" userId="6724a5da2ffd1b8f" providerId="LiveId" clId="{61B860DB-D2A1-40B0-8544-99075C184C61}" dt="2024-11-21T06:44:35.514" v="3078" actId="207"/>
          <ac:spMkLst>
            <pc:docMk/>
            <pc:sldMk cId="479532876" sldId="862"/>
            <ac:spMk id="6" creationId="{F7BB6588-72B7-7ABB-FC7E-48C86B07BCD4}"/>
          </ac:spMkLst>
        </pc:spChg>
        <pc:spChg chg="mod">
          <ac:chgData name="Hasan Jamal" userId="6724a5da2ffd1b8f" providerId="LiveId" clId="{61B860DB-D2A1-40B0-8544-99075C184C61}" dt="2024-11-21T06:44:01.108" v="3073" actId="20577"/>
          <ac:spMkLst>
            <pc:docMk/>
            <pc:sldMk cId="479532876" sldId="862"/>
            <ac:spMk id="12" creationId="{9FC15F95-5095-CB5A-8789-8A9C718B6AD1}"/>
          </ac:spMkLst>
        </pc:spChg>
        <pc:spChg chg="del mod">
          <ac:chgData name="Hasan Jamal" userId="6724a5da2ffd1b8f" providerId="LiveId" clId="{61B860DB-D2A1-40B0-8544-99075C184C61}" dt="2024-11-21T06:44:58.680" v="3079" actId="478"/>
          <ac:spMkLst>
            <pc:docMk/>
            <pc:sldMk cId="479532876" sldId="862"/>
            <ac:spMk id="13" creationId="{958BBC88-C1A1-7A90-E68B-2D13BB584261}"/>
          </ac:spMkLst>
        </pc:spChg>
        <pc:spChg chg="del mod">
          <ac:chgData name="Hasan Jamal" userId="6724a5da2ffd1b8f" providerId="LiveId" clId="{61B860DB-D2A1-40B0-8544-99075C184C61}" dt="2024-11-21T06:44:58.680" v="3079" actId="478"/>
          <ac:spMkLst>
            <pc:docMk/>
            <pc:sldMk cId="479532876" sldId="862"/>
            <ac:spMk id="14" creationId="{96DF2FE7-EC13-C839-362E-23CAEAA4FAE2}"/>
          </ac:spMkLst>
        </pc:spChg>
        <pc:spChg chg="mod">
          <ac:chgData name="Hasan Jamal" userId="6724a5da2ffd1b8f" providerId="LiveId" clId="{61B860DB-D2A1-40B0-8544-99075C184C61}" dt="2024-11-21T06:43:37.128" v="3069" actId="207"/>
          <ac:spMkLst>
            <pc:docMk/>
            <pc:sldMk cId="479532876" sldId="862"/>
            <ac:spMk id="15" creationId="{050C56C4-D528-7402-837B-5A46515DE180}"/>
          </ac:spMkLst>
        </pc:spChg>
        <pc:spChg chg="del mod">
          <ac:chgData name="Hasan Jamal" userId="6724a5da2ffd1b8f" providerId="LiveId" clId="{61B860DB-D2A1-40B0-8544-99075C184C61}" dt="2024-11-21T06:44:58.680" v="3079" actId="478"/>
          <ac:spMkLst>
            <pc:docMk/>
            <pc:sldMk cId="479532876" sldId="862"/>
            <ac:spMk id="16" creationId="{B3F22FEC-D9F6-07FA-B154-0F07F5F6F24B}"/>
          </ac:spMkLst>
        </pc:spChg>
        <pc:graphicFrameChg chg="modGraphic">
          <ac:chgData name="Hasan Jamal" userId="6724a5da2ffd1b8f" providerId="LiveId" clId="{61B860DB-D2A1-40B0-8544-99075C184C61}" dt="2024-11-21T06:43:46.762" v="3071" actId="207"/>
          <ac:graphicFrameMkLst>
            <pc:docMk/>
            <pc:sldMk cId="479532876" sldId="862"/>
            <ac:graphicFrameMk id="2" creationId="{BC878DF3-BD49-58D1-3D40-E24ACC5EF9EF}"/>
          </ac:graphicFrameMkLst>
        </pc:graphicFrameChg>
      </pc:sldChg>
      <pc:sldChg chg="modSp add mod">
        <pc:chgData name="Hasan Jamal" userId="6724a5da2ffd1b8f" providerId="LiveId" clId="{61B860DB-D2A1-40B0-8544-99075C184C61}" dt="2024-11-21T06:47:39.286" v="3082" actId="20577"/>
        <pc:sldMkLst>
          <pc:docMk/>
          <pc:sldMk cId="27527853" sldId="863"/>
        </pc:sldMkLst>
        <pc:spChg chg="mod">
          <ac:chgData name="Hasan Jamal" userId="6724a5da2ffd1b8f" providerId="LiveId" clId="{61B860DB-D2A1-40B0-8544-99075C184C61}" dt="2024-11-21T06:47:39.286" v="3082" actId="20577"/>
          <ac:spMkLst>
            <pc:docMk/>
            <pc:sldMk cId="27527853" sldId="863"/>
            <ac:spMk id="10" creationId="{450B32AD-36DD-9C00-244C-1C16620FD7CE}"/>
          </ac:spMkLst>
        </pc:spChg>
      </pc:sldChg>
      <pc:sldChg chg="addSp delSp modSp add mod delAnim modAnim">
        <pc:chgData name="Hasan Jamal" userId="6724a5da2ffd1b8f" providerId="LiveId" clId="{61B860DB-D2A1-40B0-8544-99075C184C61}" dt="2024-11-21T06:54:02.482" v="3155" actId="1035"/>
        <pc:sldMkLst>
          <pc:docMk/>
          <pc:sldMk cId="3969118755" sldId="864"/>
        </pc:sldMkLst>
        <pc:spChg chg="mod">
          <ac:chgData name="Hasan Jamal" userId="6724a5da2ffd1b8f" providerId="LiveId" clId="{61B860DB-D2A1-40B0-8544-99075C184C61}" dt="2024-11-21T06:47:55.674" v="3084" actId="20577"/>
          <ac:spMkLst>
            <pc:docMk/>
            <pc:sldMk cId="3969118755" sldId="864"/>
            <ac:spMk id="10" creationId="{C2D5ADEA-2FF6-4905-726F-8B2D66612D4A}"/>
          </ac:spMkLst>
        </pc:spChg>
        <pc:spChg chg="add del mod">
          <ac:chgData name="Hasan Jamal" userId="6724a5da2ffd1b8f" providerId="LiveId" clId="{61B860DB-D2A1-40B0-8544-99075C184C61}" dt="2024-11-21T06:50:48.302" v="3100" actId="478"/>
          <ac:spMkLst>
            <pc:docMk/>
            <pc:sldMk cId="3969118755" sldId="864"/>
            <ac:spMk id="13" creationId="{614FD1DF-0671-28EC-C2FA-5FC02120FF56}"/>
          </ac:spMkLst>
        </pc:spChg>
        <pc:spChg chg="add mod">
          <ac:chgData name="Hasan Jamal" userId="6724a5da2ffd1b8f" providerId="LiveId" clId="{61B860DB-D2A1-40B0-8544-99075C184C61}" dt="2024-11-21T06:53:53.608" v="3153" actId="1037"/>
          <ac:spMkLst>
            <pc:docMk/>
            <pc:sldMk cId="3969118755" sldId="864"/>
            <ac:spMk id="14" creationId="{5D14158C-8521-3ABB-5305-29A9AEA7DD9E}"/>
          </ac:spMkLst>
        </pc:spChg>
        <pc:spChg chg="add del mod">
          <ac:chgData name="Hasan Jamal" userId="6724a5da2ffd1b8f" providerId="LiveId" clId="{61B860DB-D2A1-40B0-8544-99075C184C61}" dt="2024-11-21T06:50:12.852" v="3095" actId="478"/>
          <ac:spMkLst>
            <pc:docMk/>
            <pc:sldMk cId="3969118755" sldId="864"/>
            <ac:spMk id="16" creationId="{50B95E3C-C7C1-9480-EC91-1DADB57C9649}"/>
          </ac:spMkLst>
        </pc:spChg>
        <pc:spChg chg="add mod">
          <ac:chgData name="Hasan Jamal" userId="6724a5da2ffd1b8f" providerId="LiveId" clId="{61B860DB-D2A1-40B0-8544-99075C184C61}" dt="2024-11-21T06:52:57.382" v="3143" actId="1038"/>
          <ac:spMkLst>
            <pc:docMk/>
            <pc:sldMk cId="3969118755" sldId="864"/>
            <ac:spMk id="17" creationId="{13BE4AE5-F9A2-18F0-DD35-2413966E0531}"/>
          </ac:spMkLst>
        </pc:spChg>
        <pc:spChg chg="add mod">
          <ac:chgData name="Hasan Jamal" userId="6724a5da2ffd1b8f" providerId="LiveId" clId="{61B860DB-D2A1-40B0-8544-99075C184C61}" dt="2024-11-21T06:54:02.482" v="3155" actId="1035"/>
          <ac:spMkLst>
            <pc:docMk/>
            <pc:sldMk cId="3969118755" sldId="864"/>
            <ac:spMk id="18" creationId="{EB256717-1A58-3E33-EC58-1455793205E9}"/>
          </ac:spMkLst>
        </pc:spChg>
        <pc:spChg chg="add mod">
          <ac:chgData name="Hasan Jamal" userId="6724a5da2ffd1b8f" providerId="LiveId" clId="{61B860DB-D2A1-40B0-8544-99075C184C61}" dt="2024-11-21T06:52:48.760" v="3140" actId="1035"/>
          <ac:spMkLst>
            <pc:docMk/>
            <pc:sldMk cId="3969118755" sldId="864"/>
            <ac:spMk id="19" creationId="{87544F5D-5CC2-7BEA-C85B-A99CEA82E763}"/>
          </ac:spMkLst>
        </pc:spChg>
        <pc:spChg chg="add del mod">
          <ac:chgData name="Hasan Jamal" userId="6724a5da2ffd1b8f" providerId="LiveId" clId="{61B860DB-D2A1-40B0-8544-99075C184C61}" dt="2024-11-21T06:49:28.792" v="3089" actId="478"/>
          <ac:spMkLst>
            <pc:docMk/>
            <pc:sldMk cId="3969118755" sldId="864"/>
            <ac:spMk id="20" creationId="{9F7D0E71-B600-681D-21B0-DCED82FE74B6}"/>
          </ac:spMkLst>
        </pc:spChg>
        <pc:graphicFrameChg chg="modGraphic">
          <ac:chgData name="Hasan Jamal" userId="6724a5da2ffd1b8f" providerId="LiveId" clId="{61B860DB-D2A1-40B0-8544-99075C184C61}" dt="2024-11-21T06:51:05.310" v="3101" actId="6549"/>
          <ac:graphicFrameMkLst>
            <pc:docMk/>
            <pc:sldMk cId="3969118755" sldId="864"/>
            <ac:graphicFrameMk id="2" creationId="{A46720CD-1D40-80A1-834E-3CF59BF333F4}"/>
          </ac:graphicFrameMkLst>
        </pc:graphicFrameChg>
      </pc:sldChg>
      <pc:sldChg chg="delSp modSp add mod delAnim modAnim">
        <pc:chgData name="Hasan Jamal" userId="6724a5da2ffd1b8f" providerId="LiveId" clId="{61B860DB-D2A1-40B0-8544-99075C184C61}" dt="2024-11-21T06:57:04.592" v="3176"/>
        <pc:sldMkLst>
          <pc:docMk/>
          <pc:sldMk cId="1273748141" sldId="865"/>
        </pc:sldMkLst>
        <pc:spChg chg="mod">
          <ac:chgData name="Hasan Jamal" userId="6724a5da2ffd1b8f" providerId="LiveId" clId="{61B860DB-D2A1-40B0-8544-99075C184C61}" dt="2024-11-21T06:55:57.794" v="3170" actId="207"/>
          <ac:spMkLst>
            <pc:docMk/>
            <pc:sldMk cId="1273748141" sldId="865"/>
            <ac:spMk id="8" creationId="{29CD4DB9-A4D9-5582-1DCA-5655915D7837}"/>
          </ac:spMkLst>
        </pc:spChg>
        <pc:spChg chg="mod">
          <ac:chgData name="Hasan Jamal" userId="6724a5da2ffd1b8f" providerId="LiveId" clId="{61B860DB-D2A1-40B0-8544-99075C184C61}" dt="2024-11-21T06:56:20.012" v="3175" actId="20577"/>
          <ac:spMkLst>
            <pc:docMk/>
            <pc:sldMk cId="1273748141" sldId="865"/>
            <ac:spMk id="12" creationId="{DD70B779-F7DA-269C-D7A4-BB1EE9C49B16}"/>
          </ac:spMkLst>
        </pc:spChg>
        <pc:spChg chg="mod">
          <ac:chgData name="Hasan Jamal" userId="6724a5da2ffd1b8f" providerId="LiveId" clId="{61B860DB-D2A1-40B0-8544-99075C184C61}" dt="2024-11-21T06:55:30.342" v="3161" actId="207"/>
          <ac:spMkLst>
            <pc:docMk/>
            <pc:sldMk cId="1273748141" sldId="865"/>
            <ac:spMk id="14" creationId="{8B02C8E5-7A10-F1FD-EBFF-1B564F536C9F}"/>
          </ac:spMkLst>
        </pc:spChg>
        <pc:spChg chg="del mod">
          <ac:chgData name="Hasan Jamal" userId="6724a5da2ffd1b8f" providerId="LiveId" clId="{61B860DB-D2A1-40B0-8544-99075C184C61}" dt="2024-11-21T06:55:50.102" v="3165" actId="478"/>
          <ac:spMkLst>
            <pc:docMk/>
            <pc:sldMk cId="1273748141" sldId="865"/>
            <ac:spMk id="17" creationId="{6A4C4757-A138-577F-D067-178F98F1D3AE}"/>
          </ac:spMkLst>
        </pc:spChg>
        <pc:spChg chg="del">
          <ac:chgData name="Hasan Jamal" userId="6724a5da2ffd1b8f" providerId="LiveId" clId="{61B860DB-D2A1-40B0-8544-99075C184C61}" dt="2024-11-21T06:55:16.848" v="3157" actId="478"/>
          <ac:spMkLst>
            <pc:docMk/>
            <pc:sldMk cId="1273748141" sldId="865"/>
            <ac:spMk id="18" creationId="{002D829A-885C-4398-2549-1B78BD0F441E}"/>
          </ac:spMkLst>
        </pc:spChg>
        <pc:spChg chg="del mod">
          <ac:chgData name="Hasan Jamal" userId="6724a5da2ffd1b8f" providerId="LiveId" clId="{61B860DB-D2A1-40B0-8544-99075C184C61}" dt="2024-11-21T06:56:07.342" v="3172" actId="478"/>
          <ac:spMkLst>
            <pc:docMk/>
            <pc:sldMk cId="1273748141" sldId="865"/>
            <ac:spMk id="19" creationId="{28F6F85F-53D1-E4FF-3222-6F3B4026CCB7}"/>
          </ac:spMkLst>
        </pc:spChg>
        <pc:graphicFrameChg chg="modGraphic">
          <ac:chgData name="Hasan Jamal" userId="6724a5da2ffd1b8f" providerId="LiveId" clId="{61B860DB-D2A1-40B0-8544-99075C184C61}" dt="2024-11-21T06:55:41.538" v="3163" actId="207"/>
          <ac:graphicFrameMkLst>
            <pc:docMk/>
            <pc:sldMk cId="1273748141" sldId="865"/>
            <ac:graphicFrameMk id="2" creationId="{07BCA7E7-014A-93CB-C10E-4A1413B6FA5E}"/>
          </ac:graphicFrameMkLst>
        </pc:graphicFrameChg>
      </pc:sldChg>
      <pc:sldChg chg="addSp modSp add mod modAnim">
        <pc:chgData name="Hasan Jamal" userId="6724a5da2ffd1b8f" providerId="LiveId" clId="{61B860DB-D2A1-40B0-8544-99075C184C61}" dt="2024-11-21T07:06:00.060" v="3301" actId="1035"/>
        <pc:sldMkLst>
          <pc:docMk/>
          <pc:sldMk cId="2932968347" sldId="866"/>
        </pc:sldMkLst>
        <pc:spChg chg="mod">
          <ac:chgData name="Hasan Jamal" userId="6724a5da2ffd1b8f" providerId="LiveId" clId="{61B860DB-D2A1-40B0-8544-99075C184C61}" dt="2024-11-21T06:57:36.194" v="3178" actId="20577"/>
          <ac:spMkLst>
            <pc:docMk/>
            <pc:sldMk cId="2932968347" sldId="866"/>
            <ac:spMk id="10" creationId="{7233F2BE-1B19-AD66-C09C-D9AD3D301DB6}"/>
          </ac:spMkLst>
        </pc:spChg>
        <pc:spChg chg="add mod">
          <ac:chgData name="Hasan Jamal" userId="6724a5da2ffd1b8f" providerId="LiveId" clId="{61B860DB-D2A1-40B0-8544-99075C184C61}" dt="2024-11-21T07:06:00.060" v="3301" actId="1035"/>
          <ac:spMkLst>
            <pc:docMk/>
            <pc:sldMk cId="2932968347" sldId="866"/>
            <ac:spMk id="13" creationId="{33B56487-D8C9-EC84-1672-E55F2842EDDA}"/>
          </ac:spMkLst>
        </pc:spChg>
        <pc:spChg chg="add mod">
          <ac:chgData name="Hasan Jamal" userId="6724a5da2ffd1b8f" providerId="LiveId" clId="{61B860DB-D2A1-40B0-8544-99075C184C61}" dt="2024-11-21T07:05:49.282" v="3276" actId="1038"/>
          <ac:spMkLst>
            <pc:docMk/>
            <pc:sldMk cId="2932968347" sldId="866"/>
            <ac:spMk id="16" creationId="{3EC96FEB-69B1-D9CE-1AD6-769BDDB3E4CF}"/>
          </ac:spMkLst>
        </pc:spChg>
        <pc:spChg chg="add mod">
          <ac:chgData name="Hasan Jamal" userId="6724a5da2ffd1b8f" providerId="LiveId" clId="{61B860DB-D2A1-40B0-8544-99075C184C61}" dt="2024-11-21T07:05:40.076" v="3269" actId="1035"/>
          <ac:spMkLst>
            <pc:docMk/>
            <pc:sldMk cId="2932968347" sldId="866"/>
            <ac:spMk id="17" creationId="{1122D5EE-1E38-0E49-8E23-9B7CC1E3464E}"/>
          </ac:spMkLst>
        </pc:spChg>
        <pc:spChg chg="add mod">
          <ac:chgData name="Hasan Jamal" userId="6724a5da2ffd1b8f" providerId="LiveId" clId="{61B860DB-D2A1-40B0-8544-99075C184C61}" dt="2024-11-21T07:02:48.856" v="3249" actId="1037"/>
          <ac:spMkLst>
            <pc:docMk/>
            <pc:sldMk cId="2932968347" sldId="866"/>
            <ac:spMk id="18" creationId="{8CBF39BC-B002-15D3-4D47-78DE3BD0203E}"/>
          </ac:spMkLst>
        </pc:spChg>
        <pc:graphicFrameChg chg="modGraphic">
          <ac:chgData name="Hasan Jamal" userId="6724a5da2ffd1b8f" providerId="LiveId" clId="{61B860DB-D2A1-40B0-8544-99075C184C61}" dt="2024-11-21T07:02:56.078" v="3250" actId="6549"/>
          <ac:graphicFrameMkLst>
            <pc:docMk/>
            <pc:sldMk cId="2932968347" sldId="866"/>
            <ac:graphicFrameMk id="2" creationId="{9AE363A9-02E9-B0C2-D08D-906D85A1F0A4}"/>
          </ac:graphicFrameMkLst>
        </pc:graphicFrameChg>
      </pc:sldChg>
      <pc:sldChg chg="delSp modSp add mod delAnim modAnim">
        <pc:chgData name="Hasan Jamal" userId="6724a5da2ffd1b8f" providerId="LiveId" clId="{61B860DB-D2A1-40B0-8544-99075C184C61}" dt="2024-11-21T07:08:06.774" v="3367"/>
        <pc:sldMkLst>
          <pc:docMk/>
          <pc:sldMk cId="1470095001" sldId="867"/>
        </pc:sldMkLst>
        <pc:spChg chg="mod">
          <ac:chgData name="Hasan Jamal" userId="6724a5da2ffd1b8f" providerId="LiveId" clId="{61B860DB-D2A1-40B0-8544-99075C184C61}" dt="2024-11-21T07:07:39.982" v="3363" actId="207"/>
          <ac:spMkLst>
            <pc:docMk/>
            <pc:sldMk cId="1470095001" sldId="867"/>
            <ac:spMk id="9" creationId="{995E82CA-9FB4-BE64-85B9-B641ADB19AB0}"/>
          </ac:spMkLst>
        </pc:spChg>
        <pc:spChg chg="mod">
          <ac:chgData name="Hasan Jamal" userId="6724a5da2ffd1b8f" providerId="LiveId" clId="{61B860DB-D2A1-40B0-8544-99075C184C61}" dt="2024-11-21T07:07:59.804" v="3366" actId="20577"/>
          <ac:spMkLst>
            <pc:docMk/>
            <pc:sldMk cId="1470095001" sldId="867"/>
            <ac:spMk id="12" creationId="{6D387CEE-EAF7-ED22-3BD7-00613FC02F09}"/>
          </ac:spMkLst>
        </pc:spChg>
        <pc:spChg chg="mod">
          <ac:chgData name="Hasan Jamal" userId="6724a5da2ffd1b8f" providerId="LiveId" clId="{61B860DB-D2A1-40B0-8544-99075C184C61}" dt="2024-11-21T07:07:29.300" v="3359" actId="20577"/>
          <ac:spMkLst>
            <pc:docMk/>
            <pc:sldMk cId="1470095001" sldId="867"/>
            <ac:spMk id="13" creationId="{617F3425-77E4-E5A5-5A6D-B0878D68A49B}"/>
          </ac:spMkLst>
        </pc:spChg>
        <pc:spChg chg="del mod">
          <ac:chgData name="Hasan Jamal" userId="6724a5da2ffd1b8f" providerId="LiveId" clId="{61B860DB-D2A1-40B0-8544-99075C184C61}" dt="2024-11-21T07:06:49.628" v="3323" actId="478"/>
          <ac:spMkLst>
            <pc:docMk/>
            <pc:sldMk cId="1470095001" sldId="867"/>
            <ac:spMk id="16" creationId="{2D810A9A-B90B-A9F7-2CD5-187C2C55724C}"/>
          </ac:spMkLst>
        </pc:spChg>
        <pc:spChg chg="del mod">
          <ac:chgData name="Hasan Jamal" userId="6724a5da2ffd1b8f" providerId="LiveId" clId="{61B860DB-D2A1-40B0-8544-99075C184C61}" dt="2024-11-21T07:06:54.890" v="3331" actId="478"/>
          <ac:spMkLst>
            <pc:docMk/>
            <pc:sldMk cId="1470095001" sldId="867"/>
            <ac:spMk id="17" creationId="{0912A577-8AB4-2635-85E4-2F0C1E4C6BEB}"/>
          </ac:spMkLst>
        </pc:spChg>
        <pc:spChg chg="del mod">
          <ac:chgData name="Hasan Jamal" userId="6724a5da2ffd1b8f" providerId="LiveId" clId="{61B860DB-D2A1-40B0-8544-99075C184C61}" dt="2024-11-21T07:07:11.910" v="3355" actId="478"/>
          <ac:spMkLst>
            <pc:docMk/>
            <pc:sldMk cId="1470095001" sldId="867"/>
            <ac:spMk id="18" creationId="{EE2A6A7A-8F64-61B6-C5B9-689A78C463CC}"/>
          </ac:spMkLst>
        </pc:spChg>
        <pc:graphicFrameChg chg="modGraphic">
          <ac:chgData name="Hasan Jamal" userId="6724a5da2ffd1b8f" providerId="LiveId" clId="{61B860DB-D2A1-40B0-8544-99075C184C61}" dt="2024-11-21T07:07:51.508" v="3365" actId="207"/>
          <ac:graphicFrameMkLst>
            <pc:docMk/>
            <pc:sldMk cId="1470095001" sldId="867"/>
            <ac:graphicFrameMk id="2" creationId="{C81E393F-474D-1550-558F-F50C892A4424}"/>
          </ac:graphicFrameMkLst>
        </pc:graphicFrameChg>
      </pc:sldChg>
      <pc:sldChg chg="addSp modSp add mod modAnim">
        <pc:chgData name="Hasan Jamal" userId="6724a5da2ffd1b8f" providerId="LiveId" clId="{61B860DB-D2A1-40B0-8544-99075C184C61}" dt="2024-11-21T07:14:36.498" v="3495" actId="1038"/>
        <pc:sldMkLst>
          <pc:docMk/>
          <pc:sldMk cId="3072215028" sldId="868"/>
        </pc:sldMkLst>
        <pc:spChg chg="mod">
          <ac:chgData name="Hasan Jamal" userId="6724a5da2ffd1b8f" providerId="LiveId" clId="{61B860DB-D2A1-40B0-8544-99075C184C61}" dt="2024-11-21T07:10:31.438" v="3369" actId="20577"/>
          <ac:spMkLst>
            <pc:docMk/>
            <pc:sldMk cId="3072215028" sldId="868"/>
            <ac:spMk id="10" creationId="{9F193A94-60B3-0631-A2B0-E0F942D76845}"/>
          </ac:spMkLst>
        </pc:spChg>
        <pc:spChg chg="add mod">
          <ac:chgData name="Hasan Jamal" userId="6724a5da2ffd1b8f" providerId="LiveId" clId="{61B860DB-D2A1-40B0-8544-99075C184C61}" dt="2024-11-21T07:14:36.498" v="3495" actId="1038"/>
          <ac:spMkLst>
            <pc:docMk/>
            <pc:sldMk cId="3072215028" sldId="868"/>
            <ac:spMk id="16" creationId="{F32E7D0D-6B27-A106-DB9E-321FCBD2B34B}"/>
          </ac:spMkLst>
        </pc:spChg>
        <pc:spChg chg="add mod">
          <ac:chgData name="Hasan Jamal" userId="6724a5da2ffd1b8f" providerId="LiveId" clId="{61B860DB-D2A1-40B0-8544-99075C184C61}" dt="2024-11-21T07:14:22.378" v="3487" actId="1035"/>
          <ac:spMkLst>
            <pc:docMk/>
            <pc:sldMk cId="3072215028" sldId="868"/>
            <ac:spMk id="17" creationId="{B08EFDAA-3107-7B7B-A16B-F84965FF356D}"/>
          </ac:spMkLst>
        </pc:spChg>
        <pc:spChg chg="add mod">
          <ac:chgData name="Hasan Jamal" userId="6724a5da2ffd1b8f" providerId="LiveId" clId="{61B860DB-D2A1-40B0-8544-99075C184C61}" dt="2024-11-21T07:14:13.676" v="3450" actId="1036"/>
          <ac:spMkLst>
            <pc:docMk/>
            <pc:sldMk cId="3072215028" sldId="868"/>
            <ac:spMk id="18" creationId="{76620804-3183-2AA8-E72A-CE1D7FC3A44C}"/>
          </ac:spMkLst>
        </pc:spChg>
        <pc:spChg chg="add mod">
          <ac:chgData name="Hasan Jamal" userId="6724a5da2ffd1b8f" providerId="LiveId" clId="{61B860DB-D2A1-40B0-8544-99075C184C61}" dt="2024-11-21T07:12:32.830" v="3421" actId="1038"/>
          <ac:spMkLst>
            <pc:docMk/>
            <pc:sldMk cId="3072215028" sldId="868"/>
            <ac:spMk id="19" creationId="{14DDDAE4-C86E-6379-B3DB-AB2C4BD827EE}"/>
          </ac:spMkLst>
        </pc:spChg>
        <pc:graphicFrameChg chg="modGraphic">
          <ac:chgData name="Hasan Jamal" userId="6724a5da2ffd1b8f" providerId="LiveId" clId="{61B860DB-D2A1-40B0-8544-99075C184C61}" dt="2024-11-21T07:12:39.236" v="3422" actId="6549"/>
          <ac:graphicFrameMkLst>
            <pc:docMk/>
            <pc:sldMk cId="3072215028" sldId="868"/>
            <ac:graphicFrameMk id="2" creationId="{5232B9FD-D713-CF7C-45ED-481F68D76F53}"/>
          </ac:graphicFrameMkLst>
        </pc:graphicFrameChg>
      </pc:sldChg>
      <pc:sldChg chg="delSp modSp add mod delAnim modAnim">
        <pc:chgData name="Hasan Jamal" userId="6724a5da2ffd1b8f" providerId="LiveId" clId="{61B860DB-D2A1-40B0-8544-99075C184C61}" dt="2024-11-21T07:17:06.208" v="3514"/>
        <pc:sldMkLst>
          <pc:docMk/>
          <pc:sldMk cId="1151993965" sldId="869"/>
        </pc:sldMkLst>
        <pc:spChg chg="mod">
          <ac:chgData name="Hasan Jamal" userId="6724a5da2ffd1b8f" providerId="LiveId" clId="{61B860DB-D2A1-40B0-8544-99075C184C61}" dt="2024-11-21T07:15:50.610" v="3503" actId="207"/>
          <ac:spMkLst>
            <pc:docMk/>
            <pc:sldMk cId="1151993965" sldId="869"/>
            <ac:spMk id="5" creationId="{24F33194-B47E-DD3A-860D-CF3F243BC946}"/>
          </ac:spMkLst>
        </pc:spChg>
        <pc:spChg chg="mod">
          <ac:chgData name="Hasan Jamal" userId="6724a5da2ffd1b8f" providerId="LiveId" clId="{61B860DB-D2A1-40B0-8544-99075C184C61}" dt="2024-11-21T07:16:03.730" v="3504" actId="20577"/>
          <ac:spMkLst>
            <pc:docMk/>
            <pc:sldMk cId="1151993965" sldId="869"/>
            <ac:spMk id="12" creationId="{AC0A0E6E-8C55-93B5-326D-E6ED84FB373B}"/>
          </ac:spMkLst>
        </pc:spChg>
        <pc:spChg chg="mod">
          <ac:chgData name="Hasan Jamal" userId="6724a5da2ffd1b8f" providerId="LiveId" clId="{61B860DB-D2A1-40B0-8544-99075C184C61}" dt="2024-11-21T07:16:22.512" v="3510" actId="207"/>
          <ac:spMkLst>
            <pc:docMk/>
            <pc:sldMk cId="1151993965" sldId="869"/>
            <ac:spMk id="16" creationId="{957F4624-A6A7-8ED5-36AC-83128ACB8086}"/>
          </ac:spMkLst>
        </pc:spChg>
        <pc:spChg chg="del">
          <ac:chgData name="Hasan Jamal" userId="6724a5da2ffd1b8f" providerId="LiveId" clId="{61B860DB-D2A1-40B0-8544-99075C184C61}" dt="2024-11-21T07:15:38.418" v="3499" actId="478"/>
          <ac:spMkLst>
            <pc:docMk/>
            <pc:sldMk cId="1151993965" sldId="869"/>
            <ac:spMk id="17" creationId="{63D0FD05-FB18-8BB5-BDC8-4857B02D249B}"/>
          </ac:spMkLst>
        </pc:spChg>
        <pc:spChg chg="del">
          <ac:chgData name="Hasan Jamal" userId="6724a5da2ffd1b8f" providerId="LiveId" clId="{61B860DB-D2A1-40B0-8544-99075C184C61}" dt="2024-11-21T07:15:35.718" v="3498" actId="478"/>
          <ac:spMkLst>
            <pc:docMk/>
            <pc:sldMk cId="1151993965" sldId="869"/>
            <ac:spMk id="18" creationId="{9D08BE5D-5893-0C7E-D71D-4091B991D3A0}"/>
          </ac:spMkLst>
        </pc:spChg>
        <pc:spChg chg="del">
          <ac:chgData name="Hasan Jamal" userId="6724a5da2ffd1b8f" providerId="LiveId" clId="{61B860DB-D2A1-40B0-8544-99075C184C61}" dt="2024-11-21T07:15:32.182" v="3497" actId="478"/>
          <ac:spMkLst>
            <pc:docMk/>
            <pc:sldMk cId="1151993965" sldId="869"/>
            <ac:spMk id="19" creationId="{CA9CC47E-4356-4991-DF43-0CC16635D00A}"/>
          </ac:spMkLst>
        </pc:spChg>
        <pc:graphicFrameChg chg="modGraphic">
          <ac:chgData name="Hasan Jamal" userId="6724a5da2ffd1b8f" providerId="LiveId" clId="{61B860DB-D2A1-40B0-8544-99075C184C61}" dt="2024-11-21T07:16:34.134" v="3513" actId="207"/>
          <ac:graphicFrameMkLst>
            <pc:docMk/>
            <pc:sldMk cId="1151993965" sldId="869"/>
            <ac:graphicFrameMk id="2" creationId="{8AD36940-0FFE-12EC-3B38-86AD0650145C}"/>
          </ac:graphicFrameMkLst>
        </pc:graphicFrameChg>
      </pc:sldChg>
      <pc:sldChg chg="addSp delSp modSp add mod modAnim">
        <pc:chgData name="Hasan Jamal" userId="6724a5da2ffd1b8f" providerId="LiveId" clId="{61B860DB-D2A1-40B0-8544-99075C184C61}" dt="2024-11-21T07:38:26.462" v="3710" actId="1038"/>
        <pc:sldMkLst>
          <pc:docMk/>
          <pc:sldMk cId="1665840354" sldId="870"/>
        </pc:sldMkLst>
        <pc:spChg chg="mod">
          <ac:chgData name="Hasan Jamal" userId="6724a5da2ffd1b8f" providerId="LiveId" clId="{61B860DB-D2A1-40B0-8544-99075C184C61}" dt="2024-11-21T07:17:46.988" v="3516" actId="20577"/>
          <ac:spMkLst>
            <pc:docMk/>
            <pc:sldMk cId="1665840354" sldId="870"/>
            <ac:spMk id="10" creationId="{0C954671-1092-9807-F669-4FBFEC482E54}"/>
          </ac:spMkLst>
        </pc:spChg>
        <pc:spChg chg="add mod">
          <ac:chgData name="Hasan Jamal" userId="6724a5da2ffd1b8f" providerId="LiveId" clId="{61B860DB-D2A1-40B0-8544-99075C184C61}" dt="2024-11-21T07:18:01.418" v="3517"/>
          <ac:spMkLst>
            <pc:docMk/>
            <pc:sldMk cId="1665840354" sldId="870"/>
            <ac:spMk id="17" creationId="{FC65FB26-45EC-D8B9-791F-9AF5F7497168}"/>
          </ac:spMkLst>
        </pc:spChg>
        <pc:spChg chg="add del mod">
          <ac:chgData name="Hasan Jamal" userId="6724a5da2ffd1b8f" providerId="LiveId" clId="{61B860DB-D2A1-40B0-8544-99075C184C61}" dt="2024-11-21T07:19:32.414" v="3574" actId="478"/>
          <ac:spMkLst>
            <pc:docMk/>
            <pc:sldMk cId="1665840354" sldId="870"/>
            <ac:spMk id="18" creationId="{0122AC8E-495D-883A-0E8C-A7A2B81386CC}"/>
          </ac:spMkLst>
        </pc:spChg>
        <pc:spChg chg="add mod">
          <ac:chgData name="Hasan Jamal" userId="6724a5da2ffd1b8f" providerId="LiveId" clId="{61B860DB-D2A1-40B0-8544-99075C184C61}" dt="2024-11-21T07:21:17.822" v="3655" actId="1038"/>
          <ac:spMkLst>
            <pc:docMk/>
            <pc:sldMk cId="1665840354" sldId="870"/>
            <ac:spMk id="19" creationId="{7A7BFD4F-145B-BB7C-4326-8434781D1532}"/>
          </ac:spMkLst>
        </pc:spChg>
        <pc:spChg chg="add mod">
          <ac:chgData name="Hasan Jamal" userId="6724a5da2ffd1b8f" providerId="LiveId" clId="{61B860DB-D2A1-40B0-8544-99075C184C61}" dt="2024-11-21T07:21:04.504" v="3619" actId="1037"/>
          <ac:spMkLst>
            <pc:docMk/>
            <pc:sldMk cId="1665840354" sldId="870"/>
            <ac:spMk id="20" creationId="{2D49754F-7D03-755F-19DB-FAC97F784687}"/>
          </ac:spMkLst>
        </pc:spChg>
        <pc:spChg chg="add mod">
          <ac:chgData name="Hasan Jamal" userId="6724a5da2ffd1b8f" providerId="LiveId" clId="{61B860DB-D2A1-40B0-8544-99075C184C61}" dt="2024-11-21T07:38:26.462" v="3710" actId="1038"/>
          <ac:spMkLst>
            <pc:docMk/>
            <pc:sldMk cId="1665840354" sldId="870"/>
            <ac:spMk id="21" creationId="{E92D455F-E900-DBF7-C529-142716BE2A16}"/>
          </ac:spMkLst>
        </pc:spChg>
        <pc:spChg chg="add mod">
          <ac:chgData name="Hasan Jamal" userId="6724a5da2ffd1b8f" providerId="LiveId" clId="{61B860DB-D2A1-40B0-8544-99075C184C61}" dt="2024-11-21T07:38:26.462" v="3710" actId="1038"/>
          <ac:spMkLst>
            <pc:docMk/>
            <pc:sldMk cId="1665840354" sldId="870"/>
            <ac:spMk id="22" creationId="{0E2AF30A-9024-B63F-2A21-9FA3945B2574}"/>
          </ac:spMkLst>
        </pc:spChg>
        <pc:graphicFrameChg chg="modGraphic">
          <ac:chgData name="Hasan Jamal" userId="6724a5da2ffd1b8f" providerId="LiveId" clId="{61B860DB-D2A1-40B0-8544-99075C184C61}" dt="2024-11-21T07:19:27.328" v="3573" actId="6549"/>
          <ac:graphicFrameMkLst>
            <pc:docMk/>
            <pc:sldMk cId="1665840354" sldId="870"/>
            <ac:graphicFrameMk id="2" creationId="{F0C903CE-993A-172D-86EF-0AEB12D63A01}"/>
          </ac:graphicFrameMkLst>
        </pc:graphicFrameChg>
      </pc:sldChg>
      <pc:sldChg chg="addSp delSp modSp add mod delAnim modAnim">
        <pc:chgData name="Hasan Jamal" userId="6724a5da2ffd1b8f" providerId="LiveId" clId="{61B860DB-D2A1-40B0-8544-99075C184C61}" dt="2024-11-21T10:17:41.346" v="3735" actId="22"/>
        <pc:sldMkLst>
          <pc:docMk/>
          <pc:sldMk cId="904013832" sldId="871"/>
        </pc:sldMkLst>
        <pc:spChg chg="mod">
          <ac:chgData name="Hasan Jamal" userId="6724a5da2ffd1b8f" providerId="LiveId" clId="{61B860DB-D2A1-40B0-8544-99075C184C61}" dt="2024-11-21T07:22:47.892" v="3665" actId="20577"/>
          <ac:spMkLst>
            <pc:docMk/>
            <pc:sldMk cId="904013832" sldId="871"/>
            <ac:spMk id="7" creationId="{E1FB3AA9-40D7-3069-3BA8-02340079E58E}"/>
          </ac:spMkLst>
        </pc:spChg>
        <pc:spChg chg="mod">
          <ac:chgData name="Hasan Jamal" userId="6724a5da2ffd1b8f" providerId="LiveId" clId="{61B860DB-D2A1-40B0-8544-99075C184C61}" dt="2024-11-21T07:35:29.048" v="3669" actId="20577"/>
          <ac:spMkLst>
            <pc:docMk/>
            <pc:sldMk cId="904013832" sldId="871"/>
            <ac:spMk id="12" creationId="{296541AC-D192-2ECE-EB9B-AAB566574258}"/>
          </ac:spMkLst>
        </pc:spChg>
        <pc:spChg chg="add mod">
          <ac:chgData name="Hasan Jamal" userId="6724a5da2ffd1b8f" providerId="LiveId" clId="{61B860DB-D2A1-40B0-8544-99075C184C61}" dt="2024-11-21T07:40:14.300" v="3730" actId="207"/>
          <ac:spMkLst>
            <pc:docMk/>
            <pc:sldMk cId="904013832" sldId="871"/>
            <ac:spMk id="18" creationId="{1AB644B0-1AA8-6BFE-EB92-066D2CED80CF}"/>
          </ac:spMkLst>
        </pc:spChg>
        <pc:spChg chg="del">
          <ac:chgData name="Hasan Jamal" userId="6724a5da2ffd1b8f" providerId="LiveId" clId="{61B860DB-D2A1-40B0-8544-99075C184C61}" dt="2024-11-21T07:22:21.018" v="3657" actId="478"/>
          <ac:spMkLst>
            <pc:docMk/>
            <pc:sldMk cId="904013832" sldId="871"/>
            <ac:spMk id="19" creationId="{95F4B2F3-72F5-3ABE-A8C9-B42EDC29B6DB}"/>
          </ac:spMkLst>
        </pc:spChg>
        <pc:spChg chg="del">
          <ac:chgData name="Hasan Jamal" userId="6724a5da2ffd1b8f" providerId="LiveId" clId="{61B860DB-D2A1-40B0-8544-99075C184C61}" dt="2024-11-21T07:22:53.730" v="3666" actId="478"/>
          <ac:spMkLst>
            <pc:docMk/>
            <pc:sldMk cId="904013832" sldId="871"/>
            <ac:spMk id="20" creationId="{05CA7E9E-B114-4DC9-438C-2C40B81B3BAC}"/>
          </ac:spMkLst>
        </pc:spChg>
        <pc:spChg chg="mod">
          <ac:chgData name="Hasan Jamal" userId="6724a5da2ffd1b8f" providerId="LiveId" clId="{61B860DB-D2A1-40B0-8544-99075C184C61}" dt="2024-11-21T07:22:36.438" v="3661" actId="207"/>
          <ac:spMkLst>
            <pc:docMk/>
            <pc:sldMk cId="904013832" sldId="871"/>
            <ac:spMk id="21" creationId="{22C75142-893E-9C3E-9437-F1AEDFB65177}"/>
          </ac:spMkLst>
        </pc:spChg>
        <pc:spChg chg="del">
          <ac:chgData name="Hasan Jamal" userId="6724a5da2ffd1b8f" providerId="LiveId" clId="{61B860DB-D2A1-40B0-8544-99075C184C61}" dt="2024-11-21T07:22:24.374" v="3658" actId="478"/>
          <ac:spMkLst>
            <pc:docMk/>
            <pc:sldMk cId="904013832" sldId="871"/>
            <ac:spMk id="22" creationId="{61A3AE92-0050-7228-3D79-2BCBAD82349B}"/>
          </ac:spMkLst>
        </pc:spChg>
        <pc:spChg chg="add del">
          <ac:chgData name="Hasan Jamal" userId="6724a5da2ffd1b8f" providerId="LiveId" clId="{61B860DB-D2A1-40B0-8544-99075C184C61}" dt="2024-11-21T10:17:41.346" v="3735" actId="22"/>
          <ac:spMkLst>
            <pc:docMk/>
            <pc:sldMk cId="904013832" sldId="871"/>
            <ac:spMk id="24" creationId="{B9CC4C6A-3A87-D259-7C2E-902C0682725A}"/>
          </ac:spMkLst>
        </pc:spChg>
        <pc:graphicFrameChg chg="modGraphic">
          <ac:chgData name="Hasan Jamal" userId="6724a5da2ffd1b8f" providerId="LiveId" clId="{61B860DB-D2A1-40B0-8544-99075C184C61}" dt="2024-11-21T07:22:44.172" v="3663" actId="207"/>
          <ac:graphicFrameMkLst>
            <pc:docMk/>
            <pc:sldMk cId="904013832" sldId="871"/>
            <ac:graphicFrameMk id="2" creationId="{EB2C79C7-F330-BCED-1C39-AC54A8D2478E}"/>
          </ac:graphicFrameMkLst>
        </pc:graphicFrameChg>
      </pc:sldChg>
      <pc:sldChg chg="modSp add mod modAnim">
        <pc:chgData name="Hasan Jamal" userId="6724a5da2ffd1b8f" providerId="LiveId" clId="{61B860DB-D2A1-40B0-8544-99075C184C61}" dt="2024-11-21T10:20:24.118" v="3809" actId="1035"/>
        <pc:sldMkLst>
          <pc:docMk/>
          <pc:sldMk cId="2398817048" sldId="872"/>
        </pc:sldMkLst>
        <pc:spChg chg="mod">
          <ac:chgData name="Hasan Jamal" userId="6724a5da2ffd1b8f" providerId="LiveId" clId="{61B860DB-D2A1-40B0-8544-99075C184C61}" dt="2024-11-21T10:20:15.910" v="3805" actId="20577"/>
          <ac:spMkLst>
            <pc:docMk/>
            <pc:sldMk cId="2398817048" sldId="872"/>
            <ac:spMk id="4" creationId="{412B4B80-AAC0-142F-EF06-9A77F5F1D252}"/>
          </ac:spMkLst>
        </pc:spChg>
        <pc:spChg chg="mod">
          <ac:chgData name="Hasan Jamal" userId="6724a5da2ffd1b8f" providerId="LiveId" clId="{61B860DB-D2A1-40B0-8544-99075C184C61}" dt="2024-11-21T10:20:24.118" v="3809" actId="1035"/>
          <ac:spMkLst>
            <pc:docMk/>
            <pc:sldMk cId="2398817048" sldId="872"/>
            <ac:spMk id="5" creationId="{FEE62ED5-9662-2446-B630-1DF8839073C5}"/>
          </ac:spMkLst>
        </pc:spChg>
        <pc:spChg chg="mod">
          <ac:chgData name="Hasan Jamal" userId="6724a5da2ffd1b8f" providerId="LiveId" clId="{61B860DB-D2A1-40B0-8544-99075C184C61}" dt="2024-11-21T10:20:24.118" v="3809" actId="1035"/>
          <ac:spMkLst>
            <pc:docMk/>
            <pc:sldMk cId="2398817048" sldId="872"/>
            <ac:spMk id="6" creationId="{98730F7F-A7C6-8058-82B4-68E1F5FDE310}"/>
          </ac:spMkLst>
        </pc:spChg>
        <pc:spChg chg="mod">
          <ac:chgData name="Hasan Jamal" userId="6724a5da2ffd1b8f" providerId="LiveId" clId="{61B860DB-D2A1-40B0-8544-99075C184C61}" dt="2024-11-21T10:20:24.118" v="3809" actId="1035"/>
          <ac:spMkLst>
            <pc:docMk/>
            <pc:sldMk cId="2398817048" sldId="872"/>
            <ac:spMk id="7" creationId="{A9727C20-87A6-F78E-337C-60C994B1C411}"/>
          </ac:spMkLst>
        </pc:spChg>
        <pc:spChg chg="mod">
          <ac:chgData name="Hasan Jamal" userId="6724a5da2ffd1b8f" providerId="LiveId" clId="{61B860DB-D2A1-40B0-8544-99075C184C61}" dt="2024-11-21T10:20:24.118" v="3809" actId="1035"/>
          <ac:spMkLst>
            <pc:docMk/>
            <pc:sldMk cId="2398817048" sldId="872"/>
            <ac:spMk id="8" creationId="{599FA9F9-31F7-E213-024D-587B95D53496}"/>
          </ac:spMkLst>
        </pc:spChg>
        <pc:spChg chg="mod">
          <ac:chgData name="Hasan Jamal" userId="6724a5da2ffd1b8f" providerId="LiveId" clId="{61B860DB-D2A1-40B0-8544-99075C184C61}" dt="2024-11-21T10:20:24.118" v="3809" actId="1035"/>
          <ac:spMkLst>
            <pc:docMk/>
            <pc:sldMk cId="2398817048" sldId="872"/>
            <ac:spMk id="9" creationId="{E55FD59B-8642-5B19-2159-AE4BED7DB828}"/>
          </ac:spMkLst>
        </pc:spChg>
        <pc:spChg chg="mod">
          <ac:chgData name="Hasan Jamal" userId="6724a5da2ffd1b8f" providerId="LiveId" clId="{61B860DB-D2A1-40B0-8544-99075C184C61}" dt="2024-11-21T10:18:17.106" v="3761" actId="14100"/>
          <ac:spMkLst>
            <pc:docMk/>
            <pc:sldMk cId="2398817048" sldId="872"/>
            <ac:spMk id="3074" creationId="{523D8EE3-8F79-5750-E62C-E52CAE0ADC60}"/>
          </ac:spMkLst>
        </pc:spChg>
        <pc:graphicFrameChg chg="mod">
          <ac:chgData name="Hasan Jamal" userId="6724a5da2ffd1b8f" providerId="LiveId" clId="{61B860DB-D2A1-40B0-8544-99075C184C61}" dt="2024-11-21T10:20:24.118" v="3809" actId="1035"/>
          <ac:graphicFrameMkLst>
            <pc:docMk/>
            <pc:sldMk cId="2398817048" sldId="872"/>
            <ac:graphicFrameMk id="2" creationId="{67895651-5745-0740-9241-5635B2CF8100}"/>
          </ac:graphicFrameMkLst>
        </pc:graphicFrameChg>
      </pc:sldChg>
      <pc:sldChg chg="addSp delSp modSp add mod delAnim modAnim">
        <pc:chgData name="Hasan Jamal" userId="6724a5da2ffd1b8f" providerId="LiveId" clId="{61B860DB-D2A1-40B0-8544-99075C184C61}" dt="2024-11-21T10:40:24.556" v="4101" actId="114"/>
        <pc:sldMkLst>
          <pc:docMk/>
          <pc:sldMk cId="779649201" sldId="873"/>
        </pc:sldMkLst>
        <pc:spChg chg="mod">
          <ac:chgData name="Hasan Jamal" userId="6724a5da2ffd1b8f" providerId="LiveId" clId="{61B860DB-D2A1-40B0-8544-99075C184C61}" dt="2024-11-21T10:40:24.556" v="4101" actId="114"/>
          <ac:spMkLst>
            <pc:docMk/>
            <pc:sldMk cId="779649201" sldId="873"/>
            <ac:spMk id="4" creationId="{21B02CE9-5288-FE6E-8CAD-14D0FF9B4C52}"/>
          </ac:spMkLst>
        </pc:spChg>
        <pc:spChg chg="mod">
          <ac:chgData name="Hasan Jamal" userId="6724a5da2ffd1b8f" providerId="LiveId" clId="{61B860DB-D2A1-40B0-8544-99075C184C61}" dt="2024-11-21T10:21:25.590" v="3840" actId="1035"/>
          <ac:spMkLst>
            <pc:docMk/>
            <pc:sldMk cId="779649201" sldId="873"/>
            <ac:spMk id="5" creationId="{801D65D7-BCF1-9274-3297-A1D1FC7481EC}"/>
          </ac:spMkLst>
        </pc:spChg>
        <pc:spChg chg="mod">
          <ac:chgData name="Hasan Jamal" userId="6724a5da2ffd1b8f" providerId="LiveId" clId="{61B860DB-D2A1-40B0-8544-99075C184C61}" dt="2024-11-21T10:21:25.590" v="3840" actId="1035"/>
          <ac:spMkLst>
            <pc:docMk/>
            <pc:sldMk cId="779649201" sldId="873"/>
            <ac:spMk id="6" creationId="{756EED41-894A-2B3D-D834-5673CAC3C646}"/>
          </ac:spMkLst>
        </pc:spChg>
        <pc:spChg chg="mod">
          <ac:chgData name="Hasan Jamal" userId="6724a5da2ffd1b8f" providerId="LiveId" clId="{61B860DB-D2A1-40B0-8544-99075C184C61}" dt="2024-11-21T10:21:25.590" v="3840" actId="1035"/>
          <ac:spMkLst>
            <pc:docMk/>
            <pc:sldMk cId="779649201" sldId="873"/>
            <ac:spMk id="7" creationId="{A57CCA92-2DC3-CA98-C6C3-A8557DFF6B40}"/>
          </ac:spMkLst>
        </pc:spChg>
        <pc:spChg chg="mod">
          <ac:chgData name="Hasan Jamal" userId="6724a5da2ffd1b8f" providerId="LiveId" clId="{61B860DB-D2A1-40B0-8544-99075C184C61}" dt="2024-11-21T10:21:25.590" v="3840" actId="1035"/>
          <ac:spMkLst>
            <pc:docMk/>
            <pc:sldMk cId="779649201" sldId="873"/>
            <ac:spMk id="8" creationId="{FFC67B6A-3205-DC85-DC50-0A4625D2EB98}"/>
          </ac:spMkLst>
        </pc:spChg>
        <pc:spChg chg="mod">
          <ac:chgData name="Hasan Jamal" userId="6724a5da2ffd1b8f" providerId="LiveId" clId="{61B860DB-D2A1-40B0-8544-99075C184C61}" dt="2024-11-21T10:21:25.590" v="3840" actId="1035"/>
          <ac:spMkLst>
            <pc:docMk/>
            <pc:sldMk cId="779649201" sldId="873"/>
            <ac:spMk id="9" creationId="{5144B2B9-9402-1028-0279-A6F2BE4384AC}"/>
          </ac:spMkLst>
        </pc:spChg>
        <pc:spChg chg="add del mod">
          <ac:chgData name="Hasan Jamal" userId="6724a5da2ffd1b8f" providerId="LiveId" clId="{61B860DB-D2A1-40B0-8544-99075C184C61}" dt="2024-11-21T10:27:58.422" v="3931" actId="478"/>
          <ac:spMkLst>
            <pc:docMk/>
            <pc:sldMk cId="779649201" sldId="873"/>
            <ac:spMk id="10" creationId="{3A91958E-C482-69B9-C9C1-69C00A161361}"/>
          </ac:spMkLst>
        </pc:spChg>
        <pc:spChg chg="add mod">
          <ac:chgData name="Hasan Jamal" userId="6724a5da2ffd1b8f" providerId="LiveId" clId="{61B860DB-D2A1-40B0-8544-99075C184C61}" dt="2024-11-21T10:29:40.590" v="3954" actId="1035"/>
          <ac:spMkLst>
            <pc:docMk/>
            <pc:sldMk cId="779649201" sldId="873"/>
            <ac:spMk id="11" creationId="{2D29EF3B-7AF3-EF94-7E61-6427DEDDB0E7}"/>
          </ac:spMkLst>
        </pc:spChg>
        <pc:spChg chg="add mod">
          <ac:chgData name="Hasan Jamal" userId="6724a5da2ffd1b8f" providerId="LiveId" clId="{61B860DB-D2A1-40B0-8544-99075C184C61}" dt="2024-11-21T10:25:40.194" v="3885" actId="1035"/>
          <ac:spMkLst>
            <pc:docMk/>
            <pc:sldMk cId="779649201" sldId="873"/>
            <ac:spMk id="12" creationId="{E0795B87-9B6C-9D58-DDFD-98A9287DD706}"/>
          </ac:spMkLst>
        </pc:spChg>
        <pc:spChg chg="add mod">
          <ac:chgData name="Hasan Jamal" userId="6724a5da2ffd1b8f" providerId="LiveId" clId="{61B860DB-D2A1-40B0-8544-99075C184C61}" dt="2024-11-21T10:30:00.354" v="3965" actId="1035"/>
          <ac:spMkLst>
            <pc:docMk/>
            <pc:sldMk cId="779649201" sldId="873"/>
            <ac:spMk id="13" creationId="{8062BC0D-D54D-FD84-0D72-5FB48ED49FA5}"/>
          </ac:spMkLst>
        </pc:spChg>
        <pc:spChg chg="add mod">
          <ac:chgData name="Hasan Jamal" userId="6724a5da2ffd1b8f" providerId="LiveId" clId="{61B860DB-D2A1-40B0-8544-99075C184C61}" dt="2024-11-21T10:26:36.044" v="3913" actId="1037"/>
          <ac:spMkLst>
            <pc:docMk/>
            <pc:sldMk cId="779649201" sldId="873"/>
            <ac:spMk id="14" creationId="{F61A5B11-ECE3-62BD-3744-41910F173351}"/>
          </ac:spMkLst>
        </pc:spChg>
        <pc:spChg chg="add mod">
          <ac:chgData name="Hasan Jamal" userId="6724a5da2ffd1b8f" providerId="LiveId" clId="{61B860DB-D2A1-40B0-8544-99075C184C61}" dt="2024-11-21T10:27:09.104" v="3929" actId="1037"/>
          <ac:spMkLst>
            <pc:docMk/>
            <pc:sldMk cId="779649201" sldId="873"/>
            <ac:spMk id="15" creationId="{9AAD675F-2C85-8C10-C53B-ABED3DDF1A28}"/>
          </ac:spMkLst>
        </pc:spChg>
        <pc:spChg chg="add mod">
          <ac:chgData name="Hasan Jamal" userId="6724a5da2ffd1b8f" providerId="LiveId" clId="{61B860DB-D2A1-40B0-8544-99075C184C61}" dt="2024-11-21T10:31:07.556" v="4014" actId="1038"/>
          <ac:spMkLst>
            <pc:docMk/>
            <pc:sldMk cId="779649201" sldId="873"/>
            <ac:spMk id="16" creationId="{DFABE043-A11B-2EED-A624-22B6558F3ABD}"/>
          </ac:spMkLst>
        </pc:spChg>
        <pc:graphicFrameChg chg="mod modGraphic">
          <ac:chgData name="Hasan Jamal" userId="6724a5da2ffd1b8f" providerId="LiveId" clId="{61B860DB-D2A1-40B0-8544-99075C184C61}" dt="2024-11-21T10:27:13.002" v="3930" actId="6549"/>
          <ac:graphicFrameMkLst>
            <pc:docMk/>
            <pc:sldMk cId="779649201" sldId="873"/>
            <ac:graphicFrameMk id="2" creationId="{73887FC0-90F8-1866-CE57-7319FF33EA5E}"/>
          </ac:graphicFrameMkLst>
        </pc:graphicFrameChg>
      </pc:sldChg>
      <pc:sldChg chg="delSp modSp add mod delAnim modAnim">
        <pc:chgData name="Hasan Jamal" userId="6724a5da2ffd1b8f" providerId="LiveId" clId="{61B860DB-D2A1-40B0-8544-99075C184C61}" dt="2024-11-21T10:36:02.532" v="4036"/>
        <pc:sldMkLst>
          <pc:docMk/>
          <pc:sldMk cId="2959570500" sldId="874"/>
        </pc:sldMkLst>
        <pc:spChg chg="mod">
          <ac:chgData name="Hasan Jamal" userId="6724a5da2ffd1b8f" providerId="LiveId" clId="{61B860DB-D2A1-40B0-8544-99075C184C61}" dt="2024-11-21T10:35:32.458" v="4034" actId="255"/>
          <ac:spMkLst>
            <pc:docMk/>
            <pc:sldMk cId="2959570500" sldId="874"/>
            <ac:spMk id="4" creationId="{47FE303F-F0DF-2728-7895-454A95CB6C7D}"/>
          </ac:spMkLst>
        </pc:spChg>
        <pc:spChg chg="mod">
          <ac:chgData name="Hasan Jamal" userId="6724a5da2ffd1b8f" providerId="LiveId" clId="{61B860DB-D2A1-40B0-8544-99075C184C61}" dt="2024-11-21T10:34:28.146" v="4023" actId="20577"/>
          <ac:spMkLst>
            <pc:docMk/>
            <pc:sldMk cId="2959570500" sldId="874"/>
            <ac:spMk id="6" creationId="{FD2E0BC4-C00E-5B2F-72D7-89741BD9B843}"/>
          </ac:spMkLst>
        </pc:spChg>
        <pc:spChg chg="mod">
          <ac:chgData name="Hasan Jamal" userId="6724a5da2ffd1b8f" providerId="LiveId" clId="{61B860DB-D2A1-40B0-8544-99075C184C61}" dt="2024-11-21T10:34:19.064" v="4021" actId="207"/>
          <ac:spMkLst>
            <pc:docMk/>
            <pc:sldMk cId="2959570500" sldId="874"/>
            <ac:spMk id="11" creationId="{8BCED79F-5460-F6FE-AAE0-0FC62041B33B}"/>
          </ac:spMkLst>
        </pc:spChg>
        <pc:spChg chg="mod">
          <ac:chgData name="Hasan Jamal" userId="6724a5da2ffd1b8f" providerId="LiveId" clId="{61B860DB-D2A1-40B0-8544-99075C184C61}" dt="2024-11-21T10:34:33.880" v="4025" actId="20577"/>
          <ac:spMkLst>
            <pc:docMk/>
            <pc:sldMk cId="2959570500" sldId="874"/>
            <ac:spMk id="12" creationId="{6304B7EA-C386-8E9B-8900-4E40B3479570}"/>
          </ac:spMkLst>
        </pc:spChg>
        <pc:spChg chg="del">
          <ac:chgData name="Hasan Jamal" userId="6724a5da2ffd1b8f" providerId="LiveId" clId="{61B860DB-D2A1-40B0-8544-99075C184C61}" dt="2024-11-21T10:33:56.628" v="4018" actId="478"/>
          <ac:spMkLst>
            <pc:docMk/>
            <pc:sldMk cId="2959570500" sldId="874"/>
            <ac:spMk id="13" creationId="{12A3B440-DC49-7BEF-B9F6-DBE661229BC3}"/>
          </ac:spMkLst>
        </pc:spChg>
        <pc:spChg chg="del">
          <ac:chgData name="Hasan Jamal" userId="6724a5da2ffd1b8f" providerId="LiveId" clId="{61B860DB-D2A1-40B0-8544-99075C184C61}" dt="2024-11-21T10:33:54.470" v="4017" actId="478"/>
          <ac:spMkLst>
            <pc:docMk/>
            <pc:sldMk cId="2959570500" sldId="874"/>
            <ac:spMk id="15" creationId="{B142878C-CFEB-B988-8D41-318AABEA1043}"/>
          </ac:spMkLst>
        </pc:spChg>
        <pc:spChg chg="del">
          <ac:chgData name="Hasan Jamal" userId="6724a5da2ffd1b8f" providerId="LiveId" clId="{61B860DB-D2A1-40B0-8544-99075C184C61}" dt="2024-11-21T10:33:52.406" v="4016" actId="478"/>
          <ac:spMkLst>
            <pc:docMk/>
            <pc:sldMk cId="2959570500" sldId="874"/>
            <ac:spMk id="16" creationId="{091CED77-E999-A7C7-D8CC-CC687129BE23}"/>
          </ac:spMkLst>
        </pc:spChg>
      </pc:sldChg>
      <pc:sldChg chg="modSp add mod modAnim">
        <pc:chgData name="Hasan Jamal" userId="6724a5da2ffd1b8f" providerId="LiveId" clId="{61B860DB-D2A1-40B0-8544-99075C184C61}" dt="2024-11-22T01:49:12.778" v="4556"/>
        <pc:sldMkLst>
          <pc:docMk/>
          <pc:sldMk cId="1363347591" sldId="875"/>
        </pc:sldMkLst>
        <pc:spChg chg="mod">
          <ac:chgData name="Hasan Jamal" userId="6724a5da2ffd1b8f" providerId="LiveId" clId="{61B860DB-D2A1-40B0-8544-99075C184C61}" dt="2024-11-21T10:40:37.516" v="4103" actId="114"/>
          <ac:spMkLst>
            <pc:docMk/>
            <pc:sldMk cId="1363347591" sldId="875"/>
            <ac:spMk id="4" creationId="{80030532-E97A-FFBE-43C1-949A107EFB98}"/>
          </ac:spMkLst>
        </pc:spChg>
        <pc:spChg chg="mod">
          <ac:chgData name="Hasan Jamal" userId="6724a5da2ffd1b8f" providerId="LiveId" clId="{61B860DB-D2A1-40B0-8544-99075C184C61}" dt="2024-11-21T10:38:29.896" v="4081" actId="20577"/>
          <ac:spMkLst>
            <pc:docMk/>
            <pc:sldMk cId="1363347591" sldId="875"/>
            <ac:spMk id="5" creationId="{5046850F-BC30-B367-1DDC-47CE4A5683F7}"/>
          </ac:spMkLst>
        </pc:spChg>
        <pc:spChg chg="mod">
          <ac:chgData name="Hasan Jamal" userId="6724a5da2ffd1b8f" providerId="LiveId" clId="{61B860DB-D2A1-40B0-8544-99075C184C61}" dt="2024-11-21T10:38:37.548" v="4084" actId="20577"/>
          <ac:spMkLst>
            <pc:docMk/>
            <pc:sldMk cId="1363347591" sldId="875"/>
            <ac:spMk id="6" creationId="{784A287F-FBDA-D2CD-BFED-2DACF2DC1F8F}"/>
          </ac:spMkLst>
        </pc:spChg>
        <pc:spChg chg="mod">
          <ac:chgData name="Hasan Jamal" userId="6724a5da2ffd1b8f" providerId="LiveId" clId="{61B860DB-D2A1-40B0-8544-99075C184C61}" dt="2024-11-21T10:38:43.322" v="4087" actId="20577"/>
          <ac:spMkLst>
            <pc:docMk/>
            <pc:sldMk cId="1363347591" sldId="875"/>
            <ac:spMk id="7" creationId="{0C3CC4FA-2BE7-9542-9E9B-7EA153729646}"/>
          </ac:spMkLst>
        </pc:spChg>
        <pc:spChg chg="mod">
          <ac:chgData name="Hasan Jamal" userId="6724a5da2ffd1b8f" providerId="LiveId" clId="{61B860DB-D2A1-40B0-8544-99075C184C61}" dt="2024-11-21T10:38:47.030" v="4088" actId="20577"/>
          <ac:spMkLst>
            <pc:docMk/>
            <pc:sldMk cId="1363347591" sldId="875"/>
            <ac:spMk id="8" creationId="{EEF32DFC-8FDC-6E8D-FA43-D3C0786B2D6F}"/>
          </ac:spMkLst>
        </pc:spChg>
        <pc:spChg chg="mod">
          <ac:chgData name="Hasan Jamal" userId="6724a5da2ffd1b8f" providerId="LiveId" clId="{61B860DB-D2A1-40B0-8544-99075C184C61}" dt="2024-11-21T10:38:54.100" v="4091" actId="20577"/>
          <ac:spMkLst>
            <pc:docMk/>
            <pc:sldMk cId="1363347591" sldId="875"/>
            <ac:spMk id="9" creationId="{EDC0B34F-EC2F-8E2F-6CFF-8AAF15281263}"/>
          </ac:spMkLst>
        </pc:spChg>
        <pc:spChg chg="mod">
          <ac:chgData name="Hasan Jamal" userId="6724a5da2ffd1b8f" providerId="LiveId" clId="{61B860DB-D2A1-40B0-8544-99075C184C61}" dt="2024-11-21T10:38:21.396" v="4078" actId="20577"/>
          <ac:spMkLst>
            <pc:docMk/>
            <pc:sldMk cId="1363347591" sldId="875"/>
            <ac:spMk id="11" creationId="{D7E7D03D-FD6D-522C-DECC-C199FD5C63D6}"/>
          </ac:spMkLst>
        </pc:spChg>
        <pc:spChg chg="mod">
          <ac:chgData name="Hasan Jamal" userId="6724a5da2ffd1b8f" providerId="LiveId" clId="{61B860DB-D2A1-40B0-8544-99075C184C61}" dt="2024-11-21T10:37:22.110" v="4059" actId="20577"/>
          <ac:spMkLst>
            <pc:docMk/>
            <pc:sldMk cId="1363347591" sldId="875"/>
            <ac:spMk id="12" creationId="{57CC5259-2B90-7423-61DC-0B88DC0BD36F}"/>
          </ac:spMkLst>
        </pc:spChg>
        <pc:spChg chg="mod">
          <ac:chgData name="Hasan Jamal" userId="6724a5da2ffd1b8f" providerId="LiveId" clId="{61B860DB-D2A1-40B0-8544-99075C184C61}" dt="2024-11-21T10:37:58.010" v="4068" actId="20577"/>
          <ac:spMkLst>
            <pc:docMk/>
            <pc:sldMk cId="1363347591" sldId="875"/>
            <ac:spMk id="14" creationId="{8F1FF86B-1C24-377A-1782-9FBAB369F6BB}"/>
          </ac:spMkLst>
        </pc:spChg>
        <pc:spChg chg="mod">
          <ac:chgData name="Hasan Jamal" userId="6724a5da2ffd1b8f" providerId="LiveId" clId="{61B860DB-D2A1-40B0-8544-99075C184C61}" dt="2024-11-21T10:37:03.550" v="4053" actId="20577"/>
          <ac:spMkLst>
            <pc:docMk/>
            <pc:sldMk cId="1363347591" sldId="875"/>
            <ac:spMk id="3074" creationId="{C65493A4-D210-E144-5CC9-6980C6FB3786}"/>
          </ac:spMkLst>
        </pc:spChg>
        <pc:graphicFrameChg chg="modGraphic">
          <ac:chgData name="Hasan Jamal" userId="6724a5da2ffd1b8f" providerId="LiveId" clId="{61B860DB-D2A1-40B0-8544-99075C184C61}" dt="2024-11-21T10:38:14.888" v="4075" actId="20577"/>
          <ac:graphicFrameMkLst>
            <pc:docMk/>
            <pc:sldMk cId="1363347591" sldId="875"/>
            <ac:graphicFrameMk id="2" creationId="{B27BF759-9221-7C48-87AD-359C6CD62F69}"/>
          </ac:graphicFrameMkLst>
        </pc:graphicFrameChg>
      </pc:sldChg>
      <pc:sldChg chg="modSp add mod modAnim">
        <pc:chgData name="Hasan Jamal" userId="6724a5da2ffd1b8f" providerId="LiveId" clId="{61B860DB-D2A1-40B0-8544-99075C184C61}" dt="2024-11-22T01:48:22.254" v="4554"/>
        <pc:sldMkLst>
          <pc:docMk/>
          <pc:sldMk cId="1319352607" sldId="876"/>
        </pc:sldMkLst>
        <pc:spChg chg="mod">
          <ac:chgData name="Hasan Jamal" userId="6724a5da2ffd1b8f" providerId="LiveId" clId="{61B860DB-D2A1-40B0-8544-99075C184C61}" dt="2024-11-22T01:47:15.030" v="4552" actId="2711"/>
          <ac:spMkLst>
            <pc:docMk/>
            <pc:sldMk cId="1319352607" sldId="876"/>
            <ac:spMk id="4" creationId="{4786798D-2379-5A0F-BA2F-91D4BC715875}"/>
          </ac:spMkLst>
        </pc:spChg>
        <pc:spChg chg="mod">
          <ac:chgData name="Hasan Jamal" userId="6724a5da2ffd1b8f" providerId="LiveId" clId="{61B860DB-D2A1-40B0-8544-99075C184C61}" dt="2024-11-22T01:46:49.582" v="4542" actId="1035"/>
          <ac:spMkLst>
            <pc:docMk/>
            <pc:sldMk cId="1319352607" sldId="876"/>
            <ac:spMk id="6" creationId="{B8D7EF0F-032B-BF52-D403-461ED7727959}"/>
          </ac:spMkLst>
        </pc:spChg>
        <pc:spChg chg="mod">
          <ac:chgData name="Hasan Jamal" userId="6724a5da2ffd1b8f" providerId="LiveId" clId="{61B860DB-D2A1-40B0-8544-99075C184C61}" dt="2024-11-22T01:44:57.730" v="4477" actId="20577"/>
          <ac:spMkLst>
            <pc:docMk/>
            <pc:sldMk cId="1319352607" sldId="876"/>
            <ac:spMk id="3074" creationId="{42784494-DF60-FD65-FEF6-B47ADCB2C613}"/>
          </ac:spMkLst>
        </pc:spChg>
        <pc:graphicFrameChg chg="mod modGraphic">
          <ac:chgData name="Hasan Jamal" userId="6724a5da2ffd1b8f" providerId="LiveId" clId="{61B860DB-D2A1-40B0-8544-99075C184C61}" dt="2024-11-22T01:46:49.582" v="4542" actId="1035"/>
          <ac:graphicFrameMkLst>
            <pc:docMk/>
            <pc:sldMk cId="1319352607" sldId="876"/>
            <ac:graphicFrameMk id="2" creationId="{262570F3-30BB-D20E-3888-7A2481D23DEE}"/>
          </ac:graphicFrameMkLst>
        </pc:graphicFrameChg>
      </pc:sldChg>
      <pc:sldChg chg="modSp add mod modAnim">
        <pc:chgData name="Hasan Jamal" userId="6724a5da2ffd1b8f" providerId="LiveId" clId="{61B860DB-D2A1-40B0-8544-99075C184C61}" dt="2024-11-22T01:53:13.927" v="4631"/>
        <pc:sldMkLst>
          <pc:docMk/>
          <pc:sldMk cId="3495135070" sldId="877"/>
        </pc:sldMkLst>
        <pc:spChg chg="mod">
          <ac:chgData name="Hasan Jamal" userId="6724a5da2ffd1b8f" providerId="LiveId" clId="{61B860DB-D2A1-40B0-8544-99075C184C61}" dt="2024-11-22T01:52:41.270" v="4629"/>
          <ac:spMkLst>
            <pc:docMk/>
            <pc:sldMk cId="3495135070" sldId="877"/>
            <ac:spMk id="4" creationId="{C19BDADE-B300-76CB-FA64-A11509A2744C}"/>
          </ac:spMkLst>
        </pc:spChg>
        <pc:spChg chg="mod">
          <ac:chgData name="Hasan Jamal" userId="6724a5da2ffd1b8f" providerId="LiveId" clId="{61B860DB-D2A1-40B0-8544-99075C184C61}" dt="2024-11-22T01:52:27.158" v="4625" actId="1035"/>
          <ac:spMkLst>
            <pc:docMk/>
            <pc:sldMk cId="3495135070" sldId="877"/>
            <ac:spMk id="6" creationId="{0F072CCE-F705-B750-2523-FD07E388B203}"/>
          </ac:spMkLst>
        </pc:spChg>
        <pc:graphicFrameChg chg="mod modGraphic">
          <ac:chgData name="Hasan Jamal" userId="6724a5da2ffd1b8f" providerId="LiveId" clId="{61B860DB-D2A1-40B0-8544-99075C184C61}" dt="2024-11-22T01:52:27.158" v="4625" actId="1035"/>
          <ac:graphicFrameMkLst>
            <pc:docMk/>
            <pc:sldMk cId="3495135070" sldId="877"/>
            <ac:graphicFrameMk id="2" creationId="{B67B57A5-1ACC-5D54-0686-5702D093F986}"/>
          </ac:graphicFrameMkLst>
        </pc:graphicFrameChg>
      </pc:sldChg>
      <pc:sldChg chg="modSp add mod">
        <pc:chgData name="Hasan Jamal" userId="6724a5da2ffd1b8f" providerId="LiveId" clId="{61B860DB-D2A1-40B0-8544-99075C184C61}" dt="2024-11-22T16:51:42.781" v="5680" actId="6549"/>
        <pc:sldMkLst>
          <pc:docMk/>
          <pc:sldMk cId="3969370733" sldId="878"/>
        </pc:sldMkLst>
        <pc:spChg chg="mod">
          <ac:chgData name="Hasan Jamal" userId="6724a5da2ffd1b8f" providerId="LiveId" clId="{61B860DB-D2A1-40B0-8544-99075C184C61}" dt="2024-11-22T16:51:42.781" v="5680" actId="6549"/>
          <ac:spMkLst>
            <pc:docMk/>
            <pc:sldMk cId="3969370733" sldId="878"/>
            <ac:spMk id="12" creationId="{1186F93B-18B7-8744-7017-2A08A99D9A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546-FD7D-47BB-AA1E-00BBFD21EEC5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D3D20-B80A-47F2-90D8-E85AAC9E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4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208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3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143B-99B6-4B27-B043-E574855ABF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759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18971-3FDC-4323-BE22-69C0E5D579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871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CAC09-0EE0-4829-9090-1F0BC639B9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&amp; Analysis of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and Anaysis of Algorihms, Spring 2008 </a:t>
            </a:r>
          </a:p>
        </p:txBody>
      </p:sp>
    </p:spTree>
    <p:extLst>
      <p:ext uri="{BB962C8B-B14F-4D97-AF65-F5344CB8AC3E}">
        <p14:creationId xmlns:p14="http://schemas.microsoft.com/office/powerpoint/2010/main" val="23899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Relationship Id="rId4" Type="http://schemas.openxmlformats.org/officeDocument/2006/relationships/image" Target="../media/image3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654176"/>
            <a:ext cx="8458200" cy="1470025"/>
          </a:xfrm>
        </p:spPr>
        <p:txBody>
          <a:bodyPr/>
          <a:lstStyle/>
          <a:p>
            <a:pPr algn="ctr"/>
            <a:r>
              <a:rPr lang="en-US" sz="3200" b="1" dirty="0"/>
              <a:t>CSC 323 – Principles of Operating Systems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35052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Instructor: Ms. </a:t>
            </a:r>
            <a:r>
              <a:rPr lang="en-US" sz="2800" b="1" spc="-100">
                <a:solidFill>
                  <a:srgbClr val="675E47"/>
                </a:solidFill>
                <a:latin typeface="Cambria"/>
              </a:rPr>
              <a:t>Mamoona Tasadduq</a:t>
            </a:r>
          </a:p>
          <a:p>
            <a:pPr algn="ctr">
              <a:buClr>
                <a:srgbClr val="A9A57C"/>
              </a:buClr>
            </a:pPr>
            <a:r>
              <a:rPr lang="en-US" sz="2800" b="1" spc="-100">
                <a:solidFill>
                  <a:srgbClr val="675E47"/>
                </a:solidFill>
                <a:latin typeface="Cambria"/>
              </a:rPr>
              <a:t>Lecture</a:t>
            </a: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# 09: Memory Management</a:t>
            </a:r>
          </a:p>
        </p:txBody>
      </p:sp>
    </p:spTree>
    <p:extLst>
      <p:ext uri="{BB962C8B-B14F-4D97-AF65-F5344CB8AC3E}">
        <p14:creationId xmlns:p14="http://schemas.microsoft.com/office/powerpoint/2010/main" val="142399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62F1F-7A40-D006-295B-5A2BE8FD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E23C9BD-1079-6753-22F3-62B0364B3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F6D8C-EAB4-776E-9A21-BB974D24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08FFD99-EBCA-DEB5-E371-B821B54A635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247343" cy="540476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run a process, it must be brought (from disk)  into the main memory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memory and registers are only storage CPU can access directly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 unit only sees a stream of: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addresses + read requests, or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address + data and write requests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Register access in one CPU clock (or less)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memory can take many cycles, causing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stall</a:t>
            </a:r>
          </a:p>
          <a:p>
            <a:pPr algn="just"/>
            <a:endParaRPr lang="en-US" sz="1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sits between main memory and CPU registers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Protection of memory required to ensure correct operation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138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3663-0DC3-4A4B-9132-04A1CCDDC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253EAFD-2BF9-B784-6FF3-C01F9360D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Memory Protection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31E86D-665C-ACC6-2BDE-16092A89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DF92DA3-435A-FB6C-F8E1-22B306AA866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3" y="1453240"/>
            <a:ext cx="6270672" cy="540476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OS must protect programs from each other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OS must protect itself from user programs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to ensure that a process can only access addresses in its address space.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Memory management hardware (MMU) provides the mechanisms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 registers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Page table pointers, page protection, segmentation, TLB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Manipulating the hardware uses protected (privileged) operations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835" y="2314090"/>
            <a:ext cx="3414588" cy="3334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877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0D95B-273A-0604-8FC1-5D7CCB63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907C9D5-4BCB-2FC1-ED81-AF74A14E6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Hardware Address Protection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15B240-D99D-3DF6-ECF1-23990AB3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C5BDDD7-A346-973A-FBB8-EE79A046DD4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58577" cy="540476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 must check every memory access generated in user mode to be sure it is between base and limit for that user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instructions to loading the base and limit registers are privileged</a:t>
            </a:r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779" y="2516093"/>
            <a:ext cx="6889937" cy="3182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5250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4C164-2939-5FCE-8EC1-32E14C8A3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EBE2308-D8CB-D713-ABCD-BAAB564AC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Address Binding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4AF25-8F2D-8AC2-A1A3-529FEFA6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B2EFA9A-C1C7-039F-7C2E-C53CA04C12EE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286861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Programs reside on disk, ready to be brought into memory to execute from an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queue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Without support, must be loaded into address 0000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Inconvenient to have first user process physical address always at 0000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Addresses represented in different ways at different stages of a program’s life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Source code addresses are usually symbolic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Compiled code addresses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relocatable addresses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i.e. “14 bytes from beginning of this module”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Linker or loader will bind re-locatable addresses to absolute addresses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i.e. 74014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binding maps one address space to another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7903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A3956-DE96-FDA7-17D5-D63E8AFA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6AC320-59C6-115E-34A7-5CFE7395F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Binding of Instructions and Data to Memory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9F3ABF-8391-2EF0-1D6A-83B3E654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6A1DBCE-7394-34D4-A1F6-7B90765ECBA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60783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Address binding of instructions and data to memory addresses can happen at three different stages:</a:t>
            </a:r>
          </a:p>
          <a:p>
            <a:pPr algn="just">
              <a:spcBef>
                <a:spcPts val="0"/>
              </a:spcBef>
            </a:pPr>
            <a:endParaRPr lang="en-US" sz="20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sz="2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Compile Time 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– If memory location known a prior, then </a:t>
            </a:r>
            <a:r>
              <a:rPr lang="en-US" sz="2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absolute code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 can be generated; must recompile code if starting location changes</a:t>
            </a:r>
          </a:p>
          <a:p>
            <a:pPr algn="just">
              <a:spcBef>
                <a:spcPts val="0"/>
              </a:spcBef>
            </a:pPr>
            <a:endParaRPr lang="en-US" sz="20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sz="2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Time 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– Must generate </a:t>
            </a:r>
            <a:r>
              <a:rPr lang="en-US" sz="205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re-locatable code 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if memory location is not known at compile time.</a:t>
            </a:r>
          </a:p>
          <a:p>
            <a:pPr algn="just">
              <a:spcBef>
                <a:spcPts val="0"/>
              </a:spcBef>
            </a:pPr>
            <a:endParaRPr lang="en-US" sz="205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sz="2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Time </a:t>
            </a:r>
            <a:r>
              <a:rPr lang="en-US" sz="2050" dirty="0">
                <a:latin typeface="Arial" panose="020B0604020202020204" pitchFamily="34" charset="0"/>
                <a:cs typeface="Arial" panose="020B0604020202020204" pitchFamily="34" charset="0"/>
              </a:rPr>
              <a:t>– Binding delayed until run time if the process can be moved during its execution from one memory segment to another</a:t>
            </a:r>
          </a:p>
          <a:p>
            <a:pPr lvl="1" algn="just">
              <a:spcBef>
                <a:spcPts val="600"/>
              </a:spcBef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Need hardware support for address maps (e.g., base &amp; limit registers)</a:t>
            </a:r>
            <a:endParaRPr lang="en-US" sz="1850" b="1" i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750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Multistep Processing of a User Program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8266" y="1376641"/>
            <a:ext cx="2789051" cy="5175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2760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E90F8-54C3-AC51-5ECF-9343FA4E0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5A2BB69-1DBF-F4DD-5A09-8BA0309A4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Overlays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F2B3A-F6E9-3083-8960-87D5746F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2BC2AD5-EDD2-DD41-AFEB-E85A2BB5B84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2"/>
            <a:ext cx="10428572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execution, the executable code must be present in the main memory.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if the size of code and data exceeds the size of main memory 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Overlays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Partition the program into mutually exclusive partitions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Load the first partition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 its execution, replace it with the next partition	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the code and data of the first is no longer needed.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331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12C0-C4AD-25FD-5813-FFECC527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E39DAEA-BA01-F701-B01C-227C27F1A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Logical vs. Physical Address Space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1CB83C-A622-087A-63C8-1AC163E0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6A59142-37FA-8761-0A36-197D45C18F0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28572" cy="507065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concept of a logical address space that is bound to a separate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address space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central to proper memory management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address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generated by the CPU; also referred to as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address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address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address seen by the memory unit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pPr algn="just"/>
            <a:endParaRPr lang="en-US" sz="1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 address space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 set of all logical addresses generated by a program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address space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 set of all physical addresses generated by a program, corresponding to the set of logical addresses 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564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3781D-ECDD-92D7-58FC-A55C020A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3EB48DE-C9F9-8AC1-5496-B8E7CD60F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Memory-Management Unit (MMU)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C39B5F-6075-60CC-7261-6B7F54A0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A7FEC1F-8021-DC6B-469F-B772039B1C5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430296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Hardware device that maps virtual to physical address at run time 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Many methods possible, covered in the rest of this chapter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simple scheme where the value in the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relocation register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(base-register) is added to every address generated by a user process at the time it is sent to memory</a:t>
            </a:r>
          </a:p>
          <a:p>
            <a:pPr algn="just"/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user program deals with logical addresses; it never sees the real physical addresses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Execution-time binding occurs when reference is made to location in memory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Logical address bound to physical addresses</a:t>
            </a:r>
          </a:p>
        </p:txBody>
      </p:sp>
      <p:pic>
        <p:nvPicPr>
          <p:cNvPr id="2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145" y="1998965"/>
            <a:ext cx="3472912" cy="1262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144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DBD5-2502-4E29-8AE7-E55EE941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B27053C-248C-C3C1-64C3-C4A144256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Memory-Management Unit (MMU)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0784E-742F-3B31-C72D-FA1D0374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9F1CB03-18D3-96C9-272B-38A27EBFC999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537873" cy="519857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there are five users working on a system, each of the user processes have logical address space starting at zero.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each will be mapped to different physical address in the main memory.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A having a logical address space from 0 – 150 can have its physical address space from 2000 – 2150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B also having a logical address space  from 0 – 150 can have its physical address space from 4000 – 4150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297" y="4571701"/>
            <a:ext cx="3105406" cy="219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0718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C820F-A7F7-C523-7A88-A46E8E79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8D2E5AA-1DFD-EBC1-1D8E-80A85E7E4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Dynamic Loading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5C0444-2B5D-7CE3-4BC8-34AFB8377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14FE0E4-5D96-EA17-3D0B-DB9601BAA92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376509" cy="518064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entire  program does not need to be in memory to execute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Routine is not loaded until it is called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Better memory-space utilization; unused routine is never loaded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routines kept on disk in relocatable load format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Useful when large amounts of code are needed to handle infrequently occurring cases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special support from the operating system is required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Implemented through program design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OS can help by providing libraries to implement dynamic loading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5096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Dynamic Linking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linking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system libraries and program code combined by the loader into the binary program image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 linking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–linking postponed until execution time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Without this facility, all programs on a system need to have a copy of their language library included in the executable image wasting both disk space and main memory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dynamic linking, a small piece of code called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used to locate the appropriate memory-resident library routine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Stub replaces itself with the address of the routine, and executes the routine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Operating system checks if routine is in processes’ memory address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not in address space, add to address space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Dynamic linking is particularly useful for libraries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 also known as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libraries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applicability to patching system libraries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Versioning may be needed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5734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7F118-F8F1-F9BF-66DF-BA7B1367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50198D1-5A7C-3DD7-8CC4-DD63F9470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Contiguous Allocation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578B0-6548-5F09-BF6E-AD75CA5B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287095D-D859-B733-50F8-1BE1F3CC39B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33955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memory must support both OS and user processes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Limited resource, must allocate efficiently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Contiguous allocation is one of the early methods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memory is usually divided into two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Resident operating system, usually held in low memory with interrupt vector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User processes then held in high memory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process contained in single contiguous section of memory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Relocation registers used to protect user processes from each other, and from changing operating-system code and data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 register contains value of smallest physical address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Limit register contains range of logical addresses – each logical address must be less than the limit register </a:t>
            </a:r>
          </a:p>
          <a:p>
            <a:pPr lvl="1" algn="just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MMU maps logical address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dynamically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099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B2898-5ECA-D605-AE10-7BEA1F1DB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95D0CE3-3EEA-7AD0-4252-5446CCD35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Contiguous Allocation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5DD8C5-68B3-7C22-BAF0-DFBDA44D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15</a:t>
            </a:fld>
            <a:endParaRPr lang="en-US"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0" y="5736691"/>
            <a:ext cx="5558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Hardware Support for Relocation and Limit Registers</a:t>
            </a:r>
            <a:endParaRPr lang="en-US" sz="1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353" y="1868936"/>
            <a:ext cx="7613812" cy="3780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3437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Variable Partition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3116425"/>
            <a:ext cx="10463741" cy="3589174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9BE06D-A220-AA0B-AC32-235D90D3A7FE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Multiple-partition allocation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Degree of multiprogramming limited by number of partitions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Variable Partition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sizes for efficiency (sized to a given process’ needs)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Hole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– block of available memory; holes of various size scattered throughout memory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When a process arrives, it is allocated memory from a hole large enough to accommodate it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Process exiting frees its partition, adjacent free partitions combined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Operating system maintains information about</a:t>
            </a:r>
          </a:p>
          <a:p>
            <a:pPr marL="456723" lvl="1" indent="0" algn="just">
              <a:buNone/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     </a:t>
            </a:r>
            <a:r>
              <a:rPr lang="en-US" sz="18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a) allocated partitions </a:t>
            </a:r>
          </a:p>
          <a:p>
            <a:pPr marL="456723" lvl="1" indent="0" algn="just">
              <a:buNone/>
            </a:pPr>
            <a:r>
              <a:rPr lang="en-US" sz="18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 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0"/>
          <a:stretch/>
        </p:blipFill>
        <p:spPr bwMode="auto">
          <a:xfrm>
            <a:off x="5019675" y="4697201"/>
            <a:ext cx="5482508" cy="1808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5525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E0ED2-E2AD-BC25-3F98-8FEDC2ED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453EDA6-2CB9-4130-4661-1DC9DECFE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Dynamic Storage-Allocation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23491-C228-516E-B488-D16C6BD2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7CAE453-E4EB-BAA8-087A-AFB19AE4B98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233073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to satisfy a request of size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from a list of free holes?</a:t>
            </a:r>
          </a:p>
          <a:p>
            <a:pPr lvl="1" algn="just">
              <a:spcBef>
                <a:spcPts val="12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First-fit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: Allocate the </a:t>
            </a:r>
            <a:r>
              <a:rPr lang="en-US" b="1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first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hole that is big enough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spcBef>
                <a:spcPts val="12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Best-fit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: Allocate the </a:t>
            </a:r>
            <a:r>
              <a:rPr lang="en-US" b="1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smallest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hole that is big enough; must search entire list, unless ordered by size (produces the smallest leftover hole)</a:t>
            </a:r>
          </a:p>
          <a:p>
            <a:pPr lvl="1" algn="just">
              <a:spcBef>
                <a:spcPts val="12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Next-fit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: Allocate the </a:t>
            </a:r>
            <a:r>
              <a:rPr lang="en-US" b="1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next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hole that is big enough from the last allocated block</a:t>
            </a:r>
          </a:p>
          <a:p>
            <a:pPr lvl="1" algn="just">
              <a:spcBef>
                <a:spcPts val="12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Worst-fit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: Allocate the </a:t>
            </a:r>
            <a:r>
              <a:rPr lang="en-US" b="1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largest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hole; must also search entire list (produces the largest leftover hole)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8753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BA2BE-DD7D-5DAA-1448-69BBE6BBD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271515D-4A68-46E5-7699-307722E02C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Dynamic Storage-Allocation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D93C2A-D81C-DB52-5514-76243D38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9E3E579-808D-1FC0-E913-FCE689632BA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10430296" cy="1756124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Given memory holes (i.e., unused memory blocks)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100K, 500K, 200K, 300K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600K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(in address order) as shown below, how would each of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first-fit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next-fit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best-fit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worst-fit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algorithms allocate memory requests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290K, 420K, 110K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350K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(in this order)? The shaded areas are used/allocated regions and are not available. </a:t>
            </a:r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667" y="3648636"/>
            <a:ext cx="8990665" cy="1400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9737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38B2-F649-A76E-7C04-33F48D9C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52F3A62-A60A-363F-CB71-081083200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Fragmentation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83005F-6834-6833-CB2D-D92B201A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740F981-2E46-0718-414A-6FE7BC2F5459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94437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External Fragmentation</a:t>
            </a:r>
            <a:r>
              <a:rPr lang="en-US" dirty="0">
                <a:solidFill>
                  <a:srgbClr val="3366FF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– total memory space exists to satisfy a request, but it is not contiguous</a:t>
            </a:r>
            <a:r>
              <a:rPr lang="en-US" sz="8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000" b="1" dirty="0">
              <a:solidFill>
                <a:srgbClr val="3366FF"/>
              </a:solidFill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Internal Fragmentation</a:t>
            </a:r>
            <a:r>
              <a:rPr lang="en-US" dirty="0">
                <a:solidFill>
                  <a:srgbClr val="3366FF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– Allocated memory may be slightly larger than requested memory; this size difference is memory internal to a partition but not being used.</a:t>
            </a:r>
          </a:p>
          <a:p>
            <a:endParaRPr lang="en-US" sz="10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First fit analysis shows that given </a:t>
            </a:r>
            <a:r>
              <a:rPr lang="en-US" b="1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blocks allocated, 0.5 </a:t>
            </a:r>
            <a:r>
              <a:rPr lang="en-US" b="1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blocks lost to fragmentation</a:t>
            </a:r>
          </a:p>
          <a:p>
            <a:endParaRPr lang="en-US" sz="10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Reduce external fragmentation by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compaction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Shuffle memory contents to place all free memory together in one large block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Compaction is possible </a:t>
            </a:r>
            <a:r>
              <a:rPr lang="en-US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only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if relocation is dynamic, and is done at execution time</a:t>
            </a:r>
          </a:p>
          <a:p>
            <a:pPr algn="just">
              <a:spcBef>
                <a:spcPts val="1200"/>
              </a:spcBef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 consider that backing store has same fragmentation problems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9100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67FC-4686-E7FD-1B90-31CAD90BB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FBB4CEA-050F-FBAD-DEB4-33F59FCFE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Compaction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9ABEE-E2BC-8942-40DD-F40407B9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20</a:t>
            </a:fld>
            <a:endParaRPr lang="en-US">
              <a:latin typeface="Calibri"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DC143BA-0C31-ECBD-C664-4A76CC84E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2322025"/>
              </p:ext>
            </p:extLst>
          </p:nvPr>
        </p:nvGraphicFramePr>
        <p:xfrm>
          <a:off x="865953" y="2413281"/>
          <a:ext cx="15494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711041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2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708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08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 KB Free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11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 (200 KB)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230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 KB Free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61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 (400 KB)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28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 KB Free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46096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D8399123-16B7-95C4-CD91-F4C110DB730E}"/>
              </a:ext>
            </a:extLst>
          </p:cNvPr>
          <p:cNvGrpSpPr/>
          <p:nvPr/>
        </p:nvGrpSpPr>
        <p:grpSpPr>
          <a:xfrm>
            <a:off x="2360303" y="2274650"/>
            <a:ext cx="1184275" cy="3208988"/>
            <a:chOff x="2438400" y="1691413"/>
            <a:chExt cx="1184275" cy="32089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1136F6-64F0-253E-D13A-9DD4A60CC434}"/>
                </a:ext>
              </a:extLst>
            </p:cNvPr>
            <p:cNvSpPr txBox="1"/>
            <p:nvPr/>
          </p:nvSpPr>
          <p:spPr>
            <a:xfrm>
              <a:off x="2438400" y="1691413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0 KB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A6A14B-212A-8B14-0907-039EC8E8215F}"/>
                </a:ext>
              </a:extLst>
            </p:cNvPr>
            <p:cNvSpPr txBox="1"/>
            <p:nvPr/>
          </p:nvSpPr>
          <p:spPr>
            <a:xfrm>
              <a:off x="2438400" y="2414931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600 KB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AE68F9D-0599-0DE2-47D0-5028AD81968B}"/>
                </a:ext>
              </a:extLst>
            </p:cNvPr>
            <p:cNvSpPr txBox="1"/>
            <p:nvPr/>
          </p:nvSpPr>
          <p:spPr>
            <a:xfrm>
              <a:off x="2444750" y="2804862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700 KB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E82B027-2FE9-87B3-516B-AF0CFE6AEEDE}"/>
                </a:ext>
              </a:extLst>
            </p:cNvPr>
            <p:cNvSpPr txBox="1"/>
            <p:nvPr/>
          </p:nvSpPr>
          <p:spPr>
            <a:xfrm>
              <a:off x="2444750" y="3150515"/>
              <a:ext cx="1174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1100 KB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1BA5777-3BAB-5A20-563A-50BFF8BCEE42}"/>
                </a:ext>
              </a:extLst>
            </p:cNvPr>
            <p:cNvSpPr txBox="1"/>
            <p:nvPr/>
          </p:nvSpPr>
          <p:spPr>
            <a:xfrm>
              <a:off x="2447925" y="3508822"/>
              <a:ext cx="1174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1300 KB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467490-19E3-D2DA-5C5A-2F750E479D71}"/>
                </a:ext>
              </a:extLst>
            </p:cNvPr>
            <p:cNvSpPr txBox="1"/>
            <p:nvPr/>
          </p:nvSpPr>
          <p:spPr>
            <a:xfrm>
              <a:off x="2447925" y="3878809"/>
              <a:ext cx="10731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1600 KB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574EBA-CC46-468C-1BBB-BFEC0FDC80A2}"/>
                </a:ext>
              </a:extLst>
            </p:cNvPr>
            <p:cNvSpPr txBox="1"/>
            <p:nvPr/>
          </p:nvSpPr>
          <p:spPr>
            <a:xfrm>
              <a:off x="2438400" y="4270632"/>
              <a:ext cx="1092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2000 KB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33979E-A640-B744-402D-2D652CB0BCA0}"/>
                </a:ext>
              </a:extLst>
            </p:cNvPr>
            <p:cNvSpPr txBox="1"/>
            <p:nvPr/>
          </p:nvSpPr>
          <p:spPr>
            <a:xfrm>
              <a:off x="2447925" y="4592624"/>
              <a:ext cx="10731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2200 KB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4937DE0-E8A6-FDA5-DDCA-61997634BB43}"/>
                </a:ext>
              </a:extLst>
            </p:cNvPr>
            <p:cNvSpPr txBox="1"/>
            <p:nvPr/>
          </p:nvSpPr>
          <p:spPr>
            <a:xfrm>
              <a:off x="2438400" y="2023108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400 KB</a:t>
              </a:r>
            </a:p>
          </p:txBody>
        </p:sp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368679F-750D-7EEA-C104-3150AE028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876144"/>
              </p:ext>
            </p:extLst>
          </p:nvPr>
        </p:nvGraphicFramePr>
        <p:xfrm>
          <a:off x="3776064" y="2436859"/>
          <a:ext cx="1402632" cy="2943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2632">
                  <a:extLst>
                    <a:ext uri="{9D8B030D-6E8A-4147-A177-3AD203B41FA5}">
                      <a16:colId xmlns:a16="http://schemas.microsoft.com/office/drawing/2014/main" val="1784619786"/>
                    </a:ext>
                  </a:extLst>
                </a:gridCol>
              </a:tblGrid>
              <a:tr h="3886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313465"/>
                  </a:ext>
                </a:extLst>
              </a:tr>
              <a:tr h="3888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1673"/>
                  </a:ext>
                </a:extLst>
              </a:tr>
              <a:tr h="3888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941010"/>
                  </a:ext>
                </a:extLst>
              </a:tr>
              <a:tr h="3888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840852"/>
                  </a:ext>
                </a:extLst>
              </a:tr>
              <a:tr h="3888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758706"/>
                  </a:ext>
                </a:extLst>
              </a:tr>
              <a:tr h="999139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900 KB Free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2142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F183F0EE-B3F1-CB71-3707-396CB659D120}"/>
              </a:ext>
            </a:extLst>
          </p:cNvPr>
          <p:cNvGrpSpPr/>
          <p:nvPr/>
        </p:nvGrpSpPr>
        <p:grpSpPr>
          <a:xfrm>
            <a:off x="5124414" y="2284482"/>
            <a:ext cx="1009650" cy="3179420"/>
            <a:chOff x="5124414" y="2284482"/>
            <a:chExt cx="1009650" cy="31794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F9B8C5C-4267-44CD-668E-7700C15D6E41}"/>
                </a:ext>
              </a:extLst>
            </p:cNvPr>
            <p:cNvSpPr txBox="1"/>
            <p:nvPr/>
          </p:nvSpPr>
          <p:spPr>
            <a:xfrm>
              <a:off x="5134246" y="2284482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0 KB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C97BB72-FB62-1788-26CD-03860884336F}"/>
                </a:ext>
              </a:extLst>
            </p:cNvPr>
            <p:cNvSpPr txBox="1"/>
            <p:nvPr/>
          </p:nvSpPr>
          <p:spPr>
            <a:xfrm>
              <a:off x="5134246" y="2662364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400 KB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C5E46F-BB85-2250-B5FE-D6B41DF5848F}"/>
                </a:ext>
              </a:extLst>
            </p:cNvPr>
            <p:cNvSpPr txBox="1"/>
            <p:nvPr/>
          </p:nvSpPr>
          <p:spPr>
            <a:xfrm>
              <a:off x="5134246" y="3037803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600 KB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07EA0A7-73D0-56BA-7C0E-BB4CA23B56E2}"/>
                </a:ext>
              </a:extLst>
            </p:cNvPr>
            <p:cNvSpPr txBox="1"/>
            <p:nvPr/>
          </p:nvSpPr>
          <p:spPr>
            <a:xfrm>
              <a:off x="5134246" y="3442738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700 KB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4A914B-745A-FB32-04C5-2DB3355847A4}"/>
                </a:ext>
              </a:extLst>
            </p:cNvPr>
            <p:cNvSpPr txBox="1"/>
            <p:nvPr/>
          </p:nvSpPr>
          <p:spPr>
            <a:xfrm>
              <a:off x="5134246" y="3818177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900 KB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8E32A8-44EC-CDD9-AFC5-1AA487823642}"/>
                </a:ext>
              </a:extLst>
            </p:cNvPr>
            <p:cNvSpPr txBox="1"/>
            <p:nvPr/>
          </p:nvSpPr>
          <p:spPr>
            <a:xfrm>
              <a:off x="5124414" y="4213280"/>
              <a:ext cx="1009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1300 KB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F1E574B-039B-6E90-A080-2E6402D09EBF}"/>
                </a:ext>
              </a:extLst>
            </p:cNvPr>
            <p:cNvSpPr txBox="1"/>
            <p:nvPr/>
          </p:nvSpPr>
          <p:spPr>
            <a:xfrm>
              <a:off x="5124414" y="5156125"/>
              <a:ext cx="10096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2200 KB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586256E-3578-D610-93FA-74902E80F12C}"/>
              </a:ext>
            </a:extLst>
          </p:cNvPr>
          <p:cNvSpPr txBox="1"/>
          <p:nvPr/>
        </p:nvSpPr>
        <p:spPr>
          <a:xfrm>
            <a:off x="3410580" y="5464743"/>
            <a:ext cx="19934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 moves required and 600 KB data moved (P3 &amp; P4 moved up)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21C8B1-43C3-64B2-D8CF-1D0FC5E97947}"/>
              </a:ext>
            </a:extLst>
          </p:cNvPr>
          <p:cNvSpPr txBox="1"/>
          <p:nvPr/>
        </p:nvSpPr>
        <p:spPr>
          <a:xfrm>
            <a:off x="3438796" y="1959566"/>
            <a:ext cx="2089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Possibility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DA7FFFB-3851-B6BE-CDB3-EBF8EAC61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715621"/>
              </p:ext>
            </p:extLst>
          </p:nvPr>
        </p:nvGraphicFramePr>
        <p:xfrm>
          <a:off x="6377772" y="2388119"/>
          <a:ext cx="140263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2632">
                  <a:extLst>
                    <a:ext uri="{9D8B030D-6E8A-4147-A177-3AD203B41FA5}">
                      <a16:colId xmlns:a16="http://schemas.microsoft.com/office/drawing/2014/main" val="1784619786"/>
                    </a:ext>
                  </a:extLst>
                </a:gridCol>
              </a:tblGrid>
              <a:tr h="3826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313465"/>
                  </a:ext>
                </a:extLst>
              </a:tr>
              <a:tr h="3826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1673"/>
                  </a:ext>
                </a:extLst>
              </a:tr>
              <a:tr h="3826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941010"/>
                  </a:ext>
                </a:extLst>
              </a:tr>
              <a:tr h="3826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840852"/>
                  </a:ext>
                </a:extLst>
              </a:tr>
              <a:tr h="3826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758706"/>
                  </a:ext>
                </a:extLst>
              </a:tr>
              <a:tr h="105331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 KB Free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214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E8276CC9-3BA2-09EB-0775-648DD64BA1A8}"/>
              </a:ext>
            </a:extLst>
          </p:cNvPr>
          <p:cNvSpPr txBox="1"/>
          <p:nvPr/>
        </p:nvSpPr>
        <p:spPr>
          <a:xfrm>
            <a:off x="6034513" y="5509159"/>
            <a:ext cx="19910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 move required and 400 KB data moved (P4 moved up)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1683F9-82E5-B832-6465-2671A57BC287}"/>
              </a:ext>
            </a:extLst>
          </p:cNvPr>
          <p:cNvSpPr txBox="1"/>
          <p:nvPr/>
        </p:nvSpPr>
        <p:spPr>
          <a:xfrm>
            <a:off x="6178821" y="1968937"/>
            <a:ext cx="2089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Possibility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056C800-6C98-B24D-4E7D-CFE5F3C9A4A2}"/>
              </a:ext>
            </a:extLst>
          </p:cNvPr>
          <p:cNvGrpSpPr/>
          <p:nvPr/>
        </p:nvGrpSpPr>
        <p:grpSpPr>
          <a:xfrm>
            <a:off x="7760740" y="2268846"/>
            <a:ext cx="920750" cy="3150652"/>
            <a:chOff x="10433050" y="2061740"/>
            <a:chExt cx="920750" cy="315065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2280A3E-52BD-7F3C-8AE8-AD5370E19F26}"/>
                </a:ext>
              </a:extLst>
            </p:cNvPr>
            <p:cNvSpPr txBox="1"/>
            <p:nvPr/>
          </p:nvSpPr>
          <p:spPr>
            <a:xfrm>
              <a:off x="10433050" y="2061740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0 KB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310E125-F778-3B00-4B31-4B175FD509D7}"/>
                </a:ext>
              </a:extLst>
            </p:cNvPr>
            <p:cNvSpPr txBox="1"/>
            <p:nvPr/>
          </p:nvSpPr>
          <p:spPr>
            <a:xfrm>
              <a:off x="10433050" y="2400294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400 KB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B4B8D1F-3478-EF13-22E2-AE8869DFA4A1}"/>
                </a:ext>
              </a:extLst>
            </p:cNvPr>
            <p:cNvSpPr txBox="1"/>
            <p:nvPr/>
          </p:nvSpPr>
          <p:spPr>
            <a:xfrm>
              <a:off x="10433050" y="2775733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600 KB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2715594-6F89-5709-1CD3-1C8632796DB2}"/>
                </a:ext>
              </a:extLst>
            </p:cNvPr>
            <p:cNvSpPr txBox="1"/>
            <p:nvPr/>
          </p:nvSpPr>
          <p:spPr>
            <a:xfrm>
              <a:off x="10433050" y="3151172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700 KB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7718A6A-2327-B663-EB5E-73834199FFD8}"/>
                </a:ext>
              </a:extLst>
            </p:cNvPr>
            <p:cNvSpPr txBox="1"/>
            <p:nvPr/>
          </p:nvSpPr>
          <p:spPr>
            <a:xfrm>
              <a:off x="10433050" y="3526611"/>
              <a:ext cx="920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1100 KB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38D3DC-D927-B38D-932A-8C945E9912E6}"/>
                </a:ext>
              </a:extLst>
            </p:cNvPr>
            <p:cNvSpPr txBox="1"/>
            <p:nvPr/>
          </p:nvSpPr>
          <p:spPr>
            <a:xfrm>
              <a:off x="10433050" y="3873299"/>
              <a:ext cx="920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1300 KB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FAD2A8D-A201-931E-DD69-D6A3208930B2}"/>
                </a:ext>
              </a:extLst>
            </p:cNvPr>
            <p:cNvSpPr txBox="1"/>
            <p:nvPr/>
          </p:nvSpPr>
          <p:spPr>
            <a:xfrm>
              <a:off x="10433050" y="4904615"/>
              <a:ext cx="920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2200 KB</a:t>
              </a:r>
            </a:p>
          </p:txBody>
        </p:sp>
      </p:grp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63FC6885-2BBB-CBC4-88AD-87B5B26C5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764939"/>
              </p:ext>
            </p:extLst>
          </p:nvPr>
        </p:nvGraphicFramePr>
        <p:xfrm>
          <a:off x="9009132" y="2382684"/>
          <a:ext cx="1382968" cy="29667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2968">
                  <a:extLst>
                    <a:ext uri="{9D8B030D-6E8A-4147-A177-3AD203B41FA5}">
                      <a16:colId xmlns:a16="http://schemas.microsoft.com/office/drawing/2014/main" val="1505917263"/>
                    </a:ext>
                  </a:extLst>
                </a:gridCol>
              </a:tblGrid>
              <a:tr h="4135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131450"/>
                  </a:ext>
                </a:extLst>
              </a:tr>
              <a:tr h="4135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86562"/>
                  </a:ext>
                </a:extLst>
              </a:tr>
              <a:tr h="4135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82796"/>
                  </a:ext>
                </a:extLst>
              </a:tr>
              <a:tr h="88568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 KB Free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341411"/>
                  </a:ext>
                </a:extLst>
              </a:tr>
              <a:tr h="4135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169457"/>
                  </a:ext>
                </a:extLst>
              </a:tr>
              <a:tr h="42681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131802"/>
                  </a:ext>
                </a:extLst>
              </a:tr>
            </a:tbl>
          </a:graphicData>
        </a:graphic>
      </p:graphicFrame>
      <p:grpSp>
        <p:nvGrpSpPr>
          <p:cNvPr id="43" name="Group 42">
            <a:extLst>
              <a:ext uri="{FF2B5EF4-FFF2-40B4-BE49-F238E27FC236}">
                <a16:creationId xmlns:a16="http://schemas.microsoft.com/office/drawing/2014/main" id="{2AC0FF18-4CF7-7E34-ED9E-BF959628E540}"/>
              </a:ext>
            </a:extLst>
          </p:cNvPr>
          <p:cNvGrpSpPr/>
          <p:nvPr/>
        </p:nvGrpSpPr>
        <p:grpSpPr>
          <a:xfrm>
            <a:off x="10343557" y="2239949"/>
            <a:ext cx="930582" cy="3210602"/>
            <a:chOff x="6603386" y="2216185"/>
            <a:chExt cx="930582" cy="321060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1E53E7-1264-CCD6-CFB5-EA2F04666044}"/>
                </a:ext>
              </a:extLst>
            </p:cNvPr>
            <p:cNvSpPr txBox="1"/>
            <p:nvPr/>
          </p:nvSpPr>
          <p:spPr>
            <a:xfrm>
              <a:off x="6613218" y="2216185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0 KB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B133F5-42A1-98C6-CA94-7527EB78A180}"/>
                </a:ext>
              </a:extLst>
            </p:cNvPr>
            <p:cNvSpPr txBox="1"/>
            <p:nvPr/>
          </p:nvSpPr>
          <p:spPr>
            <a:xfrm>
              <a:off x="6613218" y="2613132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400 KB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BC91E4B-42E8-47E7-EA49-03A375E01D6B}"/>
                </a:ext>
              </a:extLst>
            </p:cNvPr>
            <p:cNvSpPr txBox="1"/>
            <p:nvPr/>
          </p:nvSpPr>
          <p:spPr>
            <a:xfrm>
              <a:off x="6613218" y="3018666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600 KB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181F9C5-6A07-2FF3-834C-10B130CC5DC0}"/>
                </a:ext>
              </a:extLst>
            </p:cNvPr>
            <p:cNvSpPr txBox="1"/>
            <p:nvPr/>
          </p:nvSpPr>
          <p:spPr>
            <a:xfrm>
              <a:off x="6623050" y="3433433"/>
              <a:ext cx="787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700 KB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FBC0D13-86A5-1BEF-B36E-53DB13EECCF5}"/>
                </a:ext>
              </a:extLst>
            </p:cNvPr>
            <p:cNvSpPr txBox="1"/>
            <p:nvPr/>
          </p:nvSpPr>
          <p:spPr>
            <a:xfrm>
              <a:off x="6613218" y="4315185"/>
              <a:ext cx="920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1600 KB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C249C8D-7A5D-73D8-1715-EB25509E7497}"/>
                </a:ext>
              </a:extLst>
            </p:cNvPr>
            <p:cNvSpPr txBox="1"/>
            <p:nvPr/>
          </p:nvSpPr>
          <p:spPr>
            <a:xfrm>
              <a:off x="6603386" y="5119010"/>
              <a:ext cx="920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2200 KB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0BDC9C6-03E0-C1C2-63A9-8DAD521A9C7C}"/>
                </a:ext>
              </a:extLst>
            </p:cNvPr>
            <p:cNvSpPr txBox="1"/>
            <p:nvPr/>
          </p:nvSpPr>
          <p:spPr>
            <a:xfrm>
              <a:off x="6613218" y="4727684"/>
              <a:ext cx="9207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2000 KB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C6D59FA6-BC8B-CCE2-A8FF-C68302B0A7F3}"/>
              </a:ext>
            </a:extLst>
          </p:cNvPr>
          <p:cNvSpPr txBox="1"/>
          <p:nvPr/>
        </p:nvSpPr>
        <p:spPr>
          <a:xfrm>
            <a:off x="8691899" y="5543182"/>
            <a:ext cx="19910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 move required and 200 KB data moved (P3 moved down)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C39223-F75F-37B1-844E-B001A8F43D26}"/>
              </a:ext>
            </a:extLst>
          </p:cNvPr>
          <p:cNvSpPr txBox="1"/>
          <p:nvPr/>
        </p:nvSpPr>
        <p:spPr>
          <a:xfrm>
            <a:off x="8669308" y="1984156"/>
            <a:ext cx="2089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Third Possibility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174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2" grpId="0"/>
      <p:bldP spid="33" grpId="0"/>
      <p:bldP spid="51" grpId="0"/>
      <p:bldP spid="5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234C-D781-AC93-D6A2-3B16FD9B3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16D06DE-6387-408A-A73B-7205E6109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1731C9-7553-8EF0-A7EA-E43BBCCEB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26981D7-FF2E-5E99-7A38-285AF475298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537872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Memory-management scheme that supports user view of memory </a:t>
            </a:r>
          </a:p>
          <a:p>
            <a:pPr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 program is a collection of segments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 segment is a logical unit such as main program, procedure, function, method, object, local variables, global variables, common block, stack, symbol table, arrays, etc.</a:t>
            </a:r>
          </a:p>
        </p:txBody>
      </p:sp>
      <p:pic>
        <p:nvPicPr>
          <p:cNvPr id="3072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809" y="3333850"/>
            <a:ext cx="2301290" cy="301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06427B-91A9-0AEA-2C54-7397192131F7}"/>
              </a:ext>
            </a:extLst>
          </p:cNvPr>
          <p:cNvGrpSpPr/>
          <p:nvPr/>
        </p:nvGrpSpPr>
        <p:grpSpPr>
          <a:xfrm>
            <a:off x="4861111" y="3279255"/>
            <a:ext cx="2469778" cy="3049169"/>
            <a:chOff x="1550890" y="1436032"/>
            <a:chExt cx="2469778" cy="3049169"/>
          </a:xfrm>
        </p:grpSpPr>
        <p:sp>
          <p:nvSpPr>
            <p:cNvPr id="31747" name="Oval 3"/>
            <p:cNvSpPr>
              <a:spLocks noChangeArrowheads="1"/>
            </p:cNvSpPr>
            <p:nvPr/>
          </p:nvSpPr>
          <p:spPr bwMode="auto">
            <a:xfrm>
              <a:off x="1550890" y="1436032"/>
              <a:ext cx="2469778" cy="3049169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31748" name="Rectangle 4"/>
            <p:cNvSpPr>
              <a:spLocks noChangeArrowheads="1"/>
            </p:cNvSpPr>
            <p:nvPr/>
          </p:nvSpPr>
          <p:spPr bwMode="auto">
            <a:xfrm>
              <a:off x="2120148" y="1767730"/>
              <a:ext cx="9906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itchFamily="-84" charset="0"/>
                </a:rPr>
                <a:t>1</a:t>
              </a:r>
            </a:p>
          </p:txBody>
        </p:sp>
        <p:sp>
          <p:nvSpPr>
            <p:cNvPr id="31749" name="Rectangle 5"/>
            <p:cNvSpPr>
              <a:spLocks noChangeArrowheads="1"/>
            </p:cNvSpPr>
            <p:nvPr/>
          </p:nvSpPr>
          <p:spPr bwMode="auto">
            <a:xfrm>
              <a:off x="1842245" y="2605933"/>
              <a:ext cx="914400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itchFamily="-84" charset="0"/>
                </a:rPr>
                <a:t>3</a:t>
              </a:r>
            </a:p>
          </p:txBody>
        </p:sp>
        <p:sp>
          <p:nvSpPr>
            <p:cNvPr id="31750" name="Rectangle 6"/>
            <p:cNvSpPr>
              <a:spLocks noChangeArrowheads="1"/>
            </p:cNvSpPr>
            <p:nvPr/>
          </p:nvSpPr>
          <p:spPr bwMode="auto">
            <a:xfrm>
              <a:off x="2895602" y="2466975"/>
              <a:ext cx="914400" cy="381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dirty="0">
                  <a:latin typeface="Helvetica" pitchFamily="-84" charset="0"/>
                </a:rPr>
                <a:t>2</a:t>
              </a:r>
            </a:p>
          </p:txBody>
        </p:sp>
        <p:sp>
          <p:nvSpPr>
            <p:cNvPr id="31751" name="Rectangle 7"/>
            <p:cNvSpPr>
              <a:spLocks noChangeArrowheads="1"/>
            </p:cNvSpPr>
            <p:nvPr/>
          </p:nvSpPr>
          <p:spPr bwMode="auto">
            <a:xfrm>
              <a:off x="2819404" y="3278282"/>
              <a:ext cx="914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en-US" dirty="0">
                  <a:latin typeface="Helvetica" pitchFamily="-84" charset="0"/>
                </a:rPr>
                <a:t>4</a:t>
              </a:r>
            </a:p>
          </p:txBody>
        </p:sp>
      </p:grpSp>
      <p:grpSp>
        <p:nvGrpSpPr>
          <p:cNvPr id="31752" name="Group 24"/>
          <p:cNvGrpSpPr>
            <a:grpSpLocks/>
          </p:cNvGrpSpPr>
          <p:nvPr/>
        </p:nvGrpSpPr>
        <p:grpSpPr bwMode="auto">
          <a:xfrm>
            <a:off x="8875055" y="3466018"/>
            <a:ext cx="1063252" cy="2878199"/>
            <a:chOff x="3888" y="1071"/>
            <a:chExt cx="720" cy="2481"/>
          </a:xfrm>
        </p:grpSpPr>
        <p:grpSp>
          <p:nvGrpSpPr>
            <p:cNvPr id="31755" name="Group 11"/>
            <p:cNvGrpSpPr>
              <a:grpSpLocks/>
            </p:cNvGrpSpPr>
            <p:nvPr/>
          </p:nvGrpSpPr>
          <p:grpSpPr bwMode="auto">
            <a:xfrm>
              <a:off x="3888" y="1071"/>
              <a:ext cx="720" cy="672"/>
              <a:chOff x="3888" y="1071"/>
              <a:chExt cx="720" cy="672"/>
            </a:xfrm>
          </p:grpSpPr>
          <p:sp>
            <p:nvSpPr>
              <p:cNvPr id="31766" name="Rectangle 8"/>
              <p:cNvSpPr>
                <a:spLocks noChangeArrowheads="1"/>
              </p:cNvSpPr>
              <p:nvPr/>
            </p:nvSpPr>
            <p:spPr bwMode="auto">
              <a:xfrm>
                <a:off x="3888" y="1071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67" name="Line 9"/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756" name="Group 12"/>
            <p:cNvGrpSpPr>
              <a:grpSpLocks/>
            </p:cNvGrpSpPr>
            <p:nvPr/>
          </p:nvGrpSpPr>
          <p:grpSpPr bwMode="auto">
            <a:xfrm>
              <a:off x="3888" y="1743"/>
              <a:ext cx="720" cy="595"/>
              <a:chOff x="3888" y="1071"/>
              <a:chExt cx="720" cy="595"/>
            </a:xfrm>
          </p:grpSpPr>
          <p:sp>
            <p:nvSpPr>
              <p:cNvPr id="31764" name="Rectangle 13"/>
              <p:cNvSpPr>
                <a:spLocks noChangeArrowheads="1"/>
              </p:cNvSpPr>
              <p:nvPr/>
            </p:nvSpPr>
            <p:spPr bwMode="auto">
              <a:xfrm>
                <a:off x="3888" y="1071"/>
                <a:ext cx="720" cy="595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1765" name="Line 14"/>
              <p:cNvSpPr>
                <a:spLocks noChangeShapeType="1"/>
              </p:cNvSpPr>
              <p:nvPr/>
            </p:nvSpPr>
            <p:spPr bwMode="auto">
              <a:xfrm>
                <a:off x="3888" y="136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757" name="Text Box 15"/>
            <p:cNvSpPr txBox="1">
              <a:spLocks noChangeArrowheads="1"/>
            </p:cNvSpPr>
            <p:nvPr/>
          </p:nvSpPr>
          <p:spPr bwMode="auto">
            <a:xfrm>
              <a:off x="4125" y="113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itchFamily="-84" charset="0"/>
                </a:rPr>
                <a:t>1</a:t>
              </a:r>
            </a:p>
          </p:txBody>
        </p:sp>
        <p:sp>
          <p:nvSpPr>
            <p:cNvPr id="31758" name="Text Box 16"/>
            <p:cNvSpPr txBox="1">
              <a:spLocks noChangeArrowheads="1"/>
            </p:cNvSpPr>
            <p:nvPr/>
          </p:nvSpPr>
          <p:spPr bwMode="auto">
            <a:xfrm>
              <a:off x="4127" y="1439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itchFamily="-84" charset="0"/>
                </a:rPr>
                <a:t>4</a:t>
              </a:r>
            </a:p>
          </p:txBody>
        </p:sp>
        <p:sp>
          <p:nvSpPr>
            <p:cNvPr id="31759" name="Rectangle 17"/>
            <p:cNvSpPr>
              <a:spLocks noChangeArrowheads="1"/>
            </p:cNvSpPr>
            <p:nvPr/>
          </p:nvSpPr>
          <p:spPr bwMode="auto">
            <a:xfrm>
              <a:off x="3888" y="2340"/>
              <a:ext cx="720" cy="9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60" name="Rectangle 18"/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61" name="Line 19"/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2" name="Text Box 20"/>
            <p:cNvSpPr txBox="1">
              <a:spLocks noChangeArrowheads="1"/>
            </p:cNvSpPr>
            <p:nvPr/>
          </p:nvSpPr>
          <p:spPr bwMode="auto">
            <a:xfrm>
              <a:off x="4127" y="2428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itchFamily="-84" charset="0"/>
                </a:rPr>
                <a:t>2</a:t>
              </a:r>
            </a:p>
          </p:txBody>
        </p:sp>
        <p:sp>
          <p:nvSpPr>
            <p:cNvPr id="31763" name="Text Box 21"/>
            <p:cNvSpPr txBox="1">
              <a:spLocks noChangeArrowheads="1"/>
            </p:cNvSpPr>
            <p:nvPr/>
          </p:nvSpPr>
          <p:spPr bwMode="auto">
            <a:xfrm>
              <a:off x="4127" y="2888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itchFamily="-84" charset="0"/>
                </a:rPr>
                <a:t>3</a:t>
              </a:r>
            </a:p>
          </p:txBody>
        </p:sp>
      </p:grpSp>
      <p:sp>
        <p:nvSpPr>
          <p:cNvPr id="31753" name="Text Box 22"/>
          <p:cNvSpPr txBox="1">
            <a:spLocks noChangeArrowheads="1"/>
          </p:cNvSpPr>
          <p:nvPr/>
        </p:nvSpPr>
        <p:spPr bwMode="auto">
          <a:xfrm>
            <a:off x="5473040" y="6443051"/>
            <a:ext cx="1313170" cy="3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600" b="1" i="1" dirty="0">
                <a:latin typeface="Helvetica" pitchFamily="-84" charset="0"/>
              </a:rPr>
              <a:t>user space </a:t>
            </a:r>
          </a:p>
        </p:txBody>
      </p:sp>
      <p:sp>
        <p:nvSpPr>
          <p:cNvPr id="31754" name="Text Box 23"/>
          <p:cNvSpPr txBox="1">
            <a:spLocks noChangeArrowheads="1"/>
          </p:cNvSpPr>
          <p:nvPr/>
        </p:nvSpPr>
        <p:spPr bwMode="auto">
          <a:xfrm>
            <a:off x="8156985" y="6440929"/>
            <a:ext cx="2499392" cy="3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600" b="1" i="1" dirty="0">
                <a:latin typeface="Helvetica" pitchFamily="-84" charset="0"/>
              </a:rPr>
              <a:t>physical memory space</a:t>
            </a:r>
          </a:p>
        </p:txBody>
      </p:sp>
      <p:sp>
        <p:nvSpPr>
          <p:cNvPr id="4" name="Text Box 22">
            <a:extLst>
              <a:ext uri="{FF2B5EF4-FFF2-40B4-BE49-F238E27FC236}">
                <a16:creationId xmlns:a16="http://schemas.microsoft.com/office/drawing/2014/main" id="{3FB9DE8E-81C4-7B89-4EE0-C8B32D975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31" y="6479275"/>
            <a:ext cx="2657577" cy="3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600" b="1" i="1" dirty="0">
                <a:latin typeface="Helvetica" pitchFamily="-84" charset="0"/>
              </a:rPr>
              <a:t>User’s View of a Program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3623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6B984-9C5E-5934-4CAF-B7133B0D8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8DE4517-88CC-314F-4EBE-C7C27E7C3F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Segmentation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9F1863-083B-E26C-2BD2-01C051DA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0C3F414-41C3-9E50-4B2C-DB581073D817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537872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828800" algn="l"/>
                <a:tab pos="2855913" algn="ctr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Logical address consists of a two tuple:</a:t>
            </a:r>
          </a:p>
          <a:p>
            <a:pPr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	&lt;segment-number, offset&gt;,</a:t>
            </a:r>
          </a:p>
          <a:p>
            <a:pPr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endParaRPr lang="en-US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1828800" algn="l"/>
                <a:tab pos="2855913" algn="ctr"/>
              </a:tabLst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 table</a:t>
            </a:r>
            <a:r>
              <a:rPr lang="en-US" altLang="en-US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– maps two-dimensional physical addresses; each table entry has:</a:t>
            </a:r>
          </a:p>
          <a:p>
            <a:pPr lvl="1">
              <a:tabLst>
                <a:tab pos="1828800" algn="l"/>
                <a:tab pos="2855913" algn="ctr"/>
              </a:tabLst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en-US" altLang="en-US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– contains the starting physical address where the segments reside in memory</a:t>
            </a:r>
          </a:p>
          <a:p>
            <a:pPr lvl="1">
              <a:tabLst>
                <a:tab pos="1828800" algn="l"/>
                <a:tab pos="2855913" algn="ctr"/>
              </a:tabLst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</a:t>
            </a:r>
            <a:r>
              <a:rPr lang="en-US" altLang="en-US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– specifies the length of the segment</a:t>
            </a:r>
          </a:p>
          <a:p>
            <a:pPr lvl="1">
              <a:tabLst>
                <a:tab pos="1828800" algn="l"/>
                <a:tab pos="2855913" algn="ctr"/>
              </a:tabLst>
            </a:pPr>
            <a:endParaRPr lang="en-US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1828800" algn="l"/>
                <a:tab pos="2855913" algn="ctr"/>
              </a:tabLst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Segment-table base register (STBR)</a:t>
            </a:r>
            <a:r>
              <a:rPr lang="en-US" altLang="en-US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points to the segment table</a:t>
            </a:r>
            <a:r>
              <a:rPr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 location in memory</a:t>
            </a:r>
          </a:p>
          <a:p>
            <a:pPr>
              <a:tabLst>
                <a:tab pos="1828800" algn="l"/>
                <a:tab pos="2855913" algn="ctr"/>
              </a:tabLst>
            </a:pPr>
            <a:endParaRPr lang="en-US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1828800" algn="l"/>
                <a:tab pos="2855913" algn="ctr"/>
              </a:tabLst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Segment-table length register (STLR)</a:t>
            </a:r>
            <a:r>
              <a:rPr lang="en-US" altLang="en-US" dirty="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indicates number of segments used by a program;</a:t>
            </a:r>
          </a:p>
          <a:p>
            <a:pPr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	                  segment number </a:t>
            </a:r>
            <a:r>
              <a:rPr lang="en-US" alt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is legal if </a:t>
            </a:r>
            <a:r>
              <a:rPr lang="en-US" altLang="en-US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alt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STLR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0282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062B1-88D0-53D5-65B1-FF69D4C8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40FF10A-449C-C680-33E2-81C6D8EB3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Segmentation Hardware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7D5798-5BC3-602D-53C9-E511FE8EA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23</a:t>
            </a:fld>
            <a:endParaRPr lang="en-US">
              <a:latin typeface="Calibri"/>
            </a:endParaRPr>
          </a:p>
        </p:txBody>
      </p:sp>
      <p:pic>
        <p:nvPicPr>
          <p:cNvPr id="34819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206" y="1512887"/>
            <a:ext cx="6827654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4376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0169-E7FA-70BB-0073-43B66C79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913BC98-F7CE-FB71-C86D-BA58F1BF0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Segmentation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682215-6E3A-B4A5-344F-4EBE26819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24</a:t>
            </a:fld>
            <a:endParaRPr lang="en-US">
              <a:latin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54"/>
          <a:stretch/>
        </p:blipFill>
        <p:spPr bwMode="auto">
          <a:xfrm>
            <a:off x="1438836" y="1235559"/>
            <a:ext cx="8035146" cy="534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5274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4295-5109-F1D0-3859-7A0D26AA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A2E607F-F6F4-03B8-0681-D799AF2FE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Segmentation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B1FC44-7AC0-5D6C-251A-C1624CC76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7D045AC-6E60-3E53-8DF5-9BDC54BB75A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537872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828800" algn="l"/>
                <a:tab pos="2855913" algn="ctr"/>
              </a:tabLs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Consider the following segment table:</a:t>
            </a:r>
          </a:p>
          <a:p>
            <a:pPr>
              <a:buFont typeface="Monotype Sorts" pitchFamily="-84" charset="2"/>
              <a:buNone/>
              <a:tabLst>
                <a:tab pos="1828800" algn="l"/>
                <a:tab pos="2855913" algn="ctr"/>
              </a:tabLst>
            </a:pPr>
            <a:endParaRPr lang="en-US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1828800" algn="l"/>
                <a:tab pos="2855913" algn="ctr"/>
              </a:tabLst>
            </a:pPr>
            <a:endParaRPr lang="en-US" alt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1828800" algn="l"/>
                <a:tab pos="2855913" algn="ctr"/>
              </a:tabLst>
            </a:pPr>
            <a:endParaRPr lang="en-US" altLang="ja-JP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1828800" algn="l"/>
                <a:tab pos="2855913" algn="ctr"/>
              </a:tabLst>
            </a:pPr>
            <a:endParaRPr lang="en-US" altLang="ja-JP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1828800" algn="l"/>
                <a:tab pos="2855913" algn="ctr"/>
              </a:tabLst>
            </a:pPr>
            <a:endParaRPr lang="en-US" altLang="ja-JP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1828800" algn="l"/>
                <a:tab pos="2855913" algn="ctr"/>
              </a:tabLst>
            </a:pPr>
            <a:endParaRPr lang="en-US" altLang="ja-JP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1828800" algn="l"/>
                <a:tab pos="2855913" algn="ctr"/>
              </a:tabLst>
            </a:pPr>
            <a:endParaRPr lang="en-US" altLang="ja-JP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1828800" algn="l"/>
                <a:tab pos="2855913" algn="ctr"/>
              </a:tabLst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What are the physical addresses for the following logical addresses?</a:t>
            </a:r>
            <a:endParaRPr lang="en-US" altLang="ja-JP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8680" lvl="1" indent="-457200">
              <a:buClrTx/>
              <a:buFont typeface="+mj-lt"/>
              <a:buAutoNum type="arabicPeriod"/>
              <a:tabLst>
                <a:tab pos="1828800" algn="l"/>
                <a:tab pos="2855913" algn="ctr"/>
              </a:tabLst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0, 1222 </a:t>
            </a:r>
          </a:p>
          <a:p>
            <a:pPr marL="868680" lvl="1" indent="-457200">
              <a:buClrTx/>
              <a:buFont typeface="+mj-lt"/>
              <a:buAutoNum type="arabicPeriod"/>
              <a:tabLst>
                <a:tab pos="1828800" algn="l"/>
                <a:tab pos="2855913" algn="ctr"/>
              </a:tabLst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2, 53</a:t>
            </a:r>
          </a:p>
          <a:p>
            <a:pPr marL="868680" lvl="1" indent="-457200">
              <a:buClrTx/>
              <a:buFont typeface="+mj-lt"/>
              <a:buAutoNum type="arabicPeriod"/>
              <a:tabLst>
                <a:tab pos="1828800" algn="l"/>
                <a:tab pos="2855913" algn="ctr"/>
              </a:tabLst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3, 852</a:t>
            </a:r>
          </a:p>
          <a:p>
            <a:pPr lvl="1">
              <a:tabLst>
                <a:tab pos="1828800" algn="l"/>
                <a:tab pos="2855913" algn="ctr"/>
              </a:tabLst>
            </a:pPr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721" y="1973550"/>
            <a:ext cx="2273368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408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CE2C5-F3F2-F2D9-2696-154EE4FD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4058EE2-6914-5731-03AC-3673194B1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680263-7E5D-886C-A1AC-220DE3CF7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590BA23-4345-B504-BA76-67F7C253462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537872" cy="540476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Physical  address space of a process can be noncontiguous; process is allocated physical memory whenever the latter is available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Avoids external fragmentation</a:t>
            </a:r>
          </a:p>
          <a:p>
            <a:pPr lvl="1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Avoids problem of varying sized memory chunks</a:t>
            </a:r>
            <a:endParaRPr lang="en-US" sz="8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Divide physical memory into fixed-sized blocks called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frames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Size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is power of 2, between 512 bytes and 16 Mbytes</a:t>
            </a:r>
          </a:p>
          <a:p>
            <a:pPr>
              <a:spcBef>
                <a:spcPts val="15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Divide logical memory into blocks of same size called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pages</a:t>
            </a:r>
            <a:endParaRPr lang="en-US" sz="800" b="1" dirty="0">
              <a:solidFill>
                <a:srgbClr val="FF0000"/>
              </a:solidFill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>
              <a:spcBef>
                <a:spcPts val="15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Keep track of all free frames</a:t>
            </a:r>
            <a:endParaRPr lang="en-US" sz="10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>
              <a:spcBef>
                <a:spcPts val="15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To run a program of size </a:t>
            </a:r>
            <a:r>
              <a:rPr lang="en-US" b="1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N</a:t>
            </a:r>
            <a:r>
              <a:rPr lang="en-US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pages, need to find </a:t>
            </a:r>
            <a:r>
              <a:rPr lang="en-US" b="1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free frames and load program</a:t>
            </a:r>
            <a:endParaRPr lang="en-US" sz="10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>
              <a:spcBef>
                <a:spcPts val="15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Set up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table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to translate logical to physical addresses</a:t>
            </a:r>
            <a:endParaRPr lang="en-US" sz="10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>
              <a:spcBef>
                <a:spcPts val="15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Backing store likewise split into pages</a:t>
            </a:r>
          </a:p>
          <a:p>
            <a:pPr>
              <a:spcBef>
                <a:spcPts val="1500"/>
              </a:spcBef>
            </a:pPr>
            <a:r>
              <a:rPr lang="en-US" altLang="ja-JP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Still have internal fragmentation</a:t>
            </a:r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95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BA4E-81FE-0A74-5BB1-9B938C910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7FB4175-529E-6BF3-09B1-4563E52B7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Address Translation Scheme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045864-0EA9-2492-5F78-B83ED82C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D050B30-66D9-07F7-6C87-BD42C1F698D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537872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Address generated by CPU is divided into: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number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(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– used as an index into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table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which contains base address of each page in physical memory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offset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(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d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– combined with base address to define the physical memory address that is sent to the memory unit</a:t>
            </a:r>
          </a:p>
          <a:p>
            <a:pPr lvl="1"/>
            <a:endParaRPr lang="en-US" altLang="ja-JP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lvl="1"/>
            <a:endParaRPr lang="en-US" altLang="ja-JP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lvl="1"/>
            <a:endParaRPr lang="en-US" altLang="ja-JP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For given logical address space </a:t>
            </a:r>
            <a:r>
              <a:rPr lang="en-US" altLang="ja-JP" b="1" i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ja-JP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and page size </a:t>
            </a:r>
            <a:r>
              <a:rPr lang="en-US" altLang="ja-JP" b="1" i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ja-JP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157488" y="3507657"/>
            <a:ext cx="4345968" cy="1027580"/>
            <a:chOff x="2592917" y="3014151"/>
            <a:chExt cx="3105150" cy="1410721"/>
          </a:xfrm>
        </p:grpSpPr>
        <p:sp>
          <p:nvSpPr>
            <p:cNvPr id="61443" name="Rectangle 1028"/>
            <p:cNvSpPr>
              <a:spLocks noChangeArrowheads="1"/>
            </p:cNvSpPr>
            <p:nvPr/>
          </p:nvSpPr>
          <p:spPr bwMode="auto">
            <a:xfrm>
              <a:off x="2592917" y="3504010"/>
              <a:ext cx="3105150" cy="4381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44" name="Line 1030"/>
            <p:cNvSpPr>
              <a:spLocks noChangeShapeType="1"/>
            </p:cNvSpPr>
            <p:nvPr/>
          </p:nvSpPr>
          <p:spPr bwMode="auto">
            <a:xfrm>
              <a:off x="4225925" y="318016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45" name="Text Box 1031"/>
            <p:cNvSpPr txBox="1">
              <a:spLocks noChangeArrowheads="1"/>
            </p:cNvSpPr>
            <p:nvPr/>
          </p:nvSpPr>
          <p:spPr bwMode="auto">
            <a:xfrm>
              <a:off x="2615155" y="3020700"/>
              <a:ext cx="1167312" cy="507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b="1" dirty="0">
                  <a:latin typeface="Arial" panose="020B0604020202020204" pitchFamily="34" charset="0"/>
                  <a:cs typeface="Arial" panose="020B0604020202020204" pitchFamily="34" charset="0"/>
                </a:rPr>
                <a:t>page number</a:t>
              </a:r>
            </a:p>
          </p:txBody>
        </p:sp>
        <p:sp>
          <p:nvSpPr>
            <p:cNvPr id="61446" name="Text Box 1032"/>
            <p:cNvSpPr txBox="1">
              <a:spLocks noChangeArrowheads="1"/>
            </p:cNvSpPr>
            <p:nvPr/>
          </p:nvSpPr>
          <p:spPr bwMode="auto">
            <a:xfrm>
              <a:off x="4448817" y="3014151"/>
              <a:ext cx="1011548" cy="507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b="1">
                  <a:latin typeface="Arial" panose="020B0604020202020204" pitchFamily="34" charset="0"/>
                  <a:cs typeface="Arial" panose="020B0604020202020204" pitchFamily="34" charset="0"/>
                </a:rPr>
                <a:t>page offset</a:t>
              </a:r>
            </a:p>
          </p:txBody>
        </p:sp>
        <p:sp>
          <p:nvSpPr>
            <p:cNvPr id="61447" name="Text Box 1033"/>
            <p:cNvSpPr txBox="1">
              <a:spLocks noChangeArrowheads="1"/>
            </p:cNvSpPr>
            <p:nvPr/>
          </p:nvSpPr>
          <p:spPr bwMode="auto">
            <a:xfrm>
              <a:off x="3185638" y="3460637"/>
              <a:ext cx="232724" cy="507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endParaRPr lang="en-US" sz="1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48" name="Text Box 1035"/>
            <p:cNvSpPr txBox="1">
              <a:spLocks noChangeArrowheads="1"/>
            </p:cNvSpPr>
            <p:nvPr/>
          </p:nvSpPr>
          <p:spPr bwMode="auto">
            <a:xfrm>
              <a:off x="4566308" y="3490404"/>
              <a:ext cx="370164" cy="507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  d</a:t>
              </a:r>
              <a:endParaRPr lang="en-US" sz="18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49" name="Text Box 1036"/>
            <p:cNvSpPr txBox="1">
              <a:spLocks noChangeArrowheads="1"/>
            </p:cNvSpPr>
            <p:nvPr/>
          </p:nvSpPr>
          <p:spPr bwMode="auto">
            <a:xfrm>
              <a:off x="2952750" y="3908312"/>
              <a:ext cx="793750" cy="507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m – n</a:t>
              </a:r>
            </a:p>
          </p:txBody>
        </p:sp>
        <p:sp>
          <p:nvSpPr>
            <p:cNvPr id="61450" name="Text Box 1038"/>
            <p:cNvSpPr txBox="1">
              <a:spLocks noChangeArrowheads="1"/>
            </p:cNvSpPr>
            <p:nvPr/>
          </p:nvSpPr>
          <p:spPr bwMode="auto">
            <a:xfrm>
              <a:off x="4549776" y="3917837"/>
              <a:ext cx="438150" cy="507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ＭＳ Ｐゴシック" pitchFamily="-8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8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29032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769A1-A7ED-AAAB-C0B9-A107D047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F73CAF9-668D-04B5-593B-72A5F1494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Paging Hardware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B24CD-A868-7966-34C8-984955AE4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28</a:t>
            </a:fld>
            <a:endParaRPr lang="en-US">
              <a:latin typeface="Calibri"/>
            </a:endParaRP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848" y="1505514"/>
            <a:ext cx="9033950" cy="5020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608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50ED0-7695-5FE0-055A-3725CFFF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FAF8687-9BCB-F99B-52B7-404701DC1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Paging Model of Logical &amp; Physical Memory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0FF662-4A50-98A3-4F33-B629D544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29</a:t>
            </a:fld>
            <a:endParaRPr lang="en-US">
              <a:latin typeface="Calibri"/>
            </a:endParaRP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328831"/>
            <a:ext cx="5780834" cy="539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2940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E594D-BE5A-9D6E-B32E-9914643F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263BB04-977A-F8C3-E3F2-9EA143918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Paging Example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4F697E-CA58-F020-1471-7054E92B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A1FBFE4-3A7C-472F-AF16-39BEE1B4394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537872" cy="540476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Logical address:  n = 2 and  m = 4. Using a page size of 4 bytes and a physical memory of 32 bytes (8 pages)</a:t>
            </a:r>
          </a:p>
          <a:p>
            <a:endParaRPr lang="en-US" sz="14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Logical address 0 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0, offset 0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0 = frame 5 (5 x 4)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20 + 0 =20</a:t>
            </a: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Logical address 3 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0, offset 3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0 = frame 5 (5 x 4)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20 + 3=23</a:t>
            </a: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Logical address 4 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1, offset 0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1 = frame 6 (6 x 4)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24 + 0=24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659" y="2110646"/>
            <a:ext cx="3693455" cy="460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427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10F17-65FA-6489-D87B-BF003E90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2F057C9-04C5-7B43-C7CD-DC5C5E785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Paging – Calculating Internal Fragmentation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E56D64-DDEF-92C1-0A70-32E8A972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CD7194E-1938-D488-92B7-A4699153D95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537872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4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size = 2,048 bytes</a:t>
            </a:r>
          </a:p>
          <a:p>
            <a:pPr>
              <a:spcBef>
                <a:spcPts val="24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Process size = 72,766 bytes</a:t>
            </a:r>
          </a:p>
          <a:p>
            <a:pPr>
              <a:spcBef>
                <a:spcPts val="24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35 pages + 1,086 bytes</a:t>
            </a:r>
          </a:p>
          <a:p>
            <a:pPr>
              <a:spcBef>
                <a:spcPts val="24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Internal fragmentation of 2,048 - 1,086 = 962 bytes</a:t>
            </a:r>
          </a:p>
          <a:p>
            <a:pPr>
              <a:spcBef>
                <a:spcPts val="24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Worst case fragmentation = 1 frame – 1 byte</a:t>
            </a:r>
          </a:p>
          <a:p>
            <a:pPr>
              <a:spcBef>
                <a:spcPts val="24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On average fragmentation = 1 / 2 frame size</a:t>
            </a:r>
          </a:p>
          <a:p>
            <a:pPr>
              <a:spcBef>
                <a:spcPts val="24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So small page sizes desirable?</a:t>
            </a:r>
          </a:p>
          <a:p>
            <a:pPr>
              <a:spcBef>
                <a:spcPts val="24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But each page table entry takes memory to track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7984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22322-8F7F-656B-EA33-0419582DD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CB0D1A7-0AFD-BBF2-C4BB-CAD3B03391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Free Frames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4884E6-27A5-271B-48AD-7387E235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32</a:t>
            </a:fld>
            <a:endParaRPr lang="en-US">
              <a:latin typeface="Calibri"/>
            </a:endParaRPr>
          </a:p>
        </p:txBody>
      </p:sp>
      <p:sp>
        <p:nvSpPr>
          <p:cNvPr id="70658" name="Text Box 4"/>
          <p:cNvSpPr txBox="1">
            <a:spLocks noChangeArrowheads="1"/>
          </p:cNvSpPr>
          <p:nvPr/>
        </p:nvSpPr>
        <p:spPr bwMode="auto">
          <a:xfrm>
            <a:off x="2579195" y="6479217"/>
            <a:ext cx="1850176" cy="3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Before allocation</a:t>
            </a:r>
          </a:p>
        </p:txBody>
      </p:sp>
      <p:sp>
        <p:nvSpPr>
          <p:cNvPr id="70659" name="Text Box 5"/>
          <p:cNvSpPr txBox="1">
            <a:spLocks noChangeArrowheads="1"/>
          </p:cNvSpPr>
          <p:nvPr/>
        </p:nvSpPr>
        <p:spPr bwMode="auto">
          <a:xfrm>
            <a:off x="7762631" y="6443359"/>
            <a:ext cx="1680258" cy="3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i="1">
                <a:latin typeface="Arial" panose="020B0604020202020204" pitchFamily="34" charset="0"/>
                <a:cs typeface="Arial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412" y="1280404"/>
            <a:ext cx="7234477" cy="5189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9079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6604-B9E0-0046-631F-37AE1A71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AD036C8-49D1-D438-BDAF-94BACEE3B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Page Table 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8F76C-F0ED-C3C9-EC88-2608CD9F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D1B538E-5CC4-3407-6E73-A06F337C348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304789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table is kept in main memory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Page-table base register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PTBR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  <a:r>
              <a:rPr lang="en-US" dirty="0">
                <a:solidFill>
                  <a:srgbClr val="3366FF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points to the page table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Page-table length register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PTLR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  <a:r>
              <a:rPr lang="en-US" dirty="0">
                <a:solidFill>
                  <a:srgbClr val="3366FF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indicates size of the page table</a:t>
            </a:r>
          </a:p>
          <a:p>
            <a:pPr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In this scheme every data/instruction access requires two memory accesses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One for the page table and one for the data / instruction</a:t>
            </a:r>
          </a:p>
          <a:p>
            <a:pPr algn="just"/>
            <a:endParaRPr lang="en-US" sz="8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The two-memory access problem can be solved using a special fast-lookup hardware cache called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translation look-aside buffers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TLBs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(also called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associative memory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</a:p>
          <a:p>
            <a:pPr algn="just"/>
            <a:endParaRPr lang="en-US" sz="800" b="1" dirty="0">
              <a:solidFill>
                <a:srgbClr val="3366FF"/>
              </a:solidFill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Some TLBs store</a:t>
            </a:r>
            <a:r>
              <a:rPr lang="en-US" b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address-space identifiers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ASIDs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  <a:r>
              <a:rPr lang="en-US" b="1" dirty="0">
                <a:solidFill>
                  <a:srgbClr val="3366FF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in each TLB entry – uniquely identifies each process to provide address-space protection for that process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Otherwise need to flush at every context switch</a:t>
            </a:r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44045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DFEAA-47C2-3AF0-C95F-845371685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A9AF98C-4596-4576-85D3-2227AEC2F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Translation Look-Aside Buffer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E657C6-5631-1731-5FC9-73A4C19BE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A01FA52-BE8E-E5F4-DE8F-0DF3464D7CC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304789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Some TLBs store</a:t>
            </a:r>
            <a:r>
              <a:rPr lang="en-US" b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address-space identifiers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ASIDs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  <a:r>
              <a:rPr lang="en-US" b="1" dirty="0">
                <a:solidFill>
                  <a:srgbClr val="3366FF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in each TLB entry – uniquely identifies each process to provide address-space protection for that process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Otherwise need to flush at every context switch</a:t>
            </a:r>
          </a:p>
          <a:p>
            <a:pPr algn="just"/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TLBs typically small (64 to 1,024 entries)</a:t>
            </a:r>
          </a:p>
          <a:p>
            <a:pPr algn="just"/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On a TLB miss, value is loaded into the TLB for faster access next time</a:t>
            </a:r>
          </a:p>
          <a:p>
            <a:pPr lvl="1" algn="just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Replacement policies must be considered</a:t>
            </a:r>
          </a:p>
          <a:p>
            <a:pPr lvl="1" algn="just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Some entries can be </a:t>
            </a:r>
            <a:r>
              <a:rPr lang="en-US" altLang="ja-JP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wired down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for permanent fast access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7782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69BBB-4832-C84C-B41E-2CFC4182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2A6AD86-AAF9-D308-9B5F-1F6752064D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Paging Hardware With TLB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F0C587-3305-A3B1-0AEC-4B9C5C5B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DE75BFC-2FED-20AC-6C40-0F33F394BA2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537872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Associative memory – parallel search </a:t>
            </a: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Address translation (p, d)</a:t>
            </a:r>
          </a:p>
          <a:p>
            <a:pPr marL="627857"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If p is in associative register, get frame # out</a:t>
            </a:r>
          </a:p>
          <a:p>
            <a:pPr marL="627857"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Otherwise get frame # from page table in memory</a:t>
            </a:r>
          </a:p>
          <a:p>
            <a:pPr lvl="1"/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035" y="3226620"/>
            <a:ext cx="4513823" cy="3411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91270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9D19-06A7-339F-D9A2-86C94C7B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6FCC102-B608-82E7-4AC7-B299A3A6E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Effective Access Time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3FFCA-A4D4-9E70-9457-FE1CA27E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EAC6013-E37C-0357-BA78-B2AE47EFDD67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537872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tabLst>
                <a:tab pos="2063592" algn="l"/>
                <a:tab pos="2568099" algn="l"/>
              </a:tabLst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TLB Lookup =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 time unit</a:t>
            </a:r>
          </a:p>
          <a:p>
            <a:pPr lvl="1">
              <a:lnSpc>
                <a:spcPct val="90000"/>
              </a:lnSpc>
              <a:tabLst>
                <a:tab pos="2063592" algn="l"/>
                <a:tab pos="2568099" algn="l"/>
              </a:tabLst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Can be &lt; 10% of memory access time</a:t>
            </a:r>
          </a:p>
          <a:p>
            <a:pPr>
              <a:lnSpc>
                <a:spcPct val="90000"/>
              </a:lnSpc>
              <a:tabLst>
                <a:tab pos="2063592" algn="l"/>
                <a:tab pos="2568099" algn="l"/>
              </a:tabLst>
            </a:pPr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3592" algn="l"/>
                <a:tab pos="2568099" algn="l"/>
              </a:tabLst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Hit ratio () – percentage of times that a page number is found in the TLB</a:t>
            </a:r>
          </a:p>
          <a:p>
            <a:pPr>
              <a:lnSpc>
                <a:spcPct val="90000"/>
              </a:lnSpc>
              <a:tabLst>
                <a:tab pos="2063592" algn="l"/>
                <a:tab pos="2568099" algn="l"/>
              </a:tabLst>
            </a:pPr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3592" algn="l"/>
                <a:tab pos="2568099" algn="l"/>
              </a:tabLst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Consider  = 20 ns for TLB search, 100 ns for memory access</a:t>
            </a:r>
          </a:p>
          <a:p>
            <a:pPr>
              <a:lnSpc>
                <a:spcPct val="90000"/>
              </a:lnSpc>
              <a:tabLst>
                <a:tab pos="2063592" algn="l"/>
                <a:tab pos="2568099" algn="l"/>
              </a:tabLst>
            </a:pPr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3592" algn="l"/>
                <a:tab pos="2568099" algn="l"/>
              </a:tabLst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1 TLB hit = 20 + 100 ns, 1TLB miss = 120 +100 ns</a:t>
            </a:r>
          </a:p>
          <a:p>
            <a:pPr>
              <a:lnSpc>
                <a:spcPct val="90000"/>
              </a:lnSpc>
              <a:tabLst>
                <a:tab pos="2063592" algn="l"/>
                <a:tab pos="2568099" algn="l"/>
              </a:tabLst>
            </a:pPr>
            <a:endParaRPr lang="en-US" b="1" dirty="0">
              <a:solidFill>
                <a:srgbClr val="FF0000"/>
              </a:solidFill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3592" algn="l"/>
                <a:tab pos="2568099" algn="l"/>
              </a:tabLst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Effective Access Time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 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EAT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None/>
              <a:tabLst>
                <a:tab pos="2063592" algn="l"/>
                <a:tab pos="2568099" algn="l"/>
              </a:tabLst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	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 Consider  = 80%</a:t>
            </a:r>
          </a:p>
          <a:p>
            <a:pPr lvl="1">
              <a:lnSpc>
                <a:spcPct val="90000"/>
              </a:lnSpc>
              <a:tabLst>
                <a:tab pos="2063592" algn="l"/>
                <a:tab pos="2568099" algn="l"/>
              </a:tabLst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EAT= 0.80 x 120 + 0.20 x 220 = 140 ns </a:t>
            </a:r>
          </a:p>
          <a:p>
            <a:pPr>
              <a:lnSpc>
                <a:spcPct val="90000"/>
              </a:lnSpc>
              <a:tabLst>
                <a:tab pos="2063592" algn="l"/>
                <a:tab pos="2568099" algn="l"/>
              </a:tabLst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Consider more realistic hit ratio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   = 99%</a:t>
            </a:r>
          </a:p>
          <a:p>
            <a:pPr lvl="1">
              <a:lnSpc>
                <a:spcPct val="90000"/>
              </a:lnSpc>
              <a:tabLst>
                <a:tab pos="2063592" algn="l"/>
                <a:tab pos="2568099" algn="l"/>
              </a:tabLst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Symbol" pitchFamily="18" charset="2"/>
              </a:rPr>
              <a:t>EAT = 0.99 x 120 + 0.01 x 220 = 121 ns</a:t>
            </a:r>
          </a:p>
          <a:p>
            <a:pPr lvl="1"/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526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44EFD-46F8-5F89-0600-AF1C78C2D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8FEA71E-9B86-9A37-27BB-8FE7FFDD0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Memory Protection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128A88-8964-1038-CFFF-300684E3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2DFB78E-C0B6-4D89-6EEA-7ED34C06B5B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537872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Can also add more bits to indicate page execute-only, and so on</a:t>
            </a:r>
            <a:b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Valid-invalid</a:t>
            </a:r>
            <a:r>
              <a:rPr lang="en-US" dirty="0">
                <a:solidFill>
                  <a:srgbClr val="3366FF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bit attached to each entry in the page table:</a:t>
            </a:r>
          </a:p>
          <a:p>
            <a:pPr lvl="1"/>
            <a:r>
              <a:rPr lang="ja-JP" alt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valid</a:t>
            </a:r>
            <a:r>
              <a:rPr lang="ja-JP" alt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indicates that the associated page is in the process logical address space, and is thus a legal page</a:t>
            </a:r>
          </a:p>
          <a:p>
            <a:pPr lvl="1"/>
            <a:r>
              <a:rPr lang="ja-JP" alt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invalid</a:t>
            </a:r>
            <a:r>
              <a:rPr lang="ja-JP" alt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indicates that the page is not in the process logical address space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Or use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Page-table length register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PTLR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Any violations result in a trap to the kernel</a:t>
            </a:r>
          </a:p>
          <a:p>
            <a:pPr lvl="1"/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45677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0DE68-193A-76BF-AE6C-D90377F4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18D10CF-3C88-A85A-A434-36C302F82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Memory Protection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BE2CB6-6513-F51E-261B-1AA18E1E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38</a:t>
            </a:fld>
            <a:endParaRPr lang="en-US">
              <a:latin typeface="Calibri"/>
            </a:endParaRP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300" y="1306326"/>
            <a:ext cx="6132606" cy="5323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7979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3C185-1F65-D3E9-0634-E95E1F0B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B1BF4BC-6276-81D5-190B-8EC485B5C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Shared Pages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02F854-5E50-84C3-973D-72C786F8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2D4D247-0C43-56A3-E9BE-4E56B1A20919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743565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An advantage of paging is the possibility of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sharing</a:t>
            </a:r>
            <a:r>
              <a:rPr lang="en-US" b="1" dirty="0">
                <a:solidFill>
                  <a:srgbClr val="3366FF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common code.</a:t>
            </a:r>
          </a:p>
          <a:p>
            <a:endParaRPr lang="en-US" b="1" dirty="0">
              <a:solidFill>
                <a:srgbClr val="FF0000"/>
              </a:solidFill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Shared code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One copy of read-only (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reentrant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 code shared among processes (i.e., text editors, compilers, window systems)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Similar to multiple threads sharing the same process space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Also useful for </a:t>
            </a:r>
            <a:r>
              <a:rPr lang="en-US" dirty="0" err="1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interprocess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communication if sharing of read-write pages is allowed</a:t>
            </a:r>
          </a:p>
          <a:p>
            <a:pPr lvl="1"/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Private code and data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Each process keeps a separate copy of the code and data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The pages for private code and data can appear anywhere in the logical address space</a:t>
            </a:r>
          </a:p>
          <a:p>
            <a:pPr lvl="1"/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17196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5535-71C9-D002-CBCF-C5698B83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F3798BE-E698-54D3-2748-9224F6ED9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Shared Pages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ADB688-0D34-26FB-B3A0-DFDCB68F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40</a:t>
            </a:fld>
            <a:endParaRPr lang="en-US">
              <a:latin typeface="Calibri"/>
            </a:endParaRPr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904" y="1445931"/>
            <a:ext cx="4832816" cy="5267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43973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C3E9-B137-D26F-6413-F7FE3B745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92B9813-E24E-B4A3-54C7-077D12731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Page Table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2B07D4-1C42-4253-E1F0-72F0384B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D52DEB4-16A5-B1F9-DEFC-1F447F04AE8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0"/>
            <a:ext cx="10340648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Memory structures for paging can get huge using straight-forward methods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Consider a 32-bit logical address space as on modern computers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size of 4 KB (2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12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Page table would have 1 million entries (2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32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/ 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12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If each entry is 4 bytes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  <a:sym typeface="Wingdings" panose="05000000000000000000" pitchFamily="2" charset="2"/>
              </a:rPr>
              <a:t> each process has 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4 MB of physical address space for page table alone</a:t>
            </a:r>
          </a:p>
          <a:p>
            <a:pPr lvl="2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Don’t want to allocate that contiguously in main memory</a:t>
            </a:r>
          </a:p>
          <a:p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One simple solution is to divide the page table into smaller units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Hierarchical Page Tables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Hashed Page Tables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Inverted Page Tables</a:t>
            </a:r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9444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D98CD-C2D7-E38F-54C2-CAEBA3EA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35BD18C-D75E-D6A8-2BC5-B2B4660B4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Hierarchical Page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DD435A-12A3-4683-AE33-B3E8CA97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ED50F91-F649-A725-CCBB-B676E90626C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743565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Break up the logical address space into multiple page tables</a:t>
            </a: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 simple technique is a two-level page table</a:t>
            </a: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We then page the page table</a:t>
            </a:r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11630" y="6459525"/>
            <a:ext cx="3649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A two-level  page-table scheme 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419" y="262113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0896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B7F2A-2CA2-39F6-B63F-EBA20199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7CD9C68-EE90-7B4C-CF13-BDF193FF0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Hierarchical Page Tables: Two-Level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037E89-598E-C0D2-9A9D-F2E13102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B95B1E0-C0C6-C4D2-A71A-62D068808CF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743565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 logical address (on 32-bit machine with 4K page size) is divided into:</a:t>
            </a:r>
          </a:p>
          <a:p>
            <a:pPr marL="627857" lvl="1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 page number consisting of 20 bits</a:t>
            </a:r>
          </a:p>
          <a:p>
            <a:pPr marL="627857" lvl="1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 page offset consisting of 12 bits</a:t>
            </a:r>
          </a:p>
          <a:p>
            <a:pPr marL="627857" lvl="1">
              <a:lnSpc>
                <a:spcPct val="90000"/>
              </a:lnSpc>
            </a:pPr>
            <a:endParaRPr lang="en-US" sz="8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Since the page table is paged, the page number is further divided into:</a:t>
            </a:r>
          </a:p>
          <a:p>
            <a:pPr marL="627857" lvl="1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 10-bit page number </a:t>
            </a:r>
          </a:p>
          <a:p>
            <a:pPr marL="627857" lvl="1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 10-bit page offset</a:t>
            </a:r>
          </a:p>
          <a:p>
            <a:pPr marL="627857" lvl="1">
              <a:lnSpc>
                <a:spcPct val="90000"/>
              </a:lnSpc>
            </a:pPr>
            <a:endParaRPr lang="en-US" sz="8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Thus, a logical address is as follows:</a:t>
            </a:r>
            <a:b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16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where</a:t>
            </a:r>
            <a:r>
              <a:rPr lang="en-US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p</a:t>
            </a:r>
            <a:r>
              <a:rPr lang="en-US" i="1" baseline="-25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is an index into the outer page table, and </a:t>
            </a:r>
            <a:r>
              <a:rPr lang="en-US" i="1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</a:t>
            </a:r>
            <a:r>
              <a:rPr lang="en-US" i="1" baseline="-25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Known as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forward-mapped page table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Pentium-II uses this architecture</a:t>
            </a:r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465" y="3545273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51970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8567E-CD8C-D3F8-0348-8F7AE2445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B3EA71E-BFB8-ED48-30E7-5AC610F9C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Hierarchical Page Tables: Address Translation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D3F516-5E55-33F2-0066-749DC4AE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44</a:t>
            </a:fld>
            <a:endParaRPr lang="en-US">
              <a:latin typeface="Calibri"/>
            </a:endParaRPr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580" y="1814697"/>
            <a:ext cx="9094231" cy="383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91409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4F505-678C-FCF0-5F6C-A65948D0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2F1ED48-5E61-7838-027E-F135830D9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Hierarchical Page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FB49AE-1C66-E57D-0A06-A5985453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686FAC2-82B8-B77C-D72F-E3573EFAEBB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66155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Consider 64-bit Logical Address Space. Even two-level paging scheme not sufficient</a:t>
            </a: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If page size is 4 KB (2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12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Then page table has 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52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entries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If two level scheme, inner page tables could be 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10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4-byte entries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Address would look like</a:t>
            </a:r>
          </a:p>
          <a:p>
            <a:pPr lvl="1"/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marL="456723" lvl="1" indent="0">
              <a:buNone/>
            </a:pPr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Outer page table has 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42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entries or 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44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bytes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One solution is to add a 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nd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outer page table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But in the following example the 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nd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outer page table is still 2</a:t>
            </a:r>
            <a:r>
              <a:rPr lang="en-US" baseline="30000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32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bytes in size</a:t>
            </a:r>
          </a:p>
          <a:p>
            <a:pPr lvl="2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And possibly 4 memory access to get to one physical memory location</a:t>
            </a:r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082" y="3692534"/>
            <a:ext cx="4369841" cy="951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7703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98A7-12E6-CECC-DE28-09771C36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BC3BE11-2CB9-04A9-90A8-8ED222DA7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33272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Hierarchical Page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D0D169-983D-C492-4A6B-189A8D5B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46</a:t>
            </a:fld>
            <a:endParaRPr lang="en-US">
              <a:latin typeface="Calibri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160930" y="5934634"/>
            <a:ext cx="8686800" cy="3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ＭＳ Ｐゴシック" pitchFamily="-8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For the same processing, 64-bit architecture may require 7 levels of paging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10CD384-5397-6F14-0ADE-3F1FB2BB79D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94437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617" y="2244550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917" y="4081287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319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A798C-15B2-7EDF-FD29-106777BD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319574F-09A0-6FBE-4AC5-A160D96A1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Hashed Page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748D78-1834-2F2F-0F3D-164B03299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C2CF2BD-3AD6-CAB8-D0D5-34418B442DBE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30296" cy="540476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Common in address spaces &gt; 32 bits</a:t>
            </a:r>
          </a:p>
          <a:p>
            <a:endParaRPr lang="en-US" sz="10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The virtual page number is hashed into a page table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This page table contains a chain of elements hashing to the same location</a:t>
            </a:r>
          </a:p>
          <a:p>
            <a:endParaRPr lang="en-US" sz="10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Each element contains: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The virtual page number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The value of the mapped page frame 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A pointer to the next element</a:t>
            </a:r>
          </a:p>
          <a:p>
            <a:endParaRPr lang="en-US" sz="10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Virtual page numbers are compared in this chain searching for a match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If a match is found, the corresponding physical frame is extracted</a:t>
            </a:r>
          </a:p>
          <a:p>
            <a:endParaRPr lang="en-US" sz="1000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Variation for 64-bit addresses is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clustered page tables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Similar to hashed but each entry refers to several pages (such as 16) rather than 1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Especially useful for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sparse</a:t>
            </a: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 address spaces (where memory references are non-contiguous and scattered) </a:t>
            </a:r>
          </a:p>
          <a:p>
            <a:pPr lvl="1"/>
            <a:endParaRPr lang="en-US" dirty="0">
              <a:latin typeface="Arial" panose="020B0604020202020204" pitchFamily="34" charset="0"/>
              <a:ea typeface="ＭＳ Ｐゴシック" pitchFamily="-84" charset="-128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5537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9CDB2-2723-72F2-A977-387B341AB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C44273B-2F67-33E0-367D-5D0C64312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Hashed Page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F8D6EF-B46F-5C37-E0E7-B78A8B62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48</a:t>
            </a:fld>
            <a:endParaRPr lang="en-US">
              <a:latin typeface="Calibri"/>
            </a:endParaRPr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028" y="1519237"/>
            <a:ext cx="8706877" cy="5026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67960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2A14-BE4E-9121-54E6-57DF6EDB8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2A3B43B-4BC0-67E5-5911-8B083B8C0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Inverted Page 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D490CF-F2D2-A9E2-EB7F-46F81AA9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48DA067-12A2-66FD-AC63-2F58860CA49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94437" cy="5144783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Rather than each process having a page table and keeping track of all possible logical pages, track all physical pages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One entry for each real page of memory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Entry consists of the virtual address of the page stored in that real memory location, with information about the process that owns that page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Decreases memory needed to store each page table, but increases time needed to search the table when a page reference occurs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Use hash table to limit the search to one (or at most a few) page-table entries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TLB can accelerate access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But how to implement shared memory?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ea typeface="ＭＳ Ｐゴシック" pitchFamily="-84" charset="-128"/>
                <a:cs typeface="Arial" panose="020B0604020202020204" pitchFamily="34" charset="0"/>
              </a:rPr>
              <a:t>One mapping of a virtual address to the shared physical address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36908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0B8FE-36FD-5943-6765-05907055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7C77BD0-87B1-BDD3-6EBF-46A2FAB98B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Inverted Page Table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65BC6F-AE2C-B0E9-101A-C0D957A5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50</a:t>
            </a:fld>
            <a:endParaRPr lang="en-US">
              <a:latin typeface="Calibri"/>
            </a:endParaRPr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111" y="1328550"/>
            <a:ext cx="7749054" cy="5358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67197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064B8-7512-AFE6-7E5A-DA77911C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7084D9C-6163-052F-BAB1-8A71D56CF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Swapping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C9B7FD-4F3C-64AE-BC00-3FC8E159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D027DCF-1F18-79C7-E904-B6B9B4F6432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551664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process can be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swapped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temporarily out of memory to a backing store, and then brought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into memory for continued execution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physical memory space of processes can exceed physical memory</a:t>
            </a:r>
          </a:p>
          <a:p>
            <a:pPr algn="just">
              <a:spcBef>
                <a:spcPts val="18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Backing store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Fast disk large enough to accommodate copies of all memory images for all users; must provide direct access to these memory images</a:t>
            </a:r>
          </a:p>
          <a:p>
            <a:pPr algn="just">
              <a:spcBef>
                <a:spcPts val="180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 out, roll in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Swapping variant used for priority-based scheduling algorithms; lower-priority process is swapped out so higher-priority process can be loaded and executed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Major part of swap time is transfer time; total transfer time is directly proportional to the amount of memory swapped</a:t>
            </a:r>
          </a:p>
          <a:p>
            <a:pPr algn="just"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 maintains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ready queue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ready-to-run processes which have memory images on disk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67205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A4ECE-3694-82FD-7D3D-D5D44638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B9B0E6F-25E4-AE5E-845A-FE4E1961D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Swapping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DFA7B-D3D0-CBC9-E7B1-CF71480A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>
                <a:latin typeface="Calibri"/>
              </a:rPr>
              <a:pPr/>
              <a:t>52</a:t>
            </a:fld>
            <a:endParaRPr lang="en-US"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CAECDB-311F-74B7-61FF-1B10056351E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6270673" cy="554543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the swapped-out process need to swap back into same physical addresses?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Depends on address binding method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Plus consider pending I/O to/from process memory space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Modified versions of swapping are found on many systems (i.e., UNIX, Linux, and Windows)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Swapping normally disabled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Started if more than threshold amount of memory allocated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Disabled again once memory demand reduced below threshold</a:t>
            </a:r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113" y="2510113"/>
            <a:ext cx="3858458" cy="2886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318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2D5B-008C-7EFD-0FD2-7702B3D6A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B3E17D7-F163-37BB-0768-45FA3E7F6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Context Switch Time including Swapping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B43967-7AF7-641C-7F31-F587DDB0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A445041-4EE2-3EF5-FC89-E699335BF345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next processes to be put on CPU is not in memory, need to swap out a process and swap in target process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Context switch time in such system can be very high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100MB process swapping to hard disk with transfer rate of 50MB/sec     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 out time of 2000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Assuming an average latency of 8 milliseconds, the swap time is 2008 milliseconds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context switch swapping component time is 2016 milliseconds</a:t>
            </a:r>
          </a:p>
          <a:p>
            <a:pPr lvl="1"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reduce if reduce size of memory swapped – by knowing how much memory really being used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 calls to inform OS of memory use via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98454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3B59-E915-9E83-3D70-FAFC13B80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CB01A0D-812E-44C6-79EA-6EABDE1CF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Context Switch Time including Swapping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5653B9-620B-EF2F-5B89-D1B16A873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D3FCB44-67B5-FAD5-E9A5-E0D888ABA23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Other constraints as well on swapping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Pending I/O – can’t swap out as I/O would occur to wrong process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always transfer I/O to kernel space, then to I/O device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Known as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 buffering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adds overhead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Standard swapping not used in modern operating systems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modified version common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Swap only when free memory extremely low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96280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F7E3C-BA28-0F59-0C53-17D5D7E0C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5900EF2-59C4-3FDB-6820-3AF3B5BA7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Swapping on Mobile Systems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C0D31-7246-4855-C5B3-FE5740D4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CA90CA8-6F86-D34D-77A8-70E93DB363D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typically supported as it is flash memory based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Small amount of space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Limited number of write cycles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Poor throughput between flash memory and CPU on mobile platform</a:t>
            </a:r>
          </a:p>
          <a:p>
            <a:pPr lvl="1"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Instead use other methods to free memory if low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iOS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asks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apps to voluntarily relinquish allocated memory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Read-only data thrown out and reloaded from flash if needed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Failure to free can result in termination</a:t>
            </a:r>
          </a:p>
          <a:p>
            <a:pPr lvl="1"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Android terminates apps if low free memory, but first writes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state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flash for fast restart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Both OSes support paging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79342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A8C54-7EBE-CC45-5AA1-CD7264B4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AFC9DD-8BA2-5B1C-DFE9-D1CB5C984B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Swapping with Paging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618C90-E46D-75B5-F9EC-8D4DA77F2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56</a:t>
            </a:fld>
            <a:endParaRPr lang="en-US">
              <a:latin typeface="Calibri"/>
            </a:endParaRPr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583" y="1444812"/>
            <a:ext cx="5582864" cy="5206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93059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014B0-5561-F47D-2000-D0D18990E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3BF5F9-E1F7-B267-38AC-D94FB763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35E8703-ECE5-6AA6-29CE-29F46BC1B2E4}"/>
              </a:ext>
            </a:extLst>
          </p:cNvPr>
          <p:cNvSpPr txBox="1">
            <a:spLocks noChangeArrowheads="1"/>
          </p:cNvSpPr>
          <p:nvPr/>
        </p:nvSpPr>
        <p:spPr>
          <a:xfrm>
            <a:off x="399071" y="1063690"/>
            <a:ext cx="10340651" cy="5554025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ctr">
              <a:buNone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EXTRA SLIDES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82405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32653-AD7B-E740-61C2-2A4CE42B5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AA5E0DB-B7C2-FFCB-50F6-1E7B6E5FC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Oracle SPARC Solaris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8B8BDC-25A9-708A-66EB-D4CCAA7B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B711F88-9A55-31F0-44E8-5F060226DB70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modern, 64-bit operating system example with tightly integrated HW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Goals are efficiency, low overhead</a:t>
            </a:r>
          </a:p>
          <a:p>
            <a:pPr lvl="1"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Based on hashing, but more complex. Two hash tables are used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kernel and one for all user processes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maps memory addresses from virtual to physical memory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entry represents a contiguous area of mapped virtual memory,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More efficient than having a separate hash-table entry for each page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entry has base address and span (indicating no. of pages the entry represents)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18033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097D-F6CB-149F-9C55-3777A9FC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AC08903-20F4-3DFC-55F7-47E22679B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Oracle SPARC Solaris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E58B62-B329-6A00-9FB9-E4A05DD1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8E42EA6-A8CE-E908-759B-FB640EF3F76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TLB holds translation table entries (TTEs) for fast hardware lookups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 cache of TTEs reside in a translation storage buffer (TSB)</a:t>
            </a: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Includes an entry per recently accessed page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Virtual address reference causes TLB search 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If miss, hardware walks the in-memory TSB looking for the TTE corresponding to the address</a:t>
            </a: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If match found, the CPU copies the TSB entry into the TLB and translation completes</a:t>
            </a: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If no match found, kernel interrupted to search the hash table</a:t>
            </a:r>
          </a:p>
          <a:p>
            <a:pPr lvl="3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kernel then creates a TTE from the appropriate hash table and stores it in the TSB, Interrupt handler returns control to the MMU, which completes the address translation.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59838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3EC7F-B53D-7A9D-F665-36AC69946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C2BD3C1-4CA3-E7C8-B7C9-D6FD27FD5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Example: The Intel 32 &amp; 64-bit Architectures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8D09BE-1B32-AFD3-78A0-B2A22803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A03D2C0-CD7E-6BE8-AF28-745C6FF23FE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Dominant industry chips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Pentium CPUs are 32-bit and called IA-32 architecture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Current Intel CPUs are 64-bit and called IA-64 architecture</a:t>
            </a: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Many variations in the chips, cover the main ideas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882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C2DA6-B0C9-CE94-68B7-6175E9202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6B9C1B0-E9A8-A84B-2CB6-EF0E0C538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Example: The Intel 32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651545-3A25-3FF3-C95C-196C536F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0C7B9D5-57FF-E014-9D23-6D9872427D07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Supports both segmentation and segmentation with paging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Each segment can be 4 GB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Up to 16 K segments per process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Divided into two partitions</a:t>
            </a: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First partition of up to 8 K segments are private to process (kept in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descriptor table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LDT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Second partition of up to 8K segments shared among all processes (kept in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descriptor table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GDT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CPU generates logical address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selector given to segmentation unit which produces linear addresses </a:t>
            </a:r>
          </a:p>
          <a:p>
            <a:pPr lvl="1">
              <a:defRPr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Linear address given to paging unit</a:t>
            </a:r>
          </a:p>
          <a:p>
            <a:pPr lvl="2">
              <a:defRPr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Which generates physical address in main memory</a:t>
            </a:r>
          </a:p>
          <a:p>
            <a:pPr lvl="2">
              <a:defRPr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Paging units form equivalent of MMU</a:t>
            </a:r>
          </a:p>
          <a:p>
            <a:pPr lvl="2">
              <a:defRPr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Pages sizes can be 4 KB or 4 MB</a:t>
            </a:r>
          </a:p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498" y="5062855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08691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0203-9C1C-BB7C-6F6A-9A1B524E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D7A7FDD-F0AB-373F-8719-DB51C7A21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33272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Logical to Physical Address Translation in IA-32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B896CC-594F-9C22-E054-1CC0C3CE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62</a:t>
            </a:fld>
            <a:endParaRPr lang="en-US">
              <a:latin typeface="Calibri"/>
            </a:endParaRPr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623204" y="3245878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954" y="1685365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77748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847E-F7A3-1A91-D6C9-E843B5D7D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C509F39-7A99-1EA4-4AED-F0AB886F5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33272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Intel IA-32 Segmentation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52A4F6-7A2F-35B9-42A3-1EDB215E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63</a:t>
            </a:fld>
            <a:endParaRPr lang="en-US">
              <a:latin typeface="Calibri"/>
            </a:endParaRPr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283" y="1755494"/>
            <a:ext cx="7410513" cy="4548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15721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BCEE7-AF19-CCA4-3F08-68F0A835D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8DECAB3-6D59-4010-37D0-6C593AEA6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33272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Intel IA-32 Paging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3AF456-812C-473F-8C60-13DB01761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64</a:t>
            </a:fld>
            <a:endParaRPr lang="en-US">
              <a:latin typeface="Calibri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299" y="1418012"/>
            <a:ext cx="5364268" cy="52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47902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32B97-BD10-1537-C7A5-704FD1DA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B671708-058A-9300-1F12-5D5CEBA393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Intel IA-32 Page Address Extensions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5B5971-DA34-5849-E0C0-D1AEC201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3A7C9BF-44E0-40A6-8B79-B332DA5290D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address extension </a:t>
            </a:r>
            <a:r>
              <a:rPr kumimoji="1"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PAE</a:t>
            </a:r>
            <a:r>
              <a:rPr kumimoji="1"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allowing 32-bit apps access to more than 4GB of memory space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Paging went to a 3-level scheme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directory pointer table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Page-directory and page-table entries moved to 64-bits in size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Net effect is increasing address space to 36 bits – 64GB of physical memory</a:t>
            </a:r>
          </a:p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367" y="4079419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16736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BF2CF-AD73-8436-B0B1-3E977E2E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2F848E9-355E-5D38-1AE9-F25D4255DD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Intel x86-64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7E9954-83B5-B49C-3A4A-826279F2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30FD1C3-7EBB-67F8-A080-210B20A8DA0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Can also use PAE so virtual addresses are 48 bits and physical addresses are 52 bits</a:t>
            </a:r>
          </a:p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61" y="5404759"/>
            <a:ext cx="9065419" cy="916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55961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96916-5AF2-E255-B983-5AA7A5FBA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E7F3F33-2664-29D5-08E5-528D87598A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Example: ARM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CE0284-6AB3-3816-FEA6-5E679102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0377FA1-57CA-6B57-63C1-8A9DDE042A0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6001730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sections</a:t>
            </a: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First inner is checked, on miss outers are checked, and on miss page table walk performed by CPU</a:t>
            </a:r>
          </a:p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931" y="1931987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996179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43145</TotalTime>
  <Words>4415</Words>
  <Application>Microsoft Office PowerPoint</Application>
  <PresentationFormat>Widescreen</PresentationFormat>
  <Paragraphs>676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5" baseType="lpstr">
      <vt:lpstr>Arial</vt:lpstr>
      <vt:lpstr>Calibri</vt:lpstr>
      <vt:lpstr>Cambria</vt:lpstr>
      <vt:lpstr>Courier New</vt:lpstr>
      <vt:lpstr>Helvetica</vt:lpstr>
      <vt:lpstr>Monotype Sorts</vt:lpstr>
      <vt:lpstr>Wingdings</vt:lpstr>
      <vt:lpstr>Adjacency</vt:lpstr>
      <vt:lpstr>CSC 323 – Principles of Operating Systems</vt:lpstr>
      <vt:lpstr>Recap</vt:lpstr>
      <vt:lpstr>Memory Protection</vt:lpstr>
      <vt:lpstr>Hardware Address Protection</vt:lpstr>
      <vt:lpstr>Address Binding</vt:lpstr>
      <vt:lpstr>Binding of Instructions and Data to Memory</vt:lpstr>
      <vt:lpstr>Multistep Processing of a User Program </vt:lpstr>
      <vt:lpstr>Overlays</vt:lpstr>
      <vt:lpstr>Logical vs. Physical Address Space</vt:lpstr>
      <vt:lpstr>Memory-Management Unit (MMU)</vt:lpstr>
      <vt:lpstr>Memory-Management Unit (MMU)</vt:lpstr>
      <vt:lpstr>Dynamic Loading</vt:lpstr>
      <vt:lpstr>Dynamic Linking</vt:lpstr>
      <vt:lpstr>Contiguous Allocation</vt:lpstr>
      <vt:lpstr>Contiguous Allocation</vt:lpstr>
      <vt:lpstr>Variable Partition</vt:lpstr>
      <vt:lpstr>Dynamic Storage-Allocation Problem</vt:lpstr>
      <vt:lpstr>Dynamic Storage-Allocation Problem</vt:lpstr>
      <vt:lpstr>Fragmentation</vt:lpstr>
      <vt:lpstr>Compaction</vt:lpstr>
      <vt:lpstr>Segmentation</vt:lpstr>
      <vt:lpstr>Segmentation Architecture</vt:lpstr>
      <vt:lpstr>Segmentation Hardware</vt:lpstr>
      <vt:lpstr>Segmentation Example</vt:lpstr>
      <vt:lpstr>Segmentation Example</vt:lpstr>
      <vt:lpstr>Paging</vt:lpstr>
      <vt:lpstr>Address Translation Scheme</vt:lpstr>
      <vt:lpstr>Paging Hardware</vt:lpstr>
      <vt:lpstr>Paging Model of Logical &amp; Physical Memory</vt:lpstr>
      <vt:lpstr>Paging Example </vt:lpstr>
      <vt:lpstr>Paging – Calculating Internal Fragmentation</vt:lpstr>
      <vt:lpstr>Free Frames</vt:lpstr>
      <vt:lpstr>Page Table Implementation</vt:lpstr>
      <vt:lpstr>Translation Look-Aside Buffer </vt:lpstr>
      <vt:lpstr>Paging Hardware With TLB</vt:lpstr>
      <vt:lpstr>Effective Access Time</vt:lpstr>
      <vt:lpstr>Memory Protection</vt:lpstr>
      <vt:lpstr>Memory Protection</vt:lpstr>
      <vt:lpstr>Shared Pages</vt:lpstr>
      <vt:lpstr>Shared Pages Example</vt:lpstr>
      <vt:lpstr>Page Table Structure</vt:lpstr>
      <vt:lpstr>Hierarchical Page Tables</vt:lpstr>
      <vt:lpstr>Hierarchical Page Tables: Two-Level Example</vt:lpstr>
      <vt:lpstr>Hierarchical Page Tables: Address Translation</vt:lpstr>
      <vt:lpstr>Hierarchical Page Tables</vt:lpstr>
      <vt:lpstr>Hierarchical Page Tables</vt:lpstr>
      <vt:lpstr>Hashed Page Tables</vt:lpstr>
      <vt:lpstr>Hashed Page Tables</vt:lpstr>
      <vt:lpstr>Inverted Page Table</vt:lpstr>
      <vt:lpstr>Inverted Page Table Architecture</vt:lpstr>
      <vt:lpstr>Swapping</vt:lpstr>
      <vt:lpstr>Swapping</vt:lpstr>
      <vt:lpstr>Context Switch Time including Swapping</vt:lpstr>
      <vt:lpstr>Context Switch Time including Swapping</vt:lpstr>
      <vt:lpstr>Swapping on Mobile Systems</vt:lpstr>
      <vt:lpstr>Swapping with Paging</vt:lpstr>
      <vt:lpstr>PowerPoint Presentation</vt:lpstr>
      <vt:lpstr>Oracle SPARC Solaris</vt:lpstr>
      <vt:lpstr>Oracle SPARC Solaris</vt:lpstr>
      <vt:lpstr>Example: The Intel 32 &amp; 64-bit Architectures</vt:lpstr>
      <vt:lpstr>Example: The Intel 32 Architecture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323 – Principles of Operating Systems</dc:title>
  <dc:creator>Hasan Jamal</dc:creator>
  <cp:lastModifiedBy>Mamoona Tasadduq</cp:lastModifiedBy>
  <cp:revision>172</cp:revision>
  <dcterms:created xsi:type="dcterms:W3CDTF">2020-06-08T03:46:58Z</dcterms:created>
  <dcterms:modified xsi:type="dcterms:W3CDTF">2025-10-09T08:38:15Z</dcterms:modified>
</cp:coreProperties>
</file>