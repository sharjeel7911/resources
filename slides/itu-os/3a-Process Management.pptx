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6"/>
  </p:notesMasterIdLst>
  <p:sldIdLst>
    <p:sldId id="267" r:id="rId3"/>
    <p:sldId id="642" r:id="rId4"/>
    <p:sldId id="660" r:id="rId5"/>
    <p:sldId id="595" r:id="rId6"/>
    <p:sldId id="593" r:id="rId7"/>
    <p:sldId id="661" r:id="rId8"/>
    <p:sldId id="652" r:id="rId9"/>
    <p:sldId id="617" r:id="rId10"/>
    <p:sldId id="650" r:id="rId11"/>
    <p:sldId id="653" r:id="rId12"/>
    <p:sldId id="654" r:id="rId13"/>
    <p:sldId id="655" r:id="rId14"/>
    <p:sldId id="656" r:id="rId15"/>
    <p:sldId id="657" r:id="rId16"/>
    <p:sldId id="658" r:id="rId17"/>
    <p:sldId id="633" r:id="rId18"/>
    <p:sldId id="629" r:id="rId19"/>
    <p:sldId id="646" r:id="rId20"/>
    <p:sldId id="668" r:id="rId21"/>
    <p:sldId id="662" r:id="rId22"/>
    <p:sldId id="632" r:id="rId23"/>
    <p:sldId id="628" r:id="rId24"/>
    <p:sldId id="664" r:id="rId25"/>
    <p:sldId id="596" r:id="rId26"/>
    <p:sldId id="665" r:id="rId27"/>
    <p:sldId id="644" r:id="rId28"/>
    <p:sldId id="645" r:id="rId29"/>
    <p:sldId id="647" r:id="rId30"/>
    <p:sldId id="648" r:id="rId31"/>
    <p:sldId id="649" r:id="rId32"/>
    <p:sldId id="614" r:id="rId33"/>
    <p:sldId id="666" r:id="rId34"/>
    <p:sldId id="66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5C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7028" autoAdjust="0"/>
  </p:normalViewPr>
  <p:slideViewPr>
    <p:cSldViewPr snapToGrid="0">
      <p:cViewPr varScale="1">
        <p:scale>
          <a:sx n="65" d="100"/>
          <a:sy n="65" d="100"/>
        </p:scale>
        <p:origin x="72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 Jamal" userId="6724a5da2ffd1b8f" providerId="LiveId" clId="{D37C5E1E-F139-4332-ADB1-E8D22FE39AFF}"/>
    <pc:docChg chg="modSld">
      <pc:chgData name="Hasan Jamal" userId="6724a5da2ffd1b8f" providerId="LiveId" clId="{D37C5E1E-F139-4332-ADB1-E8D22FE39AFF}" dt="2024-09-02T06:59:50.959" v="11"/>
      <pc:docMkLst>
        <pc:docMk/>
      </pc:docMkLst>
      <pc:sldChg chg="modAnim">
        <pc:chgData name="Hasan Jamal" userId="6724a5da2ffd1b8f" providerId="LiveId" clId="{D37C5E1E-F139-4332-ADB1-E8D22FE39AFF}" dt="2024-09-02T06:58:36.842" v="4"/>
        <pc:sldMkLst>
          <pc:docMk/>
          <pc:sldMk cId="1191552048" sldId="540"/>
        </pc:sldMkLst>
      </pc:sldChg>
      <pc:sldChg chg="modAnim">
        <pc:chgData name="Hasan Jamal" userId="6724a5da2ffd1b8f" providerId="LiveId" clId="{D37C5E1E-F139-4332-ADB1-E8D22FE39AFF}" dt="2024-09-02T06:59:08.128" v="7"/>
        <pc:sldMkLst>
          <pc:docMk/>
          <pc:sldMk cId="3673589650" sldId="543"/>
        </pc:sldMkLst>
      </pc:sldChg>
      <pc:sldChg chg="modAnim">
        <pc:chgData name="Hasan Jamal" userId="6724a5da2ffd1b8f" providerId="LiveId" clId="{D37C5E1E-F139-4332-ADB1-E8D22FE39AFF}" dt="2024-09-02T06:59:50.959" v="11"/>
        <pc:sldMkLst>
          <pc:docMk/>
          <pc:sldMk cId="4292783830" sldId="588"/>
        </pc:sldMkLst>
      </pc:sldChg>
    </pc:docChg>
  </pc:docChgLst>
  <pc:docChgLst>
    <pc:chgData name="Hasan Jamal" userId="6724a5da2ffd1b8f" providerId="LiveId" clId="{61E96D26-1B3F-4662-B905-3FCAE3ADD352}"/>
    <pc:docChg chg="modSld">
      <pc:chgData name="Hasan Jamal" userId="6724a5da2ffd1b8f" providerId="LiveId" clId="{61E96D26-1B3F-4662-B905-3FCAE3ADD352}" dt="2024-09-16T03:20:22.719" v="0" actId="20577"/>
      <pc:docMkLst>
        <pc:docMk/>
      </pc:docMkLst>
      <pc:sldChg chg="modSp mod">
        <pc:chgData name="Hasan Jamal" userId="6724a5da2ffd1b8f" providerId="LiveId" clId="{61E96D26-1B3F-4662-B905-3FCAE3ADD352}" dt="2024-09-16T03:20:22.719" v="0" actId="20577"/>
        <pc:sldMkLst>
          <pc:docMk/>
          <pc:sldMk cId="1206700031" sldId="592"/>
        </pc:sldMkLst>
        <pc:spChg chg="mod">
          <ac:chgData name="Hasan Jamal" userId="6724a5da2ffd1b8f" providerId="LiveId" clId="{61E96D26-1B3F-4662-B905-3FCAE3ADD352}" dt="2024-09-16T03:20:22.719" v="0" actId="20577"/>
          <ac:spMkLst>
            <pc:docMk/>
            <pc:sldMk cId="1206700031" sldId="592"/>
            <ac:spMk id="12" creationId="{A773B303-CEA4-39FE-8190-A77ECCC638B8}"/>
          </ac:spMkLst>
        </pc:spChg>
      </pc:sldChg>
    </pc:docChg>
  </pc:docChgLst>
  <pc:docChgLst>
    <pc:chgData name="Hasan Jamal" userId="6724a5da2ffd1b8f" providerId="LiveId" clId="{57CB2F9D-511D-47A3-97AB-7DD5A4D88522}"/>
    <pc:docChg chg="modSld">
      <pc:chgData name="Hasan Jamal" userId="6724a5da2ffd1b8f" providerId="LiveId" clId="{57CB2F9D-511D-47A3-97AB-7DD5A4D88522}" dt="2022-09-15T03:29:34.839" v="12" actId="20577"/>
      <pc:docMkLst>
        <pc:docMk/>
      </pc:docMkLst>
      <pc:sldChg chg="modSp mod">
        <pc:chgData name="Hasan Jamal" userId="6724a5da2ffd1b8f" providerId="LiveId" clId="{57CB2F9D-511D-47A3-97AB-7DD5A4D88522}" dt="2022-09-15T03:29:34.839" v="12" actId="20577"/>
        <pc:sldMkLst>
          <pc:docMk/>
          <pc:sldMk cId="4276505344" sldId="513"/>
        </pc:sldMkLst>
        <pc:spChg chg="mod">
          <ac:chgData name="Hasan Jamal" userId="6724a5da2ffd1b8f" providerId="LiveId" clId="{57CB2F9D-511D-47A3-97AB-7DD5A4D88522}" dt="2022-09-15T03:29:34.839" v="12" actId="20577"/>
          <ac:spMkLst>
            <pc:docMk/>
            <pc:sldMk cId="4276505344" sldId="513"/>
            <ac:spMk id="3075" creationId="{00000000-0000-0000-0000-000000000000}"/>
          </ac:spMkLst>
        </pc:spChg>
      </pc:sldChg>
      <pc:sldChg chg="modSp mod">
        <pc:chgData name="Hasan Jamal" userId="6724a5da2ffd1b8f" providerId="LiveId" clId="{57CB2F9D-511D-47A3-97AB-7DD5A4D88522}" dt="2022-02-25T04:18:49.826" v="6" actId="113"/>
        <pc:sldMkLst>
          <pc:docMk/>
          <pc:sldMk cId="4101798262" sldId="516"/>
        </pc:sldMkLst>
        <pc:spChg chg="mod">
          <ac:chgData name="Hasan Jamal" userId="6724a5da2ffd1b8f" providerId="LiveId" clId="{57CB2F9D-511D-47A3-97AB-7DD5A4D88522}" dt="2022-02-25T04:18:49.826" v="6" actId="113"/>
          <ac:spMkLst>
            <pc:docMk/>
            <pc:sldMk cId="4101798262" sldId="516"/>
            <ac:spMk id="3075" creationId="{00000000-0000-0000-0000-000000000000}"/>
          </ac:spMkLst>
        </pc:spChg>
      </pc:sldChg>
      <pc:sldChg chg="modNotesTx">
        <pc:chgData name="Hasan Jamal" userId="6724a5da2ffd1b8f" providerId="LiveId" clId="{57CB2F9D-511D-47A3-97AB-7DD5A4D88522}" dt="2022-02-23T10:00:06.570" v="3" actId="20577"/>
        <pc:sldMkLst>
          <pc:docMk/>
          <pc:sldMk cId="1619668140" sldId="523"/>
        </pc:sldMkLst>
      </pc:sldChg>
    </pc:docChg>
  </pc:docChgLst>
  <pc:docChgLst>
    <pc:chgData name="Hasan Jamal" userId="6724a5da2ffd1b8f" providerId="LiveId" clId="{C6A75C59-9F15-4A0C-82C1-FBCFF519DE9F}"/>
    <pc:docChg chg="undo redo custSel addSld delSld modSld sldOrd">
      <pc:chgData name="Hasan Jamal" userId="6724a5da2ffd1b8f" providerId="LiveId" clId="{C6A75C59-9F15-4A0C-82C1-FBCFF519DE9F}" dt="2024-10-03T05:37:34.727" v="1793" actId="47"/>
      <pc:docMkLst>
        <pc:docMk/>
      </pc:docMkLst>
      <pc:sldChg chg="delSp modSp mod">
        <pc:chgData name="Hasan Jamal" userId="6724a5da2ffd1b8f" providerId="LiveId" clId="{C6A75C59-9F15-4A0C-82C1-FBCFF519DE9F}" dt="2024-09-19T05:36:04.237" v="460" actId="20577"/>
        <pc:sldMkLst>
          <pc:docMk/>
          <pc:sldMk cId="2817948821" sldId="593"/>
        </pc:sldMkLst>
        <pc:spChg chg="mod">
          <ac:chgData name="Hasan Jamal" userId="6724a5da2ffd1b8f" providerId="LiveId" clId="{C6A75C59-9F15-4A0C-82C1-FBCFF519DE9F}" dt="2024-09-19T05:36:04.237" v="460" actId="20577"/>
          <ac:spMkLst>
            <pc:docMk/>
            <pc:sldMk cId="2817948821" sldId="593"/>
            <ac:spMk id="12" creationId="{A773B303-CEA4-39FE-8190-A77ECCC638B8}"/>
          </ac:spMkLst>
        </pc:spChg>
        <pc:spChg chg="mod">
          <ac:chgData name="Hasan Jamal" userId="6724a5da2ffd1b8f" providerId="LiveId" clId="{C6A75C59-9F15-4A0C-82C1-FBCFF519DE9F}" dt="2024-09-19T05:35:48.227" v="459" actId="20577"/>
          <ac:spMkLst>
            <pc:docMk/>
            <pc:sldMk cId="2817948821" sldId="593"/>
            <ac:spMk id="3074" creationId="{00000000-0000-0000-0000-000000000000}"/>
          </ac:spMkLst>
        </pc:spChg>
        <pc:picChg chg="del">
          <ac:chgData name="Hasan Jamal" userId="6724a5da2ffd1b8f" providerId="LiveId" clId="{C6A75C59-9F15-4A0C-82C1-FBCFF519DE9F}" dt="2024-09-19T05:35:44.047" v="448" actId="478"/>
          <ac:picMkLst>
            <pc:docMk/>
            <pc:sldMk cId="2817948821" sldId="593"/>
            <ac:picMk id="8" creationId="{00000000-0000-0000-0000-000000000000}"/>
          </ac:picMkLst>
        </pc:picChg>
      </pc:sldChg>
      <pc:sldChg chg="modSp del mod ord">
        <pc:chgData name="Hasan Jamal" userId="6724a5da2ffd1b8f" providerId="LiveId" clId="{C6A75C59-9F15-4A0C-82C1-FBCFF519DE9F}" dt="2024-09-19T04:37:09.857" v="421" actId="47"/>
        <pc:sldMkLst>
          <pc:docMk/>
          <pc:sldMk cId="551238537" sldId="594"/>
        </pc:sldMkLst>
        <pc:spChg chg="mod">
          <ac:chgData name="Hasan Jamal" userId="6724a5da2ffd1b8f" providerId="LiveId" clId="{C6A75C59-9F15-4A0C-82C1-FBCFF519DE9F}" dt="2024-09-19T04:36:59.385" v="417" actId="21"/>
          <ac:spMkLst>
            <pc:docMk/>
            <pc:sldMk cId="551238537" sldId="594"/>
            <ac:spMk id="12" creationId="{A773B303-CEA4-39FE-8190-A77ECCC638B8}"/>
          </ac:spMkLst>
        </pc:spChg>
      </pc:sldChg>
      <pc:sldChg chg="modSp mod ord modAnim">
        <pc:chgData name="Hasan Jamal" userId="6724a5da2ffd1b8f" providerId="LiveId" clId="{C6A75C59-9F15-4A0C-82C1-FBCFF519DE9F}" dt="2024-09-19T04:49:45.128" v="446" actId="20577"/>
        <pc:sldMkLst>
          <pc:docMk/>
          <pc:sldMk cId="2732380220" sldId="595"/>
        </pc:sldMkLst>
        <pc:spChg chg="mod">
          <ac:chgData name="Hasan Jamal" userId="6724a5da2ffd1b8f" providerId="LiveId" clId="{C6A75C59-9F15-4A0C-82C1-FBCFF519DE9F}" dt="2024-09-19T04:49:45.128" v="446" actId="20577"/>
          <ac:spMkLst>
            <pc:docMk/>
            <pc:sldMk cId="2732380220" sldId="595"/>
            <ac:spMk id="3074" creationId="{00000000-0000-0000-0000-000000000000}"/>
          </ac:spMkLst>
        </pc:spChg>
      </pc:sldChg>
      <pc:sldChg chg="delSp modSp mod">
        <pc:chgData name="Hasan Jamal" userId="6724a5da2ffd1b8f" providerId="LiveId" clId="{C6A75C59-9F15-4A0C-82C1-FBCFF519DE9F}" dt="2024-09-19T06:25:15.877" v="1309" actId="478"/>
        <pc:sldMkLst>
          <pc:docMk/>
          <pc:sldMk cId="1583571511" sldId="596"/>
        </pc:sldMkLst>
        <pc:spChg chg="del">
          <ac:chgData name="Hasan Jamal" userId="6724a5da2ffd1b8f" providerId="LiveId" clId="{C6A75C59-9F15-4A0C-82C1-FBCFF519DE9F}" dt="2024-09-19T06:25:15.877" v="1309" actId="478"/>
          <ac:spMkLst>
            <pc:docMk/>
            <pc:sldMk cId="1583571511" sldId="596"/>
            <ac:spMk id="2" creationId="{AB5C8320-A082-9F5B-FDB3-5C58947709DF}"/>
          </ac:spMkLst>
        </pc:spChg>
        <pc:spChg chg="mod">
          <ac:chgData name="Hasan Jamal" userId="6724a5da2ffd1b8f" providerId="LiveId" clId="{C6A75C59-9F15-4A0C-82C1-FBCFF519DE9F}" dt="2024-09-19T06:25:11.619" v="1307" actId="20577"/>
          <ac:spMkLst>
            <pc:docMk/>
            <pc:sldMk cId="1583571511" sldId="596"/>
            <ac:spMk id="12" creationId="{A773B303-CEA4-39FE-8190-A77ECCC638B8}"/>
          </ac:spMkLst>
        </pc:spChg>
        <pc:spChg chg="mod">
          <ac:chgData name="Hasan Jamal" userId="6724a5da2ffd1b8f" providerId="LiveId" clId="{C6A75C59-9F15-4A0C-82C1-FBCFF519DE9F}" dt="2024-09-19T06:24:42.044" v="1205" actId="6549"/>
          <ac:spMkLst>
            <pc:docMk/>
            <pc:sldMk cId="1583571511" sldId="596"/>
            <ac:spMk id="3074" creationId="{00000000-0000-0000-0000-000000000000}"/>
          </ac:spMkLst>
        </pc:spChg>
        <pc:picChg chg="del">
          <ac:chgData name="Hasan Jamal" userId="6724a5da2ffd1b8f" providerId="LiveId" clId="{C6A75C59-9F15-4A0C-82C1-FBCFF519DE9F}" dt="2024-09-19T06:25:13.849" v="1308" actId="478"/>
          <ac:picMkLst>
            <pc:docMk/>
            <pc:sldMk cId="1583571511" sldId="596"/>
            <ac:picMk id="49155" creationId="{00000000-0000-0000-0000-000000000000}"/>
          </ac:picMkLst>
        </pc:picChg>
      </pc:sldChg>
      <pc:sldChg chg="modSp mod">
        <pc:chgData name="Hasan Jamal" userId="6724a5da2ffd1b8f" providerId="LiveId" clId="{C6A75C59-9F15-4A0C-82C1-FBCFF519DE9F}" dt="2024-09-19T06:54:39.810" v="1546" actId="33524"/>
        <pc:sldMkLst>
          <pc:docMk/>
          <pc:sldMk cId="3187681244" sldId="614"/>
        </pc:sldMkLst>
        <pc:spChg chg="mod">
          <ac:chgData name="Hasan Jamal" userId="6724a5da2ffd1b8f" providerId="LiveId" clId="{C6A75C59-9F15-4A0C-82C1-FBCFF519DE9F}" dt="2024-09-19T06:54:39.810" v="1546" actId="33524"/>
          <ac:spMkLst>
            <pc:docMk/>
            <pc:sldMk cId="3187681244" sldId="614"/>
            <ac:spMk id="12" creationId="{A773B303-CEA4-39FE-8190-A77ECCC638B8}"/>
          </ac:spMkLst>
        </pc:spChg>
      </pc:sldChg>
      <pc:sldChg chg="del">
        <pc:chgData name="Hasan Jamal" userId="6724a5da2ffd1b8f" providerId="LiveId" clId="{C6A75C59-9F15-4A0C-82C1-FBCFF519DE9F}" dt="2024-09-19T05:55:31.681" v="570" actId="47"/>
        <pc:sldMkLst>
          <pc:docMk/>
          <pc:sldMk cId="2865092392" sldId="615"/>
        </pc:sldMkLst>
      </pc:sldChg>
      <pc:sldChg chg="ord">
        <pc:chgData name="Hasan Jamal" userId="6724a5da2ffd1b8f" providerId="LiveId" clId="{C6A75C59-9F15-4A0C-82C1-FBCFF519DE9F}" dt="2024-09-19T05:55:17.182" v="569"/>
        <pc:sldMkLst>
          <pc:docMk/>
          <pc:sldMk cId="3621680111" sldId="617"/>
        </pc:sldMkLst>
      </pc:sldChg>
      <pc:sldChg chg="ord">
        <pc:chgData name="Hasan Jamal" userId="6724a5da2ffd1b8f" providerId="LiveId" clId="{C6A75C59-9F15-4A0C-82C1-FBCFF519DE9F}" dt="2024-09-19T05:48:31.583" v="481"/>
        <pc:sldMkLst>
          <pc:docMk/>
          <pc:sldMk cId="4121903091" sldId="628"/>
        </pc:sldMkLst>
      </pc:sldChg>
      <pc:sldChg chg="ord">
        <pc:chgData name="Hasan Jamal" userId="6724a5da2ffd1b8f" providerId="LiveId" clId="{C6A75C59-9F15-4A0C-82C1-FBCFF519DE9F}" dt="2024-09-19T05:57:49.453" v="574"/>
        <pc:sldMkLst>
          <pc:docMk/>
          <pc:sldMk cId="2969856820" sldId="629"/>
        </pc:sldMkLst>
      </pc:sldChg>
      <pc:sldChg chg="modSp mod ord modAnim">
        <pc:chgData name="Hasan Jamal" userId="6724a5da2ffd1b8f" providerId="LiveId" clId="{C6A75C59-9F15-4A0C-82C1-FBCFF519DE9F}" dt="2024-09-19T06:19:50.881" v="1124" actId="255"/>
        <pc:sldMkLst>
          <pc:docMk/>
          <pc:sldMk cId="1179913497" sldId="632"/>
        </pc:sldMkLst>
        <pc:spChg chg="mod">
          <ac:chgData name="Hasan Jamal" userId="6724a5da2ffd1b8f" providerId="LiveId" clId="{C6A75C59-9F15-4A0C-82C1-FBCFF519DE9F}" dt="2024-09-19T06:19:50.881" v="1124" actId="255"/>
          <ac:spMkLst>
            <pc:docMk/>
            <pc:sldMk cId="1179913497" sldId="632"/>
            <ac:spMk id="12" creationId="{A773B303-CEA4-39FE-8190-A77ECCC638B8}"/>
          </ac:spMkLst>
        </pc:spChg>
      </pc:sldChg>
      <pc:sldChg chg="modSp mod ord">
        <pc:chgData name="Hasan Jamal" userId="6724a5da2ffd1b8f" providerId="LiveId" clId="{C6A75C59-9F15-4A0C-82C1-FBCFF519DE9F}" dt="2024-09-19T05:57:49.453" v="574"/>
        <pc:sldMkLst>
          <pc:docMk/>
          <pc:sldMk cId="2823083592" sldId="633"/>
        </pc:sldMkLst>
        <pc:spChg chg="mod">
          <ac:chgData name="Hasan Jamal" userId="6724a5da2ffd1b8f" providerId="LiveId" clId="{C6A75C59-9F15-4A0C-82C1-FBCFF519DE9F}" dt="2024-09-19T05:52:57.562" v="558" actId="255"/>
          <ac:spMkLst>
            <pc:docMk/>
            <pc:sldMk cId="2823083592" sldId="633"/>
            <ac:spMk id="12" creationId="{A773B303-CEA4-39FE-8190-A77ECCC638B8}"/>
          </ac:spMkLst>
        </pc:spChg>
        <pc:picChg chg="mod">
          <ac:chgData name="Hasan Jamal" userId="6724a5da2ffd1b8f" providerId="LiveId" clId="{C6A75C59-9F15-4A0C-82C1-FBCFF519DE9F}" dt="2024-09-19T05:53:07.805" v="566" actId="1037"/>
          <ac:picMkLst>
            <pc:docMk/>
            <pc:sldMk cId="2823083592" sldId="633"/>
            <ac:picMk id="35844" creationId="{00000000-0000-0000-0000-000000000000}"/>
          </ac:picMkLst>
        </pc:picChg>
      </pc:sldChg>
      <pc:sldChg chg="addSp delSp modSp mod delAnim modAnim">
        <pc:chgData name="Hasan Jamal" userId="6724a5da2ffd1b8f" providerId="LiveId" clId="{C6A75C59-9F15-4A0C-82C1-FBCFF519DE9F}" dt="2024-09-19T04:20:27.198" v="248"/>
        <pc:sldMkLst>
          <pc:docMk/>
          <pc:sldMk cId="3091917441" sldId="642"/>
        </pc:sldMkLst>
        <pc:spChg chg="del">
          <ac:chgData name="Hasan Jamal" userId="6724a5da2ffd1b8f" providerId="LiveId" clId="{C6A75C59-9F15-4A0C-82C1-FBCFF519DE9F}" dt="2024-09-19T04:09:51.533" v="17" actId="478"/>
          <ac:spMkLst>
            <pc:docMk/>
            <pc:sldMk cId="3091917441" sldId="642"/>
            <ac:spMk id="2" creationId="{823F1268-7BE7-A4C6-1A9D-62C508E4C47E}"/>
          </ac:spMkLst>
        </pc:spChg>
        <pc:spChg chg="add mod">
          <ac:chgData name="Hasan Jamal" userId="6724a5da2ffd1b8f" providerId="LiveId" clId="{C6A75C59-9F15-4A0C-82C1-FBCFF519DE9F}" dt="2024-09-19T04:17:33.551" v="201" actId="1035"/>
          <ac:spMkLst>
            <pc:docMk/>
            <pc:sldMk cId="3091917441" sldId="642"/>
            <ac:spMk id="4" creationId="{05F6C1B3-0259-AA1E-EE61-1F5277460E62}"/>
          </ac:spMkLst>
        </pc:spChg>
        <pc:spChg chg="mod">
          <ac:chgData name="Hasan Jamal" userId="6724a5da2ffd1b8f" providerId="LiveId" clId="{C6A75C59-9F15-4A0C-82C1-FBCFF519DE9F}" dt="2024-09-19T04:15:03.446" v="130"/>
          <ac:spMkLst>
            <pc:docMk/>
            <pc:sldMk cId="3091917441" sldId="642"/>
            <ac:spMk id="11" creationId="{76DF898A-8C5A-611E-22F6-AC07769C315B}"/>
          </ac:spMkLst>
        </pc:spChg>
        <pc:spChg chg="mod">
          <ac:chgData name="Hasan Jamal" userId="6724a5da2ffd1b8f" providerId="LiveId" clId="{C6A75C59-9F15-4A0C-82C1-FBCFF519DE9F}" dt="2024-09-19T04:20:09.751" v="247" actId="14100"/>
          <ac:spMkLst>
            <pc:docMk/>
            <pc:sldMk cId="3091917441" sldId="642"/>
            <ac:spMk id="12" creationId="{A773B303-CEA4-39FE-8190-A77ECCC638B8}"/>
          </ac:spMkLst>
        </pc:spChg>
        <pc:spChg chg="mod">
          <ac:chgData name="Hasan Jamal" userId="6724a5da2ffd1b8f" providerId="LiveId" clId="{C6A75C59-9F15-4A0C-82C1-FBCFF519DE9F}" dt="2024-09-19T04:15:03.446" v="130"/>
          <ac:spMkLst>
            <pc:docMk/>
            <pc:sldMk cId="3091917441" sldId="642"/>
            <ac:spMk id="13" creationId="{B1D9DFD9-1BB1-702A-3872-8644BF0AD7E9}"/>
          </ac:spMkLst>
        </pc:spChg>
        <pc:spChg chg="mod">
          <ac:chgData name="Hasan Jamal" userId="6724a5da2ffd1b8f" providerId="LiveId" clId="{C6A75C59-9F15-4A0C-82C1-FBCFF519DE9F}" dt="2024-09-19T04:15:03.446" v="130"/>
          <ac:spMkLst>
            <pc:docMk/>
            <pc:sldMk cId="3091917441" sldId="642"/>
            <ac:spMk id="14" creationId="{9A638DF8-1161-EDB9-EF73-B6BFFAD2BE5E}"/>
          </ac:spMkLst>
        </pc:spChg>
        <pc:spChg chg="mod">
          <ac:chgData name="Hasan Jamal" userId="6724a5da2ffd1b8f" providerId="LiveId" clId="{C6A75C59-9F15-4A0C-82C1-FBCFF519DE9F}" dt="2024-09-19T04:15:03.446" v="130"/>
          <ac:spMkLst>
            <pc:docMk/>
            <pc:sldMk cId="3091917441" sldId="642"/>
            <ac:spMk id="15" creationId="{025FFDEF-CF0B-C52E-EDF7-3547D08CB85A}"/>
          </ac:spMkLst>
        </pc:spChg>
        <pc:spChg chg="mod">
          <ac:chgData name="Hasan Jamal" userId="6724a5da2ffd1b8f" providerId="LiveId" clId="{C6A75C59-9F15-4A0C-82C1-FBCFF519DE9F}" dt="2024-09-19T04:09:43.351" v="16" actId="20577"/>
          <ac:spMkLst>
            <pc:docMk/>
            <pc:sldMk cId="3091917441" sldId="642"/>
            <ac:spMk id="3074" creationId="{00000000-0000-0000-0000-000000000000}"/>
          </ac:spMkLst>
        </pc:spChg>
        <pc:grpChg chg="del">
          <ac:chgData name="Hasan Jamal" userId="6724a5da2ffd1b8f" providerId="LiveId" clId="{C6A75C59-9F15-4A0C-82C1-FBCFF519DE9F}" dt="2024-09-19T04:09:51.533" v="17" actId="478"/>
          <ac:grpSpMkLst>
            <pc:docMk/>
            <pc:sldMk cId="3091917441" sldId="642"/>
            <ac:grpSpMk id="9" creationId="{8C1A98AC-9924-58A0-8201-59CA76975D10}"/>
          </ac:grpSpMkLst>
        </pc:grpChg>
        <pc:grpChg chg="add mod">
          <ac:chgData name="Hasan Jamal" userId="6724a5da2ffd1b8f" providerId="LiveId" clId="{C6A75C59-9F15-4A0C-82C1-FBCFF519DE9F}" dt="2024-09-19T04:17:33.551" v="201" actId="1035"/>
          <ac:grpSpMkLst>
            <pc:docMk/>
            <pc:sldMk cId="3091917441" sldId="642"/>
            <ac:grpSpMk id="10" creationId="{EE039C7B-144C-A1A9-00B8-E1C389832E2D}"/>
          </ac:grpSpMkLst>
        </pc:grpChg>
      </pc:sldChg>
      <pc:sldChg chg="modSp del mod">
        <pc:chgData name="Hasan Jamal" userId="6724a5da2ffd1b8f" providerId="LiveId" clId="{C6A75C59-9F15-4A0C-82C1-FBCFF519DE9F}" dt="2024-09-19T04:48:57.601" v="429" actId="47"/>
        <pc:sldMkLst>
          <pc:docMk/>
          <pc:sldMk cId="3286148108" sldId="643"/>
        </pc:sldMkLst>
        <pc:spChg chg="mod">
          <ac:chgData name="Hasan Jamal" userId="6724a5da2ffd1b8f" providerId="LiveId" clId="{C6A75C59-9F15-4A0C-82C1-FBCFF519DE9F}" dt="2024-09-19T04:38:29.123" v="428" actId="20577"/>
          <ac:spMkLst>
            <pc:docMk/>
            <pc:sldMk cId="3286148108" sldId="643"/>
            <ac:spMk id="3074" creationId="{00000000-0000-0000-0000-000000000000}"/>
          </ac:spMkLst>
        </pc:spChg>
      </pc:sldChg>
      <pc:sldChg chg="modSp mod">
        <pc:chgData name="Hasan Jamal" userId="6724a5da2ffd1b8f" providerId="LiveId" clId="{C6A75C59-9F15-4A0C-82C1-FBCFF519DE9F}" dt="2024-09-19T06:39:57.824" v="1320" actId="20577"/>
        <pc:sldMkLst>
          <pc:docMk/>
          <pc:sldMk cId="1701373165" sldId="644"/>
        </pc:sldMkLst>
        <pc:spChg chg="mod">
          <ac:chgData name="Hasan Jamal" userId="6724a5da2ffd1b8f" providerId="LiveId" clId="{C6A75C59-9F15-4A0C-82C1-FBCFF519DE9F}" dt="2024-09-19T06:39:57.824" v="1320" actId="20577"/>
          <ac:spMkLst>
            <pc:docMk/>
            <pc:sldMk cId="1701373165" sldId="644"/>
            <ac:spMk id="3074" creationId="{00000000-0000-0000-0000-000000000000}"/>
          </ac:spMkLst>
        </pc:spChg>
      </pc:sldChg>
      <pc:sldChg chg="addSp delSp modSp mod modAnim">
        <pc:chgData name="Hasan Jamal" userId="6724a5da2ffd1b8f" providerId="LiveId" clId="{C6A75C59-9F15-4A0C-82C1-FBCFF519DE9F}" dt="2024-09-19T06:43:51.523" v="1370"/>
        <pc:sldMkLst>
          <pc:docMk/>
          <pc:sldMk cId="564963744" sldId="645"/>
        </pc:sldMkLst>
        <pc:spChg chg="mod">
          <ac:chgData name="Hasan Jamal" userId="6724a5da2ffd1b8f" providerId="LiveId" clId="{C6A75C59-9F15-4A0C-82C1-FBCFF519DE9F}" dt="2024-09-19T06:43:07.506" v="1365" actId="20577"/>
          <ac:spMkLst>
            <pc:docMk/>
            <pc:sldMk cId="564963744" sldId="645"/>
            <ac:spMk id="12" creationId="{A773B303-CEA4-39FE-8190-A77ECCC638B8}"/>
          </ac:spMkLst>
        </pc:spChg>
        <pc:picChg chg="del mod">
          <ac:chgData name="Hasan Jamal" userId="6724a5da2ffd1b8f" providerId="LiveId" clId="{C6A75C59-9F15-4A0C-82C1-FBCFF519DE9F}" dt="2024-09-19T06:43:19.454" v="1366" actId="478"/>
          <ac:picMkLst>
            <pc:docMk/>
            <pc:sldMk cId="564963744" sldId="645"/>
            <ac:picMk id="5" creationId="{00000000-0000-0000-0000-000000000000}"/>
          </ac:picMkLst>
        </pc:picChg>
        <pc:picChg chg="add mod">
          <ac:chgData name="Hasan Jamal" userId="6724a5da2ffd1b8f" providerId="LiveId" clId="{C6A75C59-9F15-4A0C-82C1-FBCFF519DE9F}" dt="2024-09-19T06:43:30.367" v="1369" actId="1076"/>
          <ac:picMkLst>
            <pc:docMk/>
            <pc:sldMk cId="564963744" sldId="645"/>
            <ac:picMk id="46084" creationId="{568A0721-FDA4-4095-BD34-B36CF2AB0A74}"/>
          </ac:picMkLst>
        </pc:picChg>
      </pc:sldChg>
      <pc:sldChg chg="modSp mod ord">
        <pc:chgData name="Hasan Jamal" userId="6724a5da2ffd1b8f" providerId="LiveId" clId="{C6A75C59-9F15-4A0C-82C1-FBCFF519DE9F}" dt="2024-10-03T05:37:22.588" v="1792" actId="6549"/>
        <pc:sldMkLst>
          <pc:docMk/>
          <pc:sldMk cId="974377856" sldId="646"/>
        </pc:sldMkLst>
        <pc:spChg chg="mod">
          <ac:chgData name="Hasan Jamal" userId="6724a5da2ffd1b8f" providerId="LiveId" clId="{C6A75C59-9F15-4A0C-82C1-FBCFF519DE9F}" dt="2024-10-03T05:37:22.588" v="1792" actId="6549"/>
          <ac:spMkLst>
            <pc:docMk/>
            <pc:sldMk cId="974377856" sldId="646"/>
            <ac:spMk id="12" creationId="{A773B303-CEA4-39FE-8190-A77ECCC638B8}"/>
          </ac:spMkLst>
        </pc:spChg>
        <pc:spChg chg="mod">
          <ac:chgData name="Hasan Jamal" userId="6724a5da2ffd1b8f" providerId="LiveId" clId="{C6A75C59-9F15-4A0C-82C1-FBCFF519DE9F}" dt="2024-09-19T06:00:16.998" v="588" actId="20577"/>
          <ac:spMkLst>
            <pc:docMk/>
            <pc:sldMk cId="974377856" sldId="646"/>
            <ac:spMk id="3074" creationId="{00000000-0000-0000-0000-000000000000}"/>
          </ac:spMkLst>
        </pc:spChg>
      </pc:sldChg>
      <pc:sldChg chg="modSp mod">
        <pc:chgData name="Hasan Jamal" userId="6724a5da2ffd1b8f" providerId="LiveId" clId="{C6A75C59-9F15-4A0C-82C1-FBCFF519DE9F}" dt="2024-09-17T16:41:49.942" v="4" actId="113"/>
        <pc:sldMkLst>
          <pc:docMk/>
          <pc:sldMk cId="1729193703" sldId="647"/>
        </pc:sldMkLst>
        <pc:spChg chg="mod">
          <ac:chgData name="Hasan Jamal" userId="6724a5da2ffd1b8f" providerId="LiveId" clId="{C6A75C59-9F15-4A0C-82C1-FBCFF519DE9F}" dt="2024-09-17T16:41:44.628" v="2" actId="113"/>
          <ac:spMkLst>
            <pc:docMk/>
            <pc:sldMk cId="1729193703" sldId="647"/>
            <ac:spMk id="4" creationId="{F63BB129-22CB-793B-8DA9-3605D21EE3D6}"/>
          </ac:spMkLst>
        </pc:spChg>
        <pc:spChg chg="mod">
          <ac:chgData name="Hasan Jamal" userId="6724a5da2ffd1b8f" providerId="LiveId" clId="{C6A75C59-9F15-4A0C-82C1-FBCFF519DE9F}" dt="2024-09-17T16:41:49.942" v="4" actId="113"/>
          <ac:spMkLst>
            <pc:docMk/>
            <pc:sldMk cId="1729193703" sldId="647"/>
            <ac:spMk id="11" creationId="{3BC990CF-0286-635F-E86F-785D18BA7A2A}"/>
          </ac:spMkLst>
        </pc:spChg>
      </pc:sldChg>
      <pc:sldChg chg="ord">
        <pc:chgData name="Hasan Jamal" userId="6724a5da2ffd1b8f" providerId="LiveId" clId="{C6A75C59-9F15-4A0C-82C1-FBCFF519DE9F}" dt="2024-09-19T06:46:20.195" v="1380"/>
        <pc:sldMkLst>
          <pc:docMk/>
          <pc:sldMk cId="3538541671" sldId="649"/>
        </pc:sldMkLst>
      </pc:sldChg>
      <pc:sldChg chg="ord">
        <pc:chgData name="Hasan Jamal" userId="6724a5da2ffd1b8f" providerId="LiveId" clId="{C6A75C59-9F15-4A0C-82C1-FBCFF519DE9F}" dt="2024-09-19T05:55:17.182" v="569"/>
        <pc:sldMkLst>
          <pc:docMk/>
          <pc:sldMk cId="2736435177" sldId="650"/>
        </pc:sldMkLst>
      </pc:sldChg>
      <pc:sldChg chg="del">
        <pc:chgData name="Hasan Jamal" userId="6724a5da2ffd1b8f" providerId="LiveId" clId="{C6A75C59-9F15-4A0C-82C1-FBCFF519DE9F}" dt="2024-09-19T05:55:01.772" v="567" actId="47"/>
        <pc:sldMkLst>
          <pc:docMk/>
          <pc:sldMk cId="2324394587" sldId="651"/>
        </pc:sldMkLst>
      </pc:sldChg>
      <pc:sldChg chg="modSp mod ord">
        <pc:chgData name="Hasan Jamal" userId="6724a5da2ffd1b8f" providerId="LiveId" clId="{C6A75C59-9F15-4A0C-82C1-FBCFF519DE9F}" dt="2024-09-19T05:40:24.955" v="477" actId="1035"/>
        <pc:sldMkLst>
          <pc:docMk/>
          <pc:sldMk cId="1374055939" sldId="652"/>
        </pc:sldMkLst>
        <pc:spChg chg="mod">
          <ac:chgData name="Hasan Jamal" userId="6724a5da2ffd1b8f" providerId="LiveId" clId="{C6A75C59-9F15-4A0C-82C1-FBCFF519DE9F}" dt="2024-09-19T05:39:41.911" v="470" actId="6549"/>
          <ac:spMkLst>
            <pc:docMk/>
            <pc:sldMk cId="1374055939" sldId="652"/>
            <ac:spMk id="3074" creationId="{00000000-0000-0000-0000-000000000000}"/>
          </ac:spMkLst>
        </pc:spChg>
        <pc:picChg chg="mod">
          <ac:chgData name="Hasan Jamal" userId="6724a5da2ffd1b8f" providerId="LiveId" clId="{C6A75C59-9F15-4A0C-82C1-FBCFF519DE9F}" dt="2024-09-19T05:40:24.955" v="477" actId="1035"/>
          <ac:picMkLst>
            <pc:docMk/>
            <pc:sldMk cId="1374055939" sldId="652"/>
            <ac:picMk id="4" creationId="{00000000-0000-0000-0000-000000000000}"/>
          </ac:picMkLst>
        </pc:picChg>
      </pc:sldChg>
      <pc:sldChg chg="ord">
        <pc:chgData name="Hasan Jamal" userId="6724a5da2ffd1b8f" providerId="LiveId" clId="{C6A75C59-9F15-4A0C-82C1-FBCFF519DE9F}" dt="2024-09-19T05:55:17.182" v="569"/>
        <pc:sldMkLst>
          <pc:docMk/>
          <pc:sldMk cId="1265876097" sldId="653"/>
        </pc:sldMkLst>
      </pc:sldChg>
      <pc:sldChg chg="ord">
        <pc:chgData name="Hasan Jamal" userId="6724a5da2ffd1b8f" providerId="LiveId" clId="{C6A75C59-9F15-4A0C-82C1-FBCFF519DE9F}" dt="2024-09-19T05:55:17.182" v="569"/>
        <pc:sldMkLst>
          <pc:docMk/>
          <pc:sldMk cId="2903449096" sldId="654"/>
        </pc:sldMkLst>
      </pc:sldChg>
      <pc:sldChg chg="ord">
        <pc:chgData name="Hasan Jamal" userId="6724a5da2ffd1b8f" providerId="LiveId" clId="{C6A75C59-9F15-4A0C-82C1-FBCFF519DE9F}" dt="2024-09-19T05:55:17.182" v="569"/>
        <pc:sldMkLst>
          <pc:docMk/>
          <pc:sldMk cId="2999888949" sldId="655"/>
        </pc:sldMkLst>
      </pc:sldChg>
      <pc:sldChg chg="ord">
        <pc:chgData name="Hasan Jamal" userId="6724a5da2ffd1b8f" providerId="LiveId" clId="{C6A75C59-9F15-4A0C-82C1-FBCFF519DE9F}" dt="2024-09-19T05:55:17.182" v="569"/>
        <pc:sldMkLst>
          <pc:docMk/>
          <pc:sldMk cId="2796407746" sldId="656"/>
        </pc:sldMkLst>
      </pc:sldChg>
      <pc:sldChg chg="ord">
        <pc:chgData name="Hasan Jamal" userId="6724a5da2ffd1b8f" providerId="LiveId" clId="{C6A75C59-9F15-4A0C-82C1-FBCFF519DE9F}" dt="2024-09-19T05:55:17.182" v="569"/>
        <pc:sldMkLst>
          <pc:docMk/>
          <pc:sldMk cId="1517134538" sldId="657"/>
        </pc:sldMkLst>
      </pc:sldChg>
      <pc:sldChg chg="modSp mod ord">
        <pc:chgData name="Hasan Jamal" userId="6724a5da2ffd1b8f" providerId="LiveId" clId="{C6A75C59-9F15-4A0C-82C1-FBCFF519DE9F}" dt="2024-09-19T05:55:17.182" v="569"/>
        <pc:sldMkLst>
          <pc:docMk/>
          <pc:sldMk cId="1795546677" sldId="658"/>
        </pc:sldMkLst>
        <pc:graphicFrameChg chg="modGraphic">
          <ac:chgData name="Hasan Jamal" userId="6724a5da2ffd1b8f" providerId="LiveId" clId="{C6A75C59-9F15-4A0C-82C1-FBCFF519DE9F}" dt="2024-09-17T16:43:29.638" v="6" actId="20577"/>
          <ac:graphicFrameMkLst>
            <pc:docMk/>
            <pc:sldMk cId="1795546677" sldId="658"/>
            <ac:graphicFrameMk id="5" creationId="{A7D6D908-7230-47E3-9EFD-54A799BA57A2}"/>
          </ac:graphicFrameMkLst>
        </pc:graphicFrameChg>
      </pc:sldChg>
      <pc:sldChg chg="del">
        <pc:chgData name="Hasan Jamal" userId="6724a5da2ffd1b8f" providerId="LiveId" clId="{C6A75C59-9F15-4A0C-82C1-FBCFF519DE9F}" dt="2024-09-19T06:21:18.615" v="1125" actId="47"/>
        <pc:sldMkLst>
          <pc:docMk/>
          <pc:sldMk cId="1044172192" sldId="659"/>
        </pc:sldMkLst>
      </pc:sldChg>
      <pc:sldChg chg="delSp modSp add mod delAnim modAnim">
        <pc:chgData name="Hasan Jamal" userId="6724a5da2ffd1b8f" providerId="LiveId" clId="{C6A75C59-9F15-4A0C-82C1-FBCFF519DE9F}" dt="2024-09-19T04:37:05.514" v="420" actId="20577"/>
        <pc:sldMkLst>
          <pc:docMk/>
          <pc:sldMk cId="799634555" sldId="660"/>
        </pc:sldMkLst>
        <pc:spChg chg="del">
          <ac:chgData name="Hasan Jamal" userId="6724a5da2ffd1b8f" providerId="LiveId" clId="{C6A75C59-9F15-4A0C-82C1-FBCFF519DE9F}" dt="2024-09-19T04:16:34.663" v="159" actId="478"/>
          <ac:spMkLst>
            <pc:docMk/>
            <pc:sldMk cId="799634555" sldId="660"/>
            <ac:spMk id="2" creationId="{823F1268-7BE7-A4C6-1A9D-62C508E4C47E}"/>
          </ac:spMkLst>
        </pc:spChg>
        <pc:spChg chg="mod">
          <ac:chgData name="Hasan Jamal" userId="6724a5da2ffd1b8f" providerId="LiveId" clId="{C6A75C59-9F15-4A0C-82C1-FBCFF519DE9F}" dt="2024-09-19T04:37:05.514" v="420" actId="20577"/>
          <ac:spMkLst>
            <pc:docMk/>
            <pc:sldMk cId="799634555" sldId="660"/>
            <ac:spMk id="12" creationId="{A773B303-CEA4-39FE-8190-A77ECCC638B8}"/>
          </ac:spMkLst>
        </pc:spChg>
        <pc:spChg chg="mod">
          <ac:chgData name="Hasan Jamal" userId="6724a5da2ffd1b8f" providerId="LiveId" clId="{C6A75C59-9F15-4A0C-82C1-FBCFF519DE9F}" dt="2024-09-19T04:22:04.869" v="259" actId="20577"/>
          <ac:spMkLst>
            <pc:docMk/>
            <pc:sldMk cId="799634555" sldId="660"/>
            <ac:spMk id="3074" creationId="{00000000-0000-0000-0000-000000000000}"/>
          </ac:spMkLst>
        </pc:spChg>
        <pc:grpChg chg="del">
          <ac:chgData name="Hasan Jamal" userId="6724a5da2ffd1b8f" providerId="LiveId" clId="{C6A75C59-9F15-4A0C-82C1-FBCFF519DE9F}" dt="2024-09-19T04:16:34.663" v="159" actId="478"/>
          <ac:grpSpMkLst>
            <pc:docMk/>
            <pc:sldMk cId="799634555" sldId="660"/>
            <ac:grpSpMk id="9" creationId="{8C1A98AC-9924-58A0-8201-59CA76975D10}"/>
          </ac:grpSpMkLst>
        </pc:grpChg>
      </pc:sldChg>
      <pc:sldChg chg="addSp delSp modSp add mod">
        <pc:chgData name="Hasan Jamal" userId="6724a5da2ffd1b8f" providerId="LiveId" clId="{C6A75C59-9F15-4A0C-82C1-FBCFF519DE9F}" dt="2024-09-19T05:36:39.415" v="467" actId="14100"/>
        <pc:sldMkLst>
          <pc:docMk/>
          <pc:sldMk cId="3224803630" sldId="661"/>
        </pc:sldMkLst>
        <pc:spChg chg="del">
          <ac:chgData name="Hasan Jamal" userId="6724a5da2ffd1b8f" providerId="LiveId" clId="{C6A75C59-9F15-4A0C-82C1-FBCFF519DE9F}" dt="2024-09-19T05:36:18.137" v="461" actId="478"/>
          <ac:spMkLst>
            <pc:docMk/>
            <pc:sldMk cId="3224803630" sldId="661"/>
            <ac:spMk id="12" creationId="{A773B303-CEA4-39FE-8190-A77ECCC638B8}"/>
          </ac:spMkLst>
        </pc:spChg>
        <pc:picChg chg="del">
          <ac:chgData name="Hasan Jamal" userId="6724a5da2ffd1b8f" providerId="LiveId" clId="{C6A75C59-9F15-4A0C-82C1-FBCFF519DE9F}" dt="2024-09-19T05:36:20.242" v="462" actId="478"/>
          <ac:picMkLst>
            <pc:docMk/>
            <pc:sldMk cId="3224803630" sldId="661"/>
            <ac:picMk id="8" creationId="{00000000-0000-0000-0000-000000000000}"/>
          </ac:picMkLst>
        </pc:picChg>
        <pc:picChg chg="add mod">
          <ac:chgData name="Hasan Jamal" userId="6724a5da2ffd1b8f" providerId="LiveId" clId="{C6A75C59-9F15-4A0C-82C1-FBCFF519DE9F}" dt="2024-09-19T05:36:39.415" v="467" actId="14100"/>
          <ac:picMkLst>
            <pc:docMk/>
            <pc:sldMk cId="3224803630" sldId="661"/>
            <ac:picMk id="17411" creationId="{E58EFC16-5ABF-4B34-B546-50AB9FB81842}"/>
          </ac:picMkLst>
        </pc:picChg>
      </pc:sldChg>
      <pc:sldChg chg="addSp delSp modSp add mod">
        <pc:chgData name="Hasan Jamal" userId="6724a5da2ffd1b8f" providerId="LiveId" clId="{C6A75C59-9F15-4A0C-82C1-FBCFF519DE9F}" dt="2024-09-19T06:11:33.561" v="833" actId="1076"/>
        <pc:sldMkLst>
          <pc:docMk/>
          <pc:sldMk cId="2998047375" sldId="662"/>
        </pc:sldMkLst>
        <pc:spChg chg="del">
          <ac:chgData name="Hasan Jamal" userId="6724a5da2ffd1b8f" providerId="LiveId" clId="{C6A75C59-9F15-4A0C-82C1-FBCFF519DE9F}" dt="2024-09-19T06:11:21.968" v="830" actId="478"/>
          <ac:spMkLst>
            <pc:docMk/>
            <pc:sldMk cId="2998047375" sldId="662"/>
            <ac:spMk id="12" creationId="{A773B303-CEA4-39FE-8190-A77ECCC638B8}"/>
          </ac:spMkLst>
        </pc:spChg>
        <pc:spChg chg="mod">
          <ac:chgData name="Hasan Jamal" userId="6724a5da2ffd1b8f" providerId="LiveId" clId="{C6A75C59-9F15-4A0C-82C1-FBCFF519DE9F}" dt="2024-09-19T06:11:16.955" v="829" actId="20577"/>
          <ac:spMkLst>
            <pc:docMk/>
            <pc:sldMk cId="2998047375" sldId="662"/>
            <ac:spMk id="3074" creationId="{00000000-0000-0000-0000-000000000000}"/>
          </ac:spMkLst>
        </pc:spChg>
        <pc:picChg chg="add mod">
          <ac:chgData name="Hasan Jamal" userId="6724a5da2ffd1b8f" providerId="LiveId" clId="{C6A75C59-9F15-4A0C-82C1-FBCFF519DE9F}" dt="2024-09-19T06:11:33.561" v="833" actId="1076"/>
          <ac:picMkLst>
            <pc:docMk/>
            <pc:sldMk cId="2998047375" sldId="662"/>
            <ac:picMk id="2" creationId="{BBBC859A-544B-AB1C-DFD5-0D2E8550EB26}"/>
          </ac:picMkLst>
        </pc:picChg>
      </pc:sldChg>
      <pc:sldChg chg="addSp delSp modSp add del mod">
        <pc:chgData name="Hasan Jamal" userId="6724a5da2ffd1b8f" providerId="LiveId" clId="{C6A75C59-9F15-4A0C-82C1-FBCFF519DE9F}" dt="2024-10-03T05:37:34.727" v="1793" actId="47"/>
        <pc:sldMkLst>
          <pc:docMk/>
          <pc:sldMk cId="1928748306" sldId="663"/>
        </pc:sldMkLst>
        <pc:spChg chg="mod">
          <ac:chgData name="Hasan Jamal" userId="6724a5da2ffd1b8f" providerId="LiveId" clId="{C6A75C59-9F15-4A0C-82C1-FBCFF519DE9F}" dt="2024-09-19T06:11:58.226" v="877" actId="20577"/>
          <ac:spMkLst>
            <pc:docMk/>
            <pc:sldMk cId="1928748306" sldId="663"/>
            <ac:spMk id="3074" creationId="{00000000-0000-0000-0000-000000000000}"/>
          </ac:spMkLst>
        </pc:spChg>
        <pc:picChg chg="del">
          <ac:chgData name="Hasan Jamal" userId="6724a5da2ffd1b8f" providerId="LiveId" clId="{C6A75C59-9F15-4A0C-82C1-FBCFF519DE9F}" dt="2024-09-19T06:12:00.046" v="878" actId="478"/>
          <ac:picMkLst>
            <pc:docMk/>
            <pc:sldMk cId="1928748306" sldId="663"/>
            <ac:picMk id="2" creationId="{BBBC859A-544B-AB1C-DFD5-0D2E8550EB26}"/>
          </ac:picMkLst>
        </pc:picChg>
        <pc:picChg chg="add mod">
          <ac:chgData name="Hasan Jamal" userId="6724a5da2ffd1b8f" providerId="LiveId" clId="{C6A75C59-9F15-4A0C-82C1-FBCFF519DE9F}" dt="2024-09-19T06:12:05.977" v="880" actId="14100"/>
          <ac:picMkLst>
            <pc:docMk/>
            <pc:sldMk cId="1928748306" sldId="663"/>
            <ac:picMk id="31747" creationId="{A0A8D57B-B011-4BA3-A330-AE3AFD4CB52A}"/>
          </ac:picMkLst>
        </pc:picChg>
      </pc:sldChg>
      <pc:sldChg chg="delSp modSp add mod">
        <pc:chgData name="Hasan Jamal" userId="6724a5da2ffd1b8f" providerId="LiveId" clId="{C6A75C59-9F15-4A0C-82C1-FBCFF519DE9F}" dt="2024-09-19T06:23:54.665" v="1183" actId="20577"/>
        <pc:sldMkLst>
          <pc:docMk/>
          <pc:sldMk cId="3182552554" sldId="664"/>
        </pc:sldMkLst>
        <pc:spChg chg="mod">
          <ac:chgData name="Hasan Jamal" userId="6724a5da2ffd1b8f" providerId="LiveId" clId="{C6A75C59-9F15-4A0C-82C1-FBCFF519DE9F}" dt="2024-09-19T06:23:54.665" v="1183" actId="20577"/>
          <ac:spMkLst>
            <pc:docMk/>
            <pc:sldMk cId="3182552554" sldId="664"/>
            <ac:spMk id="12" creationId="{A773B303-CEA4-39FE-8190-A77ECCC638B8}"/>
          </ac:spMkLst>
        </pc:spChg>
        <pc:spChg chg="mod">
          <ac:chgData name="Hasan Jamal" userId="6724a5da2ffd1b8f" providerId="LiveId" clId="{C6A75C59-9F15-4A0C-82C1-FBCFF519DE9F}" dt="2024-09-19T06:22:44.796" v="1166" actId="20577"/>
          <ac:spMkLst>
            <pc:docMk/>
            <pc:sldMk cId="3182552554" sldId="664"/>
            <ac:spMk id="3074" creationId="{00000000-0000-0000-0000-000000000000}"/>
          </ac:spMkLst>
        </pc:spChg>
        <pc:picChg chg="del">
          <ac:chgData name="Hasan Jamal" userId="6724a5da2ffd1b8f" providerId="LiveId" clId="{C6A75C59-9F15-4A0C-82C1-FBCFF519DE9F}" dt="2024-09-19T06:22:47.203" v="1167" actId="478"/>
          <ac:picMkLst>
            <pc:docMk/>
            <pc:sldMk cId="3182552554" sldId="664"/>
            <ac:picMk id="12291" creationId="{00000000-0000-0000-0000-000000000000}"/>
          </ac:picMkLst>
        </pc:picChg>
      </pc:sldChg>
      <pc:sldChg chg="addSp delSp modSp add mod">
        <pc:chgData name="Hasan Jamal" userId="6724a5da2ffd1b8f" providerId="LiveId" clId="{C6A75C59-9F15-4A0C-82C1-FBCFF519DE9F}" dt="2024-09-19T06:44:18.814" v="1378" actId="1076"/>
        <pc:sldMkLst>
          <pc:docMk/>
          <pc:sldMk cId="728946806" sldId="665"/>
        </pc:sldMkLst>
        <pc:spChg chg="mod">
          <ac:chgData name="Hasan Jamal" userId="6724a5da2ffd1b8f" providerId="LiveId" clId="{C6A75C59-9F15-4A0C-82C1-FBCFF519DE9F}" dt="2024-09-19T06:39:32.251" v="1318" actId="108"/>
          <ac:spMkLst>
            <pc:docMk/>
            <pc:sldMk cId="728946806" sldId="665"/>
            <ac:spMk id="12" creationId="{A773B303-CEA4-39FE-8190-A77ECCC638B8}"/>
          </ac:spMkLst>
        </pc:spChg>
        <pc:picChg chg="add mod">
          <ac:chgData name="Hasan Jamal" userId="6724a5da2ffd1b8f" providerId="LiveId" clId="{C6A75C59-9F15-4A0C-82C1-FBCFF519DE9F}" dt="2024-09-19T06:44:18.814" v="1378" actId="1076"/>
          <ac:picMkLst>
            <pc:docMk/>
            <pc:sldMk cId="728946806" sldId="665"/>
            <ac:picMk id="44035" creationId="{EA22965C-6F67-436A-9A7E-32781923A7CF}"/>
          </ac:picMkLst>
        </pc:picChg>
        <pc:picChg chg="del">
          <ac:chgData name="Hasan Jamal" userId="6724a5da2ffd1b8f" providerId="LiveId" clId="{C6A75C59-9F15-4A0C-82C1-FBCFF519DE9F}" dt="2024-09-19T06:44:01.684" v="1371" actId="478"/>
          <ac:picMkLst>
            <pc:docMk/>
            <pc:sldMk cId="728946806" sldId="665"/>
            <ac:picMk id="49155" creationId="{00000000-0000-0000-0000-000000000000}"/>
          </ac:picMkLst>
        </pc:picChg>
      </pc:sldChg>
      <pc:sldChg chg="modSp add mod">
        <pc:chgData name="Hasan Jamal" userId="6724a5da2ffd1b8f" providerId="LiveId" clId="{C6A75C59-9F15-4A0C-82C1-FBCFF519DE9F}" dt="2024-09-19T06:58:38.731" v="1695" actId="313"/>
        <pc:sldMkLst>
          <pc:docMk/>
          <pc:sldMk cId="2179826605" sldId="666"/>
        </pc:sldMkLst>
        <pc:spChg chg="mod">
          <ac:chgData name="Hasan Jamal" userId="6724a5da2ffd1b8f" providerId="LiveId" clId="{C6A75C59-9F15-4A0C-82C1-FBCFF519DE9F}" dt="2024-09-19T06:58:33.818" v="1694" actId="20577"/>
          <ac:spMkLst>
            <pc:docMk/>
            <pc:sldMk cId="2179826605" sldId="666"/>
            <ac:spMk id="12" creationId="{A773B303-CEA4-39FE-8190-A77ECCC638B8}"/>
          </ac:spMkLst>
        </pc:spChg>
        <pc:spChg chg="mod">
          <ac:chgData name="Hasan Jamal" userId="6724a5da2ffd1b8f" providerId="LiveId" clId="{C6A75C59-9F15-4A0C-82C1-FBCFF519DE9F}" dt="2024-09-19T06:58:38.731" v="1695" actId="313"/>
          <ac:spMkLst>
            <pc:docMk/>
            <pc:sldMk cId="2179826605" sldId="666"/>
            <ac:spMk id="3074" creationId="{00000000-0000-0000-0000-000000000000}"/>
          </ac:spMkLst>
        </pc:spChg>
      </pc:sldChg>
      <pc:sldChg chg="addSp modSp add mod">
        <pc:chgData name="Hasan Jamal" userId="6724a5da2ffd1b8f" providerId="LiveId" clId="{C6A75C59-9F15-4A0C-82C1-FBCFF519DE9F}" dt="2024-09-19T07:01:30.868" v="1783" actId="1076"/>
        <pc:sldMkLst>
          <pc:docMk/>
          <pc:sldMk cId="2371648490" sldId="667"/>
        </pc:sldMkLst>
        <pc:spChg chg="mod">
          <ac:chgData name="Hasan Jamal" userId="6724a5da2ffd1b8f" providerId="LiveId" clId="{C6A75C59-9F15-4A0C-82C1-FBCFF519DE9F}" dt="2024-09-19T07:01:20.040" v="1779" actId="108"/>
          <ac:spMkLst>
            <pc:docMk/>
            <pc:sldMk cId="2371648490" sldId="667"/>
            <ac:spMk id="12" creationId="{A773B303-CEA4-39FE-8190-A77ECCC638B8}"/>
          </ac:spMkLst>
        </pc:spChg>
        <pc:spChg chg="mod">
          <ac:chgData name="Hasan Jamal" userId="6724a5da2ffd1b8f" providerId="LiveId" clId="{C6A75C59-9F15-4A0C-82C1-FBCFF519DE9F}" dt="2024-09-19T06:59:11.698" v="1743" actId="20577"/>
          <ac:spMkLst>
            <pc:docMk/>
            <pc:sldMk cId="2371648490" sldId="667"/>
            <ac:spMk id="3074" creationId="{00000000-0000-0000-0000-000000000000}"/>
          </ac:spMkLst>
        </pc:spChg>
        <pc:picChg chg="add mod">
          <ac:chgData name="Hasan Jamal" userId="6724a5da2ffd1b8f" providerId="LiveId" clId="{C6A75C59-9F15-4A0C-82C1-FBCFF519DE9F}" dt="2024-09-19T07:01:30.868" v="1783" actId="1076"/>
          <ac:picMkLst>
            <pc:docMk/>
            <pc:sldMk cId="2371648490" sldId="667"/>
            <ac:picMk id="57348" creationId="{FC10B725-AB13-417A-BEE0-FCE2190A3E97}"/>
          </ac:picMkLst>
        </pc:picChg>
      </pc:sldChg>
      <pc:sldChg chg="add">
        <pc:chgData name="Hasan Jamal" userId="6724a5da2ffd1b8f" providerId="LiveId" clId="{C6A75C59-9F15-4A0C-82C1-FBCFF519DE9F}" dt="2024-10-03T05:37:00.488" v="1791"/>
        <pc:sldMkLst>
          <pc:docMk/>
          <pc:sldMk cId="75064059" sldId="668"/>
        </pc:sldMkLst>
      </pc:sldChg>
    </pc:docChg>
  </pc:docChgLst>
  <pc:docChgLst>
    <pc:chgData name="Hasan Jamal" userId="6724a5da2ffd1b8f" providerId="LiveId" clId="{96E91301-8390-499D-83BE-49190A5B0140}"/>
    <pc:docChg chg="modSld">
      <pc:chgData name="Hasan Jamal" userId="6724a5da2ffd1b8f" providerId="LiveId" clId="{96E91301-8390-499D-83BE-49190A5B0140}" dt="2020-06-20T13:15:35.684" v="1"/>
      <pc:docMkLst>
        <pc:docMk/>
      </pc:docMkLst>
      <pc:sldChg chg="modTransition">
        <pc:chgData name="Hasan Jamal" userId="6724a5da2ffd1b8f" providerId="LiveId" clId="{96E91301-8390-499D-83BE-49190A5B0140}" dt="2020-06-20T13:15:35.684" v="1"/>
        <pc:sldMkLst>
          <pc:docMk/>
          <pc:sldMk cId="1423990881" sldId="267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578419612" sldId="270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1495268929" sldId="274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2742951823" sldId="346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3076239252" sldId="457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3748594262" sldId="458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616506392" sldId="459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2854303941" sldId="461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3095468980" sldId="466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2501283379" sldId="467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2088484385" sldId="468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2487066325" sldId="469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1595765672" sldId="470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2723844874" sldId="471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391945698" sldId="475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481662566" sldId="476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376348559" sldId="4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34546-FD7D-47BB-AA1E-00BBFD21EEC5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D3D20-B80A-47F2-90D8-E85AAC9E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35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04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70CC6-EB59-4447-80BA-9D36C629B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4DD14A-F511-49B0-A91B-978DAEFBB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39A08-9A7A-49DA-A39B-B0EF1A480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D8D3A-B881-4BC9-A537-ECB468F7F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F4CF0-1776-4F65-BCA7-0F303DF3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7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02DE-303C-4D87-8E77-879FBE119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6C54D-48BB-467E-8103-DFE5F6DCE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DAA13-6920-4BB8-A1F1-3A1324279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3360B-5BAB-41D8-A02D-7C1BAB8C6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317C-2498-4AED-8B51-357F03DC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34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33ADF-891D-4A12-83B5-454FF556A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92D1F-5588-4349-97C5-EB30CD88E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24B3D-6B89-4416-A6EB-152D8D49D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B9C78-BA9A-479E-A3FF-695287295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8EE37-7497-4B13-94F5-9E33310DD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59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8959-A7A6-4D39-AA8B-57C72F6B1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E0084-43D6-45E5-B2FB-83FB50E504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317EC-AA9D-4624-8395-48D0AE97E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8D681-CD5B-4D0F-A2B0-BF8B8AD7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1E102-0CFC-4C99-8794-DDB15502C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0784B-2F5A-4BD4-9EBE-85512D86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3181-2412-4949-91A3-23CBDDDBC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C8FC4-D6CA-4D00-B86A-7336B6E1C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D6D8B-7024-4E37-B53E-016331394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1DB30-80A3-4DC3-9806-9202A76140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997761-D7C3-42D3-803A-AAC22024F8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D11AC6-D32A-4EAD-B726-5AE67DFF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607F5-A7FB-40DA-A637-507CECE2A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28571F-5213-44AD-9B39-829F8762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1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16889-5B79-497C-9736-E9B7A36D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5B599-D225-4693-9E55-C140F796D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5B06CB-70EA-4710-B4B5-59BF2C624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1CA16-87D7-4A9A-93EE-A252B69E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11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9141D3-43C6-40C7-A4DB-9BFB3972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73F51-C531-4416-9A10-50D5280B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032B0-273E-4169-9640-156E7D4E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67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39EF-1141-43EF-9A25-60CEC3698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A0430-0CCC-4FD2-905C-27F04B934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68AE7-6F69-4589-A8AF-F2B8927E8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1577C-944C-412C-8F52-FFFC45A36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4FD3B-027E-4C74-964C-C3F64FBB4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FEB46-4620-4847-8F68-DB3BB84C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7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019B-EBB5-4FBC-99F6-CD60929B5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6A3050-1640-44D7-B8B2-7F5BC0F2C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D1C82-DEC0-4624-8D52-79B7F25CF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A048C-F343-4D60-96F0-B2859B510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88895-9B51-4541-AAB2-BF16ED7D0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53C80-6CDB-486A-B8CF-AAD12732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52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7D555-ABD7-4161-B06F-FCD3143D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95C10-FF95-4025-B207-9881A1646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C42DD-D420-4BAE-A427-F815A4F37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1F7B7-D2EB-4517-9D60-26A66FF0E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20148-FE35-475E-9068-7641710E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33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554761-8A33-482D-B4B2-18B2A8F89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816EB-AB8E-47C2-9A3E-33DE4D4F8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40179-C5D2-4148-BAA2-30F72348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0BD9F-3BB0-4D0E-9EBA-8CC5FDF82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69872-32D9-46E9-AB85-0ABCDEE8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65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83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22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60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6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203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33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782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54409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8020862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371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936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AA143B-99B6-4B27-B043-E574855ABF9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7592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718971-3FDC-4323-BE22-69C0E5D5795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8714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CAC09-0EE0-4829-9090-1F0BC639B9B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95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B5029-5875-48B9-9C22-38D785FC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0B3BA-C511-4FC7-AA99-072F757CF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00382-92E4-4D10-875A-89C34EF30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F8B72-9C19-4DBD-8F3B-D049130D496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D864E-90F0-4014-8C2D-CE853EFCB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62C12-0EAF-4F9E-BB1B-EED572C61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&amp; Analysis of Algorithms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and Anaysis of Algorihms, Spring 2008 </a:t>
            </a:r>
          </a:p>
        </p:txBody>
      </p:sp>
    </p:spTree>
    <p:extLst>
      <p:ext uri="{BB962C8B-B14F-4D97-AF65-F5344CB8AC3E}">
        <p14:creationId xmlns:p14="http://schemas.microsoft.com/office/powerpoint/2010/main" val="238991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</a:t>
            </a:fld>
            <a:endParaRPr lang="en-US">
              <a:latin typeface="Calibri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654176"/>
            <a:ext cx="8458200" cy="1470025"/>
          </a:xfrm>
        </p:spPr>
        <p:txBody>
          <a:bodyPr/>
          <a:lstStyle/>
          <a:p>
            <a:pPr algn="ctr"/>
            <a:r>
              <a:rPr lang="en-US" sz="3200" b="1" dirty="0"/>
              <a:t>CSC 323 – Principles of Operating Systems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524000" y="3505200"/>
            <a:ext cx="84582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A9A57C"/>
              </a:buClr>
            </a:pP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Instructor: Ms. </a:t>
            </a:r>
            <a:r>
              <a:rPr lang="en-US" sz="2800" b="1" spc="-100">
                <a:solidFill>
                  <a:srgbClr val="675E47"/>
                </a:solidFill>
                <a:latin typeface="Cambria"/>
              </a:rPr>
              <a:t>Mamoona Tasadduq</a:t>
            </a:r>
            <a:endParaRPr lang="en-US" sz="2800" b="1" spc="-100" dirty="0">
              <a:solidFill>
                <a:srgbClr val="675E47"/>
              </a:solidFill>
              <a:latin typeface="Cambria"/>
            </a:endParaRPr>
          </a:p>
          <a:p>
            <a:pPr algn="ctr">
              <a:buClr>
                <a:srgbClr val="A9A57C"/>
              </a:buClr>
            </a:pP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Lecture# 03(a): Process Management</a:t>
            </a:r>
          </a:p>
        </p:txBody>
      </p:sp>
    </p:spTree>
    <p:extLst>
      <p:ext uri="{BB962C8B-B14F-4D97-AF65-F5344CB8AC3E}">
        <p14:creationId xmlns:p14="http://schemas.microsoft.com/office/powerpoint/2010/main" val="142399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Process Concept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569250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 operating system executes a variety of programs that run as a process.</a:t>
            </a:r>
          </a:p>
          <a:p>
            <a:pPr algn="just"/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A process is a program in execution. It is a unit of work within the system. Process execution must progress in sequential fashion. No parallel execution of instructions of a  single process.</a:t>
            </a:r>
          </a:p>
          <a:p>
            <a:pPr algn="just"/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 is </a:t>
            </a:r>
            <a:r>
              <a:rPr lang="en-US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passive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entity stored on disk (executable file). Process is </a:t>
            </a:r>
            <a:r>
              <a:rPr lang="en-US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entity. Program becomes process when an executable file is loaded into memory.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F6C1B3-0259-AA1E-EE61-1F5277460E62}"/>
              </a:ext>
            </a:extLst>
          </p:cNvPr>
          <p:cNvSpPr txBox="1">
            <a:spLocks noChangeArrowheads="1"/>
          </p:cNvSpPr>
          <p:nvPr/>
        </p:nvSpPr>
        <p:spPr>
          <a:xfrm>
            <a:off x="1672737" y="4236430"/>
            <a:ext cx="3432664" cy="2457450"/>
          </a:xfrm>
          <a:prstGeom prst="roundRect">
            <a:avLst/>
          </a:prstGeom>
          <a:solidFill>
            <a:srgbClr val="FFCCCC">
              <a:alpha val="50196"/>
            </a:srgbClr>
          </a:solidFill>
          <a:ln w="15875"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...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foo();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...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6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1600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...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  <a:endParaRPr lang="en-US" dirty="0">
              <a:latin typeface="+mj-lt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dirty="0"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039C7B-144C-A1A9-00B8-E1C389832E2D}"/>
              </a:ext>
            </a:extLst>
          </p:cNvPr>
          <p:cNvGrpSpPr/>
          <p:nvPr/>
        </p:nvGrpSpPr>
        <p:grpSpPr>
          <a:xfrm>
            <a:off x="6153150" y="4236431"/>
            <a:ext cx="4095750" cy="2457450"/>
            <a:chOff x="6153150" y="4124326"/>
            <a:chExt cx="4095750" cy="2457450"/>
          </a:xfrm>
        </p:grpSpPr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76DF898A-8C5A-611E-22F6-AC07769C315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153150" y="4124326"/>
              <a:ext cx="4095750" cy="2457450"/>
            </a:xfrm>
            <a:prstGeom prst="roundRect">
              <a:avLst/>
            </a:prstGeom>
            <a:solidFill>
              <a:srgbClr val="FFCCCC">
                <a:alpha val="50196"/>
              </a:srgbClr>
            </a:solidFill>
            <a:ln w="15875">
              <a:solidFill>
                <a:schemeClr val="tx1"/>
              </a:solidFill>
              <a:prstDash val="dash"/>
            </a:ln>
          </p:spPr>
          <p:txBody>
            <a:bodyPr vert="horz" lIns="91440" tIns="45720" rIns="91440" bIns="45720" rtlCol="0">
              <a:normAutofit lnSpcReduction="10000"/>
            </a:bodyPr>
            <a:lstStyle>
              <a:lvl1pPr marL="342900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28600" algn="l" defTabSz="914400" rtl="0" eaLnBrk="1" latinLnBrk="0" hangingPunct="1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28600" algn="l" defTabSz="914400" rtl="0" eaLnBrk="1" latinLnBrk="0" hangingPunct="1">
                <a:spcBef>
                  <a:spcPct val="20000"/>
                </a:spcBef>
                <a:buClr>
                  <a:schemeClr val="accent3"/>
                </a:buClr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80160" indent="-22860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54480" indent="-228600" algn="l" defTabSz="914400" rtl="0" eaLnBrk="1" latinLnBrk="0" hangingPunct="1">
                <a:spcBef>
                  <a:spcPct val="20000"/>
                </a:spcBef>
                <a:buClr>
                  <a:schemeClr val="accent5"/>
                </a:buClr>
                <a:buFont typeface="Arial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37360" indent="-18288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182880" algn="l" defTabSz="914400" rtl="0" eaLnBrk="1" latinLnBrk="0" hangingPunct="1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03120" indent="-182880" algn="l" defTabSz="914400" rtl="0" eaLnBrk="1" latinLnBrk="0" hangingPunct="1">
                <a:spcBef>
                  <a:spcPct val="20000"/>
                </a:spcBef>
                <a:buClr>
                  <a:schemeClr val="accent3"/>
                </a:buClr>
                <a:buFont typeface="Arial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286000" indent="-18288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 {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...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foo();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...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  <a:r>
                <a:rPr lang="en-US" sz="1600" b="1" dirty="0">
                  <a:solidFill>
                    <a:srgbClr val="00B0F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endParaRPr lang="en-US" sz="16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foo</a:t>
              </a:r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 {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...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  <a:r>
                <a:rPr lang="en-US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</a:t>
              </a: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Process</a:t>
              </a:r>
              <a:endParaRPr lang="en-US" dirty="0"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1D9DFD9-1BB1-702A-3872-8644BF0AD7E9}"/>
                </a:ext>
              </a:extLst>
            </p:cNvPr>
            <p:cNvSpPr txBox="1"/>
            <p:nvPr/>
          </p:nvSpPr>
          <p:spPr>
            <a:xfrm>
              <a:off x="7905927" y="4307985"/>
              <a:ext cx="967154" cy="8309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Heap</a:t>
              </a:r>
            </a:p>
            <a:p>
              <a:pPr algn="ctr"/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A638DF8-1161-EDB9-EF73-B6BFFAD2BE5E}"/>
                </a:ext>
              </a:extLst>
            </p:cNvPr>
            <p:cNvSpPr txBox="1"/>
            <p:nvPr/>
          </p:nvSpPr>
          <p:spPr>
            <a:xfrm>
              <a:off x="9040248" y="4307985"/>
              <a:ext cx="967154" cy="8309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Stack</a:t>
              </a: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main</a:t>
              </a: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foo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5FFDEF-CF0B-C52E-EDF7-3547D08CB85A}"/>
                </a:ext>
              </a:extLst>
            </p:cNvPr>
            <p:cNvSpPr txBox="1"/>
            <p:nvPr/>
          </p:nvSpPr>
          <p:spPr>
            <a:xfrm>
              <a:off x="7905927" y="5275603"/>
              <a:ext cx="2101475" cy="58477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Registers</a:t>
              </a:r>
            </a:p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Program Counter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9191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Process Concept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10988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can be a set of programs, or a set of processes. Consider multiple users executing the same program.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process in one instance of a program that is separate from other instances. Consider a single user executing multiple instances of the same program.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process can start/launch other processes or can be launched by them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example, there are multiple stages when compiling a code using </a:t>
            </a:r>
            <a:r>
              <a:rPr lang="en-US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gcc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Preprocessing (/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libexec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cpp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Compilation (/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libexec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/cc1)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Assembly (/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libexec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/as)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Linking (/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libexec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/elf/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14300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9634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Process Concept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3745523"/>
            <a:ext cx="10446158" cy="3094892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address was always the same! The values were different!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Implications: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programs think they are using the same address?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Are they seeing each other?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Conclusion: Address are not absolute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are the benefits?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A7D5A67-4200-4FC7-E183-E2A3B57A885D}"/>
              </a:ext>
            </a:extLst>
          </p:cNvPr>
          <p:cNvSpPr txBox="1">
            <a:spLocks noChangeArrowheads="1"/>
          </p:cNvSpPr>
          <p:nvPr/>
        </p:nvSpPr>
        <p:spPr>
          <a:xfrm>
            <a:off x="828672" y="1440473"/>
            <a:ext cx="10126541" cy="2111619"/>
          </a:xfrm>
          <a:prstGeom prst="roundRect">
            <a:avLst/>
          </a:prstGeom>
          <a:solidFill>
            <a:srgbClr val="FFCCCC">
              <a:alpha val="50196"/>
            </a:srgbClr>
          </a:solidFill>
          <a:ln w="15875"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myval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char *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[]) 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myval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while(1)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myval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is %d, loc 0x%lx\n",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myval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(long) &amp;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myval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2380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Process Concept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10988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process has multiple parts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program code, also called the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section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activity including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 counter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processor registers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section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contains global variables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contains the temporary data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 parameters, return addresses, local variables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contains memory dynamically allocated during run time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7948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Process in Memory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</a:t>
            </a:fld>
            <a:endParaRPr lang="en-US">
              <a:latin typeface="Calibri"/>
            </a:endParaRPr>
          </a:p>
        </p:txBody>
      </p:sp>
      <p:pic>
        <p:nvPicPr>
          <p:cNvPr id="17411" name="Picture 1">
            <a:extLst>
              <a:ext uri="{FF2B5EF4-FFF2-40B4-BE49-F238E27FC236}">
                <a16:creationId xmlns:a16="http://schemas.microsoft.com/office/drawing/2014/main" id="{E58EFC16-5ABF-4B34-B546-50AB9FB81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70" y="1517039"/>
            <a:ext cx="10576174" cy="502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24803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Process State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10987" cy="45919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 a process executes, it changes its </a:t>
            </a: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The process is being created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The process is waiting to be assigned a processor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Instructions are being executed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Waiting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The process is waiting for some event to occur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Terminated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The process has finished execution</a:t>
            </a:r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993" y="3976157"/>
            <a:ext cx="6726013" cy="2681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74055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8</a:t>
            </a:fld>
            <a:endParaRPr lang="en-US">
              <a:latin typeface="Calibri"/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D6D908-7230-47E3-9EFD-54A799BA57A2}"/>
              </a:ext>
            </a:extLst>
          </p:cNvPr>
          <p:cNvGraphicFramePr>
            <a:graphicFrameLocks/>
          </p:cNvGraphicFramePr>
          <p:nvPr/>
        </p:nvGraphicFramePr>
        <p:xfrm>
          <a:off x="2115773" y="1280746"/>
          <a:ext cx="7275876" cy="15088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25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Time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Start/Arrival Time</a:t>
                      </a: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 sec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sec</a:t>
                      </a: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01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CPU time slice = 10 sec</a:t>
                      </a:r>
                    </a:p>
                  </a:txBody>
                  <a:tcPr marL="60954" marR="60954" marT="34295" marB="34295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115773" y="3253152"/>
          <a:ext cx="7275876" cy="339475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25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Instant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DC80639-DE1C-2E5E-6603-C924D3CA31E2}"/>
              </a:ext>
            </a:extLst>
          </p:cNvPr>
          <p:cNvSpPr txBox="1"/>
          <p:nvPr/>
        </p:nvSpPr>
        <p:spPr>
          <a:xfrm>
            <a:off x="7422907" y="3609270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AB24DD-C718-F02D-6EF1-9C9545D0B454}"/>
              </a:ext>
            </a:extLst>
          </p:cNvPr>
          <p:cNvSpPr txBox="1"/>
          <p:nvPr/>
        </p:nvSpPr>
        <p:spPr>
          <a:xfrm>
            <a:off x="7434627" y="4359548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B2CEF-373A-EA39-958D-6B1C3CC42F0F}"/>
              </a:ext>
            </a:extLst>
          </p:cNvPr>
          <p:cNvSpPr txBox="1"/>
          <p:nvPr/>
        </p:nvSpPr>
        <p:spPr>
          <a:xfrm>
            <a:off x="7448915" y="5158965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0FB13E-88BC-D5C4-129E-B145910BCEB6}"/>
              </a:ext>
            </a:extLst>
          </p:cNvPr>
          <p:cNvSpPr txBox="1"/>
          <p:nvPr/>
        </p:nvSpPr>
        <p:spPr>
          <a:xfrm>
            <a:off x="7460635" y="5909243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DA69D-6C26-C577-281B-FBEC649BBAA1}"/>
              </a:ext>
            </a:extLst>
          </p:cNvPr>
          <p:cNvSpPr txBox="1"/>
          <p:nvPr/>
        </p:nvSpPr>
        <p:spPr>
          <a:xfrm>
            <a:off x="4924639" y="3990216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050A6-6A2D-C7A6-B69C-EF6FF324EF7C}"/>
              </a:ext>
            </a:extLst>
          </p:cNvPr>
          <p:cNvSpPr txBox="1"/>
          <p:nvPr/>
        </p:nvSpPr>
        <p:spPr>
          <a:xfrm>
            <a:off x="4936359" y="4759544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83CB68-5615-F2FB-5C3A-9C0FCE260CB1}"/>
              </a:ext>
            </a:extLst>
          </p:cNvPr>
          <p:cNvSpPr txBox="1"/>
          <p:nvPr/>
        </p:nvSpPr>
        <p:spPr>
          <a:xfrm>
            <a:off x="4950647" y="5539911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657A2D-1045-779C-EBFA-1D0DC82D261E}"/>
              </a:ext>
            </a:extLst>
          </p:cNvPr>
          <p:cNvSpPr txBox="1"/>
          <p:nvPr/>
        </p:nvSpPr>
        <p:spPr>
          <a:xfrm>
            <a:off x="4940393" y="3605472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E41C6A-02ED-2EA5-640C-B53E538912C2}"/>
              </a:ext>
            </a:extLst>
          </p:cNvPr>
          <p:cNvSpPr txBox="1"/>
          <p:nvPr/>
        </p:nvSpPr>
        <p:spPr>
          <a:xfrm>
            <a:off x="4952113" y="4390920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F5F4E6-2112-531C-0266-CCBBA7FF3B04}"/>
              </a:ext>
            </a:extLst>
          </p:cNvPr>
          <p:cNvSpPr txBox="1"/>
          <p:nvPr/>
        </p:nvSpPr>
        <p:spPr>
          <a:xfrm>
            <a:off x="4966401" y="5145642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326E9C-B494-6EA4-7E04-EDBBC2F2DB25}"/>
              </a:ext>
            </a:extLst>
          </p:cNvPr>
          <p:cNvSpPr txBox="1"/>
          <p:nvPr/>
        </p:nvSpPr>
        <p:spPr>
          <a:xfrm>
            <a:off x="4978123" y="5878337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A1B6D3-107B-A119-8151-2B2C2CF2AC09}"/>
              </a:ext>
            </a:extLst>
          </p:cNvPr>
          <p:cNvSpPr txBox="1"/>
          <p:nvPr/>
        </p:nvSpPr>
        <p:spPr>
          <a:xfrm>
            <a:off x="7411185" y="4005710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898D59-DA70-3576-ABA5-8107D203C790}"/>
              </a:ext>
            </a:extLst>
          </p:cNvPr>
          <p:cNvSpPr txBox="1"/>
          <p:nvPr/>
        </p:nvSpPr>
        <p:spPr>
          <a:xfrm>
            <a:off x="7422905" y="4791158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95DBFA-E65F-BA70-DDF9-2BB6ABACA8F2}"/>
              </a:ext>
            </a:extLst>
          </p:cNvPr>
          <p:cNvSpPr txBox="1"/>
          <p:nvPr/>
        </p:nvSpPr>
        <p:spPr>
          <a:xfrm>
            <a:off x="7437193" y="5545880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289BE9-2D96-DDEB-B5BC-50D90FFEBB2B}"/>
              </a:ext>
            </a:extLst>
          </p:cNvPr>
          <p:cNvSpPr txBox="1"/>
          <p:nvPr/>
        </p:nvSpPr>
        <p:spPr>
          <a:xfrm>
            <a:off x="7448915" y="6278575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01C4C2-2873-34F8-0964-F6BA46A9A1B4}"/>
              </a:ext>
            </a:extLst>
          </p:cNvPr>
          <p:cNvSpPr txBox="1"/>
          <p:nvPr/>
        </p:nvSpPr>
        <p:spPr>
          <a:xfrm>
            <a:off x="4968521" y="6275591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1680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Example 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9</a:t>
            </a:fld>
            <a:endParaRPr lang="en-US">
              <a:latin typeface="Calibri"/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D6D908-7230-47E3-9EFD-54A799BA57A2}"/>
              </a:ext>
            </a:extLst>
          </p:cNvPr>
          <p:cNvGraphicFramePr>
            <a:graphicFrameLocks/>
          </p:cNvGraphicFramePr>
          <p:nvPr/>
        </p:nvGraphicFramePr>
        <p:xfrm>
          <a:off x="2115773" y="1280746"/>
          <a:ext cx="7275876" cy="15088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25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Time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Start/Arrival Time</a:t>
                      </a: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 sec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sec</a:t>
                      </a: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01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CPU time slice = 10 sec</a:t>
                      </a:r>
                    </a:p>
                  </a:txBody>
                  <a:tcPr marL="60954" marR="60954" marT="34295" marB="34295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115773" y="3253152"/>
          <a:ext cx="7275876" cy="339475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25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Instant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DC80639-DE1C-2E5E-6603-C924D3CA31E2}"/>
              </a:ext>
            </a:extLst>
          </p:cNvPr>
          <p:cNvSpPr txBox="1"/>
          <p:nvPr/>
        </p:nvSpPr>
        <p:spPr>
          <a:xfrm>
            <a:off x="7422907" y="3609270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AB24DD-C718-F02D-6EF1-9C9545D0B454}"/>
              </a:ext>
            </a:extLst>
          </p:cNvPr>
          <p:cNvSpPr txBox="1"/>
          <p:nvPr/>
        </p:nvSpPr>
        <p:spPr>
          <a:xfrm>
            <a:off x="7434627" y="4359548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B2CEF-373A-EA39-958D-6B1C3CC42F0F}"/>
              </a:ext>
            </a:extLst>
          </p:cNvPr>
          <p:cNvSpPr txBox="1"/>
          <p:nvPr/>
        </p:nvSpPr>
        <p:spPr>
          <a:xfrm>
            <a:off x="7448915" y="5158965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DA69D-6C26-C577-281B-FBEC649BBAA1}"/>
              </a:ext>
            </a:extLst>
          </p:cNvPr>
          <p:cNvSpPr txBox="1"/>
          <p:nvPr/>
        </p:nvSpPr>
        <p:spPr>
          <a:xfrm>
            <a:off x="4924639" y="3990216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050A6-6A2D-C7A6-B69C-EF6FF324EF7C}"/>
              </a:ext>
            </a:extLst>
          </p:cNvPr>
          <p:cNvSpPr txBox="1"/>
          <p:nvPr/>
        </p:nvSpPr>
        <p:spPr>
          <a:xfrm>
            <a:off x="4936359" y="4759544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83CB68-5615-F2FB-5C3A-9C0FCE260CB1}"/>
              </a:ext>
            </a:extLst>
          </p:cNvPr>
          <p:cNvSpPr txBox="1"/>
          <p:nvPr/>
        </p:nvSpPr>
        <p:spPr>
          <a:xfrm>
            <a:off x="4950647" y="5539911"/>
            <a:ext cx="150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657A2D-1045-779C-EBFA-1D0DC82D261E}"/>
              </a:ext>
            </a:extLst>
          </p:cNvPr>
          <p:cNvSpPr txBox="1"/>
          <p:nvPr/>
        </p:nvSpPr>
        <p:spPr>
          <a:xfrm>
            <a:off x="4940393" y="3605472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E41C6A-02ED-2EA5-640C-B53E538912C2}"/>
              </a:ext>
            </a:extLst>
          </p:cNvPr>
          <p:cNvSpPr txBox="1"/>
          <p:nvPr/>
        </p:nvSpPr>
        <p:spPr>
          <a:xfrm>
            <a:off x="4952113" y="4390920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F5F4E6-2112-531C-0266-CCBBA7FF3B04}"/>
              </a:ext>
            </a:extLst>
          </p:cNvPr>
          <p:cNvSpPr txBox="1"/>
          <p:nvPr/>
        </p:nvSpPr>
        <p:spPr>
          <a:xfrm>
            <a:off x="4966401" y="5145642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A1B6D3-107B-A119-8151-2B2C2CF2AC09}"/>
              </a:ext>
            </a:extLst>
          </p:cNvPr>
          <p:cNvSpPr txBox="1"/>
          <p:nvPr/>
        </p:nvSpPr>
        <p:spPr>
          <a:xfrm>
            <a:off x="7411185" y="4005710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898D59-DA70-3576-ABA5-8107D203C790}"/>
              </a:ext>
            </a:extLst>
          </p:cNvPr>
          <p:cNvSpPr txBox="1"/>
          <p:nvPr/>
        </p:nvSpPr>
        <p:spPr>
          <a:xfrm>
            <a:off x="7422905" y="4791158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95DBFA-E65F-BA70-DDF9-2BB6ABACA8F2}"/>
              </a:ext>
            </a:extLst>
          </p:cNvPr>
          <p:cNvSpPr txBox="1"/>
          <p:nvPr/>
        </p:nvSpPr>
        <p:spPr>
          <a:xfrm>
            <a:off x="7437193" y="5545880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59E67B-B0FB-C80B-DF64-55E9A080922E}"/>
              </a:ext>
            </a:extLst>
          </p:cNvPr>
          <p:cNvSpPr txBox="1"/>
          <p:nvPr/>
        </p:nvSpPr>
        <p:spPr>
          <a:xfrm>
            <a:off x="7448915" y="5894338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D4B68E-7DB3-3D53-E362-3FA1CF594A88}"/>
              </a:ext>
            </a:extLst>
          </p:cNvPr>
          <p:cNvSpPr txBox="1"/>
          <p:nvPr/>
        </p:nvSpPr>
        <p:spPr>
          <a:xfrm>
            <a:off x="7448915" y="6241631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643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6" grpId="0"/>
      <p:bldP spid="17" grpId="0"/>
      <p:bldP spid="18" grpId="0"/>
      <p:bldP spid="21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Example 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10</a:t>
            </a:fld>
            <a:endParaRPr lang="en-US">
              <a:latin typeface="Calibri"/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D6D908-7230-47E3-9EFD-54A799BA57A2}"/>
              </a:ext>
            </a:extLst>
          </p:cNvPr>
          <p:cNvGraphicFramePr>
            <a:graphicFrameLocks/>
          </p:cNvGraphicFramePr>
          <p:nvPr/>
        </p:nvGraphicFramePr>
        <p:xfrm>
          <a:off x="2115773" y="1280746"/>
          <a:ext cx="7275876" cy="15088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25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Time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Start/Arrival Time</a:t>
                      </a: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 sec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sec</a:t>
                      </a: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01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CPU time slice = 10 sec</a:t>
                      </a:r>
                    </a:p>
                  </a:txBody>
                  <a:tcPr marL="60954" marR="60954" marT="34295" marB="34295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CDA8D76-AA59-30BE-E3D6-DE4844998260}"/>
              </a:ext>
            </a:extLst>
          </p:cNvPr>
          <p:cNvSpPr txBox="1"/>
          <p:nvPr/>
        </p:nvSpPr>
        <p:spPr>
          <a:xfrm>
            <a:off x="2115773" y="3325171"/>
            <a:ext cx="6093068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</a:pPr>
            <a:r>
              <a:rPr kumimoji="1"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P1 does an I/O for 10 sec at 20</a:t>
            </a:r>
          </a:p>
          <a:p>
            <a:pPr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</a:pPr>
            <a:r>
              <a:rPr kumimoji="1"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P2 does an I/O for 20 sec at 40</a:t>
            </a:r>
            <a:endParaRPr kumimoji="1" lang="en-US" sz="2000" b="1" dirty="0">
              <a:solidFill>
                <a:srgbClr val="33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5876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Example 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11</a:t>
            </a:fld>
            <a:endParaRPr lang="en-US">
              <a:latin typeface="Calibri"/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D6D908-7230-47E3-9EFD-54A799BA57A2}"/>
              </a:ext>
            </a:extLst>
          </p:cNvPr>
          <p:cNvGraphicFramePr>
            <a:graphicFrameLocks/>
          </p:cNvGraphicFramePr>
          <p:nvPr/>
        </p:nvGraphicFramePr>
        <p:xfrm>
          <a:off x="2115773" y="1280746"/>
          <a:ext cx="7275876" cy="15088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25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Time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Start/Arrival Time</a:t>
                      </a: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 sec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sec</a:t>
                      </a: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01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CPU time slice = 10 sec</a:t>
                      </a:r>
                    </a:p>
                  </a:txBody>
                  <a:tcPr marL="60954" marR="60954" marT="34295" marB="34295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115773" y="3024547"/>
          <a:ext cx="7275876" cy="37719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25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Instant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Ready</a:t>
                      </a:r>
                      <a:endParaRPr lang="en-US" sz="1800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Ready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  <a:endParaRPr lang="en-US" sz="1800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Blocked for I/O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  <a:endParaRPr lang="en-US" sz="1800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Ready</a:t>
                      </a:r>
                      <a:endParaRPr lang="en-US" sz="1800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Blocked for I/O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  <a:endParaRPr lang="en-US" sz="1800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marL="0" marR="0" indent="0" algn="ctr" defTabSz="6531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Blocked for I/O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Exit</a:t>
                      </a:r>
                      <a:endParaRPr lang="en-US" sz="1800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</a:t>
                      </a:r>
                      <a:endParaRPr lang="en-US" sz="1800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Exit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61058004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903449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Example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12</a:t>
            </a:fld>
            <a:endParaRPr lang="en-US">
              <a:latin typeface="Calibri"/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D6D908-7230-47E3-9EFD-54A799BA57A2}"/>
              </a:ext>
            </a:extLst>
          </p:cNvPr>
          <p:cNvGraphicFramePr>
            <a:graphicFrameLocks/>
          </p:cNvGraphicFramePr>
          <p:nvPr/>
        </p:nvGraphicFramePr>
        <p:xfrm>
          <a:off x="2115773" y="1280746"/>
          <a:ext cx="7275876" cy="15088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25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Time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Start/Arrival Time</a:t>
                      </a: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 sec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sec</a:t>
                      </a: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01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CPU time slice = 10 sec</a:t>
                      </a:r>
                    </a:p>
                  </a:txBody>
                  <a:tcPr marL="60954" marR="60954" marT="34295" marB="34295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CDA8D76-AA59-30BE-E3D6-DE4844998260}"/>
              </a:ext>
            </a:extLst>
          </p:cNvPr>
          <p:cNvSpPr txBox="1"/>
          <p:nvPr/>
        </p:nvSpPr>
        <p:spPr>
          <a:xfrm>
            <a:off x="2115773" y="3325171"/>
            <a:ext cx="6093068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</a:pPr>
            <a:r>
              <a:rPr kumimoji="1"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P1 does an I/O for 10 sec at 20 and 50</a:t>
            </a:r>
          </a:p>
          <a:p>
            <a:pPr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</a:pPr>
            <a:r>
              <a:rPr kumimoji="1"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P2 does an I/O for 10 sec at 40 and 60</a:t>
            </a:r>
            <a:endParaRPr kumimoji="1" lang="en-US" sz="2000" b="1" dirty="0">
              <a:solidFill>
                <a:srgbClr val="33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9888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Example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13</a:t>
            </a:fld>
            <a:endParaRPr lang="en-US">
              <a:latin typeface="Calibri"/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D6D908-7230-47E3-9EFD-54A799BA57A2}"/>
              </a:ext>
            </a:extLst>
          </p:cNvPr>
          <p:cNvGraphicFramePr>
            <a:graphicFrameLocks/>
          </p:cNvGraphicFramePr>
          <p:nvPr/>
        </p:nvGraphicFramePr>
        <p:xfrm>
          <a:off x="2115773" y="1280746"/>
          <a:ext cx="7275876" cy="15088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25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Time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Start/Arrival Time</a:t>
                      </a: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 sec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sec</a:t>
                      </a: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01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CPU time slice = 10 sec</a:t>
                      </a:r>
                    </a:p>
                  </a:txBody>
                  <a:tcPr marL="60954" marR="60954" marT="34295" marB="34295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115773" y="3024547"/>
          <a:ext cx="7275876" cy="37719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25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Instant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Ready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Ready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Blocked for I/O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Ready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Blocked for I/O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marL="0" marR="0" indent="0" algn="ctr" defTabSz="6531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Blocked for I/O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Blocked for I/O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Exit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Exit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61058004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96407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Example 5: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14</a:t>
            </a:fld>
            <a:endParaRPr lang="en-US">
              <a:latin typeface="Calibri"/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D6D908-7230-47E3-9EFD-54A799BA57A2}"/>
              </a:ext>
            </a:extLst>
          </p:cNvPr>
          <p:cNvGraphicFramePr>
            <a:graphicFrameLocks/>
          </p:cNvGraphicFramePr>
          <p:nvPr/>
        </p:nvGraphicFramePr>
        <p:xfrm>
          <a:off x="2115773" y="1280746"/>
          <a:ext cx="7275876" cy="15088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25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Time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Start/Arrival Time</a:t>
                      </a: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 sec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sec</a:t>
                      </a: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01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CPU time slice = 10 sec</a:t>
                      </a:r>
                    </a:p>
                  </a:txBody>
                  <a:tcPr marL="60954" marR="60954" marT="34295" marB="34295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CDA8D76-AA59-30BE-E3D6-DE4844998260}"/>
              </a:ext>
            </a:extLst>
          </p:cNvPr>
          <p:cNvSpPr txBox="1"/>
          <p:nvPr/>
        </p:nvSpPr>
        <p:spPr>
          <a:xfrm>
            <a:off x="2115773" y="3325171"/>
            <a:ext cx="6093068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</a:pPr>
            <a:r>
              <a:rPr kumimoji="1"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P1 does an I/O for 10 sec at 20</a:t>
            </a:r>
          </a:p>
          <a:p>
            <a:pPr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</a:pPr>
            <a:r>
              <a:rPr kumimoji="1"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P2 does an I/O for 30 sec at 30</a:t>
            </a:r>
            <a:endParaRPr kumimoji="1" lang="en-US" sz="2000" b="1" dirty="0">
              <a:solidFill>
                <a:srgbClr val="33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7134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Example 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15</a:t>
            </a:fld>
            <a:endParaRPr lang="en-US">
              <a:latin typeface="Calibri"/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D6D908-7230-47E3-9EFD-54A799BA57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5778658"/>
              </p:ext>
            </p:extLst>
          </p:nvPr>
        </p:nvGraphicFramePr>
        <p:xfrm>
          <a:off x="2115773" y="1280746"/>
          <a:ext cx="7275876" cy="15088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25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Time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Start/Arrival Time</a:t>
                      </a: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 sec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sec</a:t>
                      </a: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54" marR="60954" marT="34295" marB="3429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01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CPU time slice = 10 sec</a:t>
                      </a:r>
                    </a:p>
                  </a:txBody>
                  <a:tcPr marL="60954" marR="60954" marT="34295" marB="34295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115773" y="3024547"/>
          <a:ext cx="7275876" cy="37719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25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5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Instant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</a:p>
                  </a:txBody>
                  <a:tcPr marL="60963" marR="60963" marT="34292" marB="3429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Ready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Ready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Blocked for I/O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marL="0" marR="0" indent="0" algn="ctr" defTabSz="6531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marL="0" marR="0" indent="0" algn="ctr" defTabSz="6531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Blocked for I/O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Blocked for I/O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marL="0" marR="0" indent="0" algn="ctr" defTabSz="6531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Exit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marL="0" marR="0" indent="0" algn="ctr" defTabSz="6531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Blocked for I/O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Running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7195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3" marR="60963" marT="34292" marB="34292"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963" marR="60963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Exit</a:t>
                      </a:r>
                    </a:p>
                  </a:txBody>
                  <a:tcPr marL="60963" marR="60963" marT="34290" marB="34290"/>
                </a:tc>
                <a:extLst>
                  <a:ext uri="{0D108BD9-81ED-4DB2-BD59-A6C34878D82A}">
                    <a16:rowId xmlns:a16="http://schemas.microsoft.com/office/drawing/2014/main" val="61058004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795546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Process Control Block (PCB)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392647" cy="524649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Information associated with each process(also called task control block)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 Management Information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 state (running, ready, blocked, etc.)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 Counter &amp; CPU registers, parents, etc.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CPU scheduling information (priorities, etc.)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Memory Management Information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memory allocated to the process (segments, page tables etc.)</a:t>
            </a:r>
          </a:p>
          <a:p>
            <a:pPr lvl="1"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I/O Status Information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I/O devices allocated to process, list of open files etc.,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Accounting information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CPU used, clock time elapsed since start, time limits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1480" lvl="1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844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7118" y="2289126"/>
            <a:ext cx="2590044" cy="416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23083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Process Representation in Linux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516495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Represented by the C structure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task_struct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r>
              <a:rPr lang="en-US" altLang="en-US" sz="1600" dirty="0" err="1">
                <a:latin typeface="Courier New" panose="02070309020205020404" pitchFamily="49" charset="0"/>
                <a:cs typeface="Courier New" pitchFamily="49" charset="0"/>
              </a:rPr>
              <a:t>pid</a:t>
            </a:r>
            <a:r>
              <a:rPr lang="en-US" altLang="en-US" sz="1600" dirty="0">
                <a:latin typeface="Courier New" panose="02070309020205020404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anose="02070309020205020404" pitchFamily="49" charset="0"/>
                <a:cs typeface="Courier New" pitchFamily="49" charset="0"/>
              </a:rPr>
              <a:t>t_pid</a:t>
            </a:r>
            <a:r>
              <a:rPr lang="en-US" altLang="en-US" sz="1600" dirty="0">
                <a:latin typeface="Courier New" panose="02070309020205020404" pitchFamily="49" charset="0"/>
                <a:cs typeface="Courier New" pitchFamily="49" charset="0"/>
              </a:rPr>
              <a:t>; /* process identifier */</a:t>
            </a:r>
          </a:p>
          <a:p>
            <a:pPr marL="114300" indent="0" algn="just">
              <a:buNone/>
            </a:pPr>
            <a:r>
              <a:rPr lang="en-US" altLang="en-US" sz="1600" dirty="0">
                <a:latin typeface="Courier New" panose="02070309020205020404" pitchFamily="49" charset="0"/>
                <a:cs typeface="Courier New" pitchFamily="49" charset="0"/>
              </a:rPr>
              <a:t>long state; /* state of the process */</a:t>
            </a:r>
          </a:p>
          <a:p>
            <a:pPr marL="114300" indent="0" algn="just">
              <a:buNone/>
            </a:pPr>
            <a:r>
              <a:rPr lang="en-US" altLang="en-US" sz="1600" dirty="0">
                <a:latin typeface="Courier New" panose="02070309020205020404" pitchFamily="49" charset="0"/>
                <a:cs typeface="Courier New" pitchFamily="49" charset="0"/>
              </a:rPr>
              <a:t>unsigned int </a:t>
            </a:r>
            <a:r>
              <a:rPr lang="en-US" altLang="en-US" sz="1600" dirty="0" err="1">
                <a:latin typeface="Courier New" panose="02070309020205020404" pitchFamily="49" charset="0"/>
                <a:cs typeface="Courier New" pitchFamily="49" charset="0"/>
              </a:rPr>
              <a:t>time_slice</a:t>
            </a:r>
            <a:r>
              <a:rPr lang="en-US" altLang="en-US" sz="1600" dirty="0">
                <a:latin typeface="Courier New" panose="02070309020205020404" pitchFamily="49" charset="0"/>
                <a:cs typeface="Courier New" pitchFamily="49" charset="0"/>
              </a:rPr>
              <a:t> /* scheduling information */</a:t>
            </a:r>
          </a:p>
          <a:p>
            <a:pPr marL="114300" indent="0" algn="just">
              <a:buNone/>
            </a:pPr>
            <a:r>
              <a:rPr lang="en-US" altLang="en-US" sz="1600" dirty="0">
                <a:latin typeface="Courier New" panose="02070309020205020404" pitchFamily="49" charset="0"/>
                <a:cs typeface="Courier New" pitchFamily="49" charset="0"/>
              </a:rPr>
              <a:t>struct </a:t>
            </a:r>
            <a:r>
              <a:rPr lang="en-US" altLang="en-US" sz="1600" dirty="0" err="1">
                <a:latin typeface="Courier New" panose="02070309020205020404" pitchFamily="49" charset="0"/>
                <a:cs typeface="Courier New" pitchFamily="49" charset="0"/>
              </a:rPr>
              <a:t>task_struct</a:t>
            </a:r>
            <a:r>
              <a:rPr lang="en-US" altLang="en-US" sz="1600" dirty="0">
                <a:latin typeface="Courier New" panose="02070309020205020404" pitchFamily="49" charset="0"/>
                <a:cs typeface="Courier New" pitchFamily="49" charset="0"/>
              </a:rPr>
              <a:t> *parent; /* this process</a:t>
            </a:r>
            <a:r>
              <a:rPr lang="ja-JP" altLang="en-US" sz="1600" dirty="0">
                <a:latin typeface="Courier New" panose="02070309020205020404" pitchFamily="49" charset="0"/>
                <a:cs typeface="Courier New" pitchFamily="49" charset="0"/>
              </a:rPr>
              <a:t>’</a:t>
            </a:r>
            <a:r>
              <a:rPr lang="en-US" altLang="ja-JP" sz="1600" dirty="0">
                <a:latin typeface="Courier New" panose="02070309020205020404" pitchFamily="49" charset="0"/>
                <a:cs typeface="Courier New" pitchFamily="49" charset="0"/>
              </a:rPr>
              <a:t>s parent */</a:t>
            </a:r>
          </a:p>
          <a:p>
            <a:pPr marL="114300" indent="0" algn="just">
              <a:buNone/>
            </a:pPr>
            <a:r>
              <a:rPr lang="en-US" altLang="ja-JP" sz="1600" dirty="0">
                <a:latin typeface="Courier New" panose="02070309020205020404" pitchFamily="49" charset="0"/>
                <a:cs typeface="Courier New" pitchFamily="49" charset="0"/>
              </a:rPr>
              <a:t>struct </a:t>
            </a:r>
            <a:r>
              <a:rPr lang="en-US" altLang="ja-JP" sz="1600" dirty="0" err="1">
                <a:latin typeface="Courier New" panose="02070309020205020404" pitchFamily="49" charset="0"/>
                <a:cs typeface="Courier New" pitchFamily="49" charset="0"/>
              </a:rPr>
              <a:t>list_head</a:t>
            </a:r>
            <a:r>
              <a:rPr lang="en-US" altLang="ja-JP" sz="1600" dirty="0">
                <a:latin typeface="Courier New" panose="02070309020205020404" pitchFamily="49" charset="0"/>
                <a:cs typeface="Courier New" pitchFamily="49" charset="0"/>
              </a:rPr>
              <a:t> children; /* this process</a:t>
            </a:r>
            <a:r>
              <a:rPr lang="ja-JP" altLang="en-US" sz="1600" dirty="0">
                <a:latin typeface="Courier New" panose="02070309020205020404" pitchFamily="49" charset="0"/>
                <a:cs typeface="Courier New" pitchFamily="49" charset="0"/>
              </a:rPr>
              <a:t>’</a:t>
            </a:r>
            <a:r>
              <a:rPr lang="en-US" altLang="ja-JP" sz="1600" dirty="0">
                <a:latin typeface="Courier New" panose="02070309020205020404" pitchFamily="49" charset="0"/>
                <a:cs typeface="Courier New" pitchFamily="49" charset="0"/>
              </a:rPr>
              <a:t>s children *</a:t>
            </a:r>
          </a:p>
          <a:p>
            <a:pPr marL="114300" indent="0" algn="just">
              <a:buNone/>
            </a:pPr>
            <a:r>
              <a:rPr lang="en-US" altLang="ja-JP" sz="1600" dirty="0">
                <a:latin typeface="Courier New" panose="02070309020205020404" pitchFamily="49" charset="0"/>
                <a:cs typeface="Courier New" pitchFamily="49" charset="0"/>
              </a:rPr>
              <a:t>struct </a:t>
            </a:r>
            <a:r>
              <a:rPr lang="en-US" altLang="ja-JP" sz="1600" dirty="0" err="1">
                <a:latin typeface="Courier New" panose="02070309020205020404" pitchFamily="49" charset="0"/>
                <a:cs typeface="Courier New" pitchFamily="49" charset="0"/>
              </a:rPr>
              <a:t>files_struct</a:t>
            </a:r>
            <a:r>
              <a:rPr lang="en-US" altLang="ja-JP" sz="1600" dirty="0">
                <a:latin typeface="Courier New" panose="02070309020205020404" pitchFamily="49" charset="0"/>
                <a:cs typeface="Courier New" pitchFamily="49" charset="0"/>
              </a:rPr>
              <a:t> *files; /* list of open files */</a:t>
            </a:r>
          </a:p>
          <a:p>
            <a:pPr marL="114300" indent="0" algn="just">
              <a:buNone/>
            </a:pPr>
            <a:r>
              <a:rPr lang="en-US" altLang="ja-JP" sz="1600" dirty="0">
                <a:latin typeface="Courier New" panose="02070309020205020404" pitchFamily="49" charset="0"/>
                <a:cs typeface="Courier New" pitchFamily="49" charset="0"/>
              </a:rPr>
              <a:t>struct </a:t>
            </a:r>
            <a:r>
              <a:rPr lang="en-US" altLang="ja-JP" sz="1600" dirty="0" err="1">
                <a:latin typeface="Courier New" panose="02070309020205020404" pitchFamily="49" charset="0"/>
                <a:cs typeface="Courier New" pitchFamily="49" charset="0"/>
              </a:rPr>
              <a:t>mm_struct</a:t>
            </a:r>
            <a:r>
              <a:rPr lang="en-US" altLang="ja-JP" sz="1600" dirty="0">
                <a:latin typeface="Courier New" panose="02070309020205020404" pitchFamily="49" charset="0"/>
                <a:cs typeface="Courier New" pitchFamily="49" charset="0"/>
              </a:rPr>
              <a:t> *mm; /* address space of this process */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124" name="Picture 3" descr="C:\Users\as668\Desktop\in-3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599" y="4400944"/>
            <a:ext cx="6541483" cy="225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69856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Process Scheduling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81326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Processes in a system require CPU scheduling to execute concurrently</a:t>
            </a: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scheduler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selects among available processes for next execution on the CPU core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Maximize CPU use, quickly switch processes onto CPU core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4377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Process Scheduling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>
                <a:latin typeface="Calibri"/>
              </a:rPr>
              <a:pPr/>
              <a:t>19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596979" y="1453241"/>
            <a:ext cx="10543772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OS maintains </a:t>
            </a:r>
            <a:r>
              <a:rPr 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scheduling queues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of processes</a:t>
            </a:r>
            <a:endParaRPr lang="en-US" sz="11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queue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– set of all processes in the system</a:t>
            </a:r>
          </a:p>
          <a:p>
            <a:pPr lvl="1" algn="just"/>
            <a:r>
              <a:rPr 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Ready queue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– set of processes residing in main memory, ready &amp; waiting to execute</a:t>
            </a:r>
          </a:p>
          <a:p>
            <a:pPr lvl="1" algn="just"/>
            <a:r>
              <a:rPr 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Device queues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– set of processes waiting for an I/O device</a:t>
            </a:r>
          </a:p>
          <a:p>
            <a:pPr lvl="1" algn="just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Processes migrate among the various queues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5" name="Picture 4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868" y="3505198"/>
            <a:ext cx="5540911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5064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Ready and Wait Queues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20</a:t>
            </a:fld>
            <a:endParaRPr lang="en-US">
              <a:latin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BC859A-544B-AB1C-DFD5-0D2E8550EB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975" y="1763314"/>
            <a:ext cx="7198702" cy="428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98047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Context Switch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516495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 switch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occurs when the CPU  switches from one process to another.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CPU Switches to another process, the system must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 the state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the old process and load the 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saved state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the new process via context switch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a process is represented in the PCB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Context-switch time is pure overhead; the system does no useful work while switching. Much of the design of OS is to optimize the use of context switches. 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 dependent on hardware support.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hardware provides multiple sets of registers per CPU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multiple contexts loaded at once</a:t>
            </a:r>
          </a:p>
          <a:p>
            <a:pPr lvl="1"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about L1/L2 cache content?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9913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Context Switch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5696126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following steps are needed for a context switch to occur: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Save the values of the program counter, registers, stack pointer.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Change the process state in the PCB from running state to blocked state.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Update the various times for process accounting information.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a new process for execution.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Update the state field in its PCB to running.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Update memory management related information.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Change the context of the CPU to the new process by loading the values of program counter and registers that were saved earlier.</a:t>
            </a:r>
          </a:p>
        </p:txBody>
      </p:sp>
      <p:pic>
        <p:nvPicPr>
          <p:cNvPr id="12291" name="Picture 9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7" t="2817" r="15821" b="2817"/>
          <a:stretch/>
        </p:blipFill>
        <p:spPr bwMode="auto">
          <a:xfrm>
            <a:off x="6488704" y="1955021"/>
            <a:ext cx="4726585" cy="3909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21903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Multitasking in Mobile Systems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393404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mobile systems (e.g., early version of iOS)  allow only one process to run, others suspended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Due to screen real estate, user interface limits iOS provides for a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foreground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process- controlled via user interface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Multiple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processes– in memory, running, but not on the display, and with limits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Limits include single, short task, receiving notification of events, specific long-running tasks like audio playback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Android runs foreground and background, with fewer limits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Background process uses 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perform tasks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Service can keep running even if background process is suspended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Service has no user interface, small memory use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2552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Operations on Processes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63741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 must provide mechanisms for: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 creation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 termination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35715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Process Creation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63741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process create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children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processes, which in turn create other processes, forming 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processes</a:t>
            </a: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Generally, process is identified and managed via 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identifier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5C8320-A082-9F5B-FDB3-5C58947709DF}"/>
              </a:ext>
            </a:extLst>
          </p:cNvPr>
          <p:cNvSpPr txBox="1"/>
          <p:nvPr/>
        </p:nvSpPr>
        <p:spPr>
          <a:xfrm>
            <a:off x="4203355" y="6450593"/>
            <a:ext cx="3916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Processes Tree on a UNIX System</a:t>
            </a:r>
          </a:p>
        </p:txBody>
      </p:sp>
      <p:pic>
        <p:nvPicPr>
          <p:cNvPr id="44035" name="Picture 1">
            <a:extLst>
              <a:ext uri="{FF2B5EF4-FFF2-40B4-BE49-F238E27FC236}">
                <a16:creationId xmlns:a16="http://schemas.microsoft.com/office/drawing/2014/main" id="{EA22965C-6F67-436A-9A7E-32781923A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768" y="3211038"/>
            <a:ext cx="7346001" cy="3156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289468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Process Creation: Interface Design Options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63741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Resource sharing options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Parent and children share all resources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Children share subset of parent’s resources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Parent and children share no resources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Execution options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Parent and children execute concurrently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Parent waits until children terminate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Address space options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Child duplicate of parent (code and data)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Child has new program loaded into 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1373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Process Creation: Unix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9971690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fork( 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system call creates a new process, duplicate of the original process 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exec( 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system call, used after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fork ( 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replace the process’ memory (code/address) space with a new program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Parent process calls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wait( 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waiting for the child to terminate</a:t>
            </a:r>
          </a:p>
        </p:txBody>
      </p:sp>
      <p:pic>
        <p:nvPicPr>
          <p:cNvPr id="46084" name="Picture 1">
            <a:extLst>
              <a:ext uri="{FF2B5EF4-FFF2-40B4-BE49-F238E27FC236}">
                <a16:creationId xmlns:a16="http://schemas.microsoft.com/office/drawing/2014/main" id="{568A0721-FDA4-4095-BD34-B36CF2AB0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011" y="4634890"/>
            <a:ext cx="8565977" cy="1410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6496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Process Creation: fork ( 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28</a:t>
            </a:fld>
            <a:endParaRPr lang="en-US">
              <a:latin typeface="Calibri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B43461E-0F3A-7433-AA6F-483F0E1F30EC}"/>
              </a:ext>
            </a:extLst>
          </p:cNvPr>
          <p:cNvGrpSpPr/>
          <p:nvPr/>
        </p:nvGrpSpPr>
        <p:grpSpPr>
          <a:xfrm>
            <a:off x="764620" y="1792166"/>
            <a:ext cx="4686611" cy="3360126"/>
            <a:chOff x="764620" y="1792166"/>
            <a:chExt cx="4686611" cy="336012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3BB129-22CB-793B-8DA9-3605D21EE3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64620" y="1792166"/>
              <a:ext cx="4686611" cy="3360126"/>
            </a:xfrm>
            <a:prstGeom prst="roundRect">
              <a:avLst/>
            </a:prstGeom>
            <a:solidFill>
              <a:srgbClr val="FFCCCC">
                <a:alpha val="50196"/>
              </a:srgbClr>
            </a:solidFill>
            <a:ln w="15875">
              <a:solidFill>
                <a:schemeClr val="tx1"/>
              </a:solidFill>
              <a:prstDash val="dash"/>
            </a:ln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42900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28600" algn="l" defTabSz="914400" rtl="0" eaLnBrk="1" latinLnBrk="0" hangingPunct="1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28600" algn="l" defTabSz="914400" rtl="0" eaLnBrk="1" latinLnBrk="0" hangingPunct="1">
                <a:spcBef>
                  <a:spcPct val="20000"/>
                </a:spcBef>
                <a:buClr>
                  <a:schemeClr val="accent3"/>
                </a:buClr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80160" indent="-22860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54480" indent="-228600" algn="l" defTabSz="914400" rtl="0" eaLnBrk="1" latinLnBrk="0" hangingPunct="1">
                <a:spcBef>
                  <a:spcPct val="20000"/>
                </a:spcBef>
                <a:buClr>
                  <a:schemeClr val="accent5"/>
                </a:buClr>
                <a:buFont typeface="Arial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37360" indent="-18288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182880" algn="l" defTabSz="914400" rtl="0" eaLnBrk="1" latinLnBrk="0" hangingPunct="1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03120" indent="-182880" algn="l" defTabSz="914400" rtl="0" eaLnBrk="1" latinLnBrk="0" hangingPunct="1">
                <a:spcBef>
                  <a:spcPct val="20000"/>
                </a:spcBef>
                <a:buClr>
                  <a:schemeClr val="accent3"/>
                </a:buClr>
                <a:buFont typeface="Arial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286000" indent="-18288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 {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...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foo();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...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I = fork()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  <a:r>
                <a:rPr lang="en-US" sz="2000" b="1" dirty="0">
                  <a:solidFill>
                    <a:srgbClr val="00B0F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endParaRPr lang="en-US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foo</a:t>
              </a: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 {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...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	     </a:t>
              </a: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Process</a:t>
              </a:r>
              <a:endParaRPr lang="en-US" dirty="0"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634A4A-CEB9-F301-08D8-F3C86C028AA4}"/>
                </a:ext>
              </a:extLst>
            </p:cNvPr>
            <p:cNvSpPr txBox="1"/>
            <p:nvPr/>
          </p:nvSpPr>
          <p:spPr>
            <a:xfrm>
              <a:off x="3080099" y="2222012"/>
              <a:ext cx="967154" cy="8309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Heap</a:t>
              </a:r>
            </a:p>
            <a:p>
              <a:pPr algn="ctr"/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9E31CC-1CD1-C982-9079-4BF7B0E446CC}"/>
                </a:ext>
              </a:extLst>
            </p:cNvPr>
            <p:cNvSpPr txBox="1"/>
            <p:nvPr/>
          </p:nvSpPr>
          <p:spPr>
            <a:xfrm>
              <a:off x="4214420" y="2222012"/>
              <a:ext cx="967154" cy="8309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Stack</a:t>
              </a: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main</a:t>
              </a: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foo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46857F-0680-4AD2-0215-66F918CF1B2D}"/>
                </a:ext>
              </a:extLst>
            </p:cNvPr>
            <p:cNvSpPr txBox="1"/>
            <p:nvPr/>
          </p:nvSpPr>
          <p:spPr>
            <a:xfrm>
              <a:off x="3080099" y="3189630"/>
              <a:ext cx="2101475" cy="58477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Registers</a:t>
              </a:r>
            </a:p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Program Counter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87B61-2F73-99B7-C032-8712613C21C9}"/>
              </a:ext>
            </a:extLst>
          </p:cNvPr>
          <p:cNvGrpSpPr/>
          <p:nvPr/>
        </p:nvGrpSpPr>
        <p:grpSpPr>
          <a:xfrm>
            <a:off x="6233751" y="1792166"/>
            <a:ext cx="4686611" cy="3360126"/>
            <a:chOff x="764620" y="1792166"/>
            <a:chExt cx="4686611" cy="3360126"/>
          </a:xfrm>
        </p:grpSpPr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3BC990CF-0286-635F-E86F-785D18BA7A2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64620" y="1792166"/>
              <a:ext cx="4686611" cy="3360126"/>
            </a:xfrm>
            <a:prstGeom prst="roundRect">
              <a:avLst/>
            </a:prstGeom>
            <a:solidFill>
              <a:srgbClr val="FFCCCC">
                <a:alpha val="50196"/>
              </a:srgbClr>
            </a:solidFill>
            <a:ln w="15875">
              <a:solidFill>
                <a:schemeClr val="tx1"/>
              </a:solidFill>
              <a:prstDash val="dash"/>
            </a:ln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42900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28600" algn="l" defTabSz="914400" rtl="0" eaLnBrk="1" latinLnBrk="0" hangingPunct="1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28600" algn="l" defTabSz="914400" rtl="0" eaLnBrk="1" latinLnBrk="0" hangingPunct="1">
                <a:spcBef>
                  <a:spcPct val="20000"/>
                </a:spcBef>
                <a:buClr>
                  <a:schemeClr val="accent3"/>
                </a:buClr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80160" indent="-22860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54480" indent="-228600" algn="l" defTabSz="914400" rtl="0" eaLnBrk="1" latinLnBrk="0" hangingPunct="1">
                <a:spcBef>
                  <a:spcPct val="20000"/>
                </a:spcBef>
                <a:buClr>
                  <a:schemeClr val="accent5"/>
                </a:buClr>
                <a:buFont typeface="Arial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37360" indent="-18288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182880" algn="l" defTabSz="914400" rtl="0" eaLnBrk="1" latinLnBrk="0" hangingPunct="1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03120" indent="-182880" algn="l" defTabSz="914400" rtl="0" eaLnBrk="1" latinLnBrk="0" hangingPunct="1">
                <a:spcBef>
                  <a:spcPct val="20000"/>
                </a:spcBef>
                <a:buClr>
                  <a:schemeClr val="accent3"/>
                </a:buClr>
                <a:buFont typeface="Arial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286000" indent="-18288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 {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...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foo();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...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I = fork()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  <a:r>
                <a:rPr lang="en-US" sz="2000" b="1" dirty="0">
                  <a:solidFill>
                    <a:srgbClr val="00B0F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endParaRPr lang="en-US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foo</a:t>
              </a: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 {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...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	     </a:t>
              </a: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Process</a:t>
              </a:r>
              <a:endParaRPr lang="en-US" dirty="0"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02499B0-ACEC-B027-8EAC-2DE6E1DADAD2}"/>
                </a:ext>
              </a:extLst>
            </p:cNvPr>
            <p:cNvSpPr txBox="1"/>
            <p:nvPr/>
          </p:nvSpPr>
          <p:spPr>
            <a:xfrm>
              <a:off x="3080099" y="2222012"/>
              <a:ext cx="967154" cy="8309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Heap</a:t>
              </a:r>
            </a:p>
            <a:p>
              <a:pPr algn="ctr"/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A6D7116-5C27-0C21-7006-F34115E8FA28}"/>
                </a:ext>
              </a:extLst>
            </p:cNvPr>
            <p:cNvSpPr txBox="1"/>
            <p:nvPr/>
          </p:nvSpPr>
          <p:spPr>
            <a:xfrm>
              <a:off x="4214420" y="2222012"/>
              <a:ext cx="967154" cy="8309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Stack</a:t>
              </a: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main</a:t>
              </a: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foo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651D612-E5F9-309F-CAF5-DAC3C5689AFC}"/>
                </a:ext>
              </a:extLst>
            </p:cNvPr>
            <p:cNvSpPr txBox="1"/>
            <p:nvPr/>
          </p:nvSpPr>
          <p:spPr>
            <a:xfrm>
              <a:off x="3080099" y="3189630"/>
              <a:ext cx="2101475" cy="58477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Registers</a:t>
              </a:r>
            </a:p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Program Counter</a:t>
              </a: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06DE3ED-930F-651F-B801-081EED37932F}"/>
              </a:ext>
            </a:extLst>
          </p:cNvPr>
          <p:cNvCxnSpPr>
            <a:stCxn id="4" idx="3"/>
            <a:endCxn id="11" idx="1"/>
          </p:cNvCxnSpPr>
          <p:nvPr/>
        </p:nvCxnSpPr>
        <p:spPr>
          <a:xfrm>
            <a:off x="5451231" y="3472229"/>
            <a:ext cx="78252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72919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Process Creation: exec (“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b.out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”)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29</a:t>
            </a:fld>
            <a:endParaRPr lang="en-US">
              <a:latin typeface="Calibri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06DE3ED-930F-651F-B801-081EED37932F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5451231" y="3472229"/>
            <a:ext cx="782519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5AF10B9-B712-4537-22D1-F77C3587848D}"/>
              </a:ext>
            </a:extLst>
          </p:cNvPr>
          <p:cNvGrpSpPr/>
          <p:nvPr/>
        </p:nvGrpSpPr>
        <p:grpSpPr>
          <a:xfrm>
            <a:off x="764620" y="1792166"/>
            <a:ext cx="4686611" cy="3360126"/>
            <a:chOff x="764620" y="1792166"/>
            <a:chExt cx="4686611" cy="336012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3BB129-22CB-793B-8DA9-3605D21EE3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64620" y="1792166"/>
              <a:ext cx="4686611" cy="3360126"/>
            </a:xfrm>
            <a:prstGeom prst="roundRect">
              <a:avLst/>
            </a:prstGeom>
            <a:solidFill>
              <a:srgbClr val="FFCCCC">
                <a:alpha val="50196"/>
              </a:srgbClr>
            </a:solidFill>
            <a:ln w="15875">
              <a:solidFill>
                <a:schemeClr val="tx1"/>
              </a:solidFill>
              <a:prstDash val="dash"/>
            </a:ln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342900" indent="-22860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28600" algn="l" defTabSz="914400" rtl="0" eaLnBrk="1" latinLnBrk="0" hangingPunct="1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28600" algn="l" defTabSz="914400" rtl="0" eaLnBrk="1" latinLnBrk="0" hangingPunct="1">
                <a:spcBef>
                  <a:spcPct val="20000"/>
                </a:spcBef>
                <a:buClr>
                  <a:schemeClr val="accent3"/>
                </a:buClr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80160" indent="-22860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54480" indent="-228600" algn="l" defTabSz="914400" rtl="0" eaLnBrk="1" latinLnBrk="0" hangingPunct="1">
                <a:spcBef>
                  <a:spcPct val="20000"/>
                </a:spcBef>
                <a:buClr>
                  <a:schemeClr val="accent5"/>
                </a:buClr>
                <a:buFont typeface="Arial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37360" indent="-18288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182880" algn="l" defTabSz="914400" rtl="0" eaLnBrk="1" latinLnBrk="0" hangingPunct="1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03120" indent="-182880" algn="l" defTabSz="914400" rtl="0" eaLnBrk="1" latinLnBrk="0" hangingPunct="1">
                <a:spcBef>
                  <a:spcPct val="20000"/>
                </a:spcBef>
                <a:buClr>
                  <a:schemeClr val="accent3"/>
                </a:buClr>
                <a:buFont typeface="Arial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286000" indent="-18288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// </a:t>
              </a:r>
              <a:r>
                <a:rPr lang="en-US" sz="2000" b="1" dirty="0" err="1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a.out</a:t>
              </a:r>
              <a:endParaRPr 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 {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...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foo();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...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exec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(“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b.out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”)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  <a:r>
                <a:rPr lang="en-US" sz="2000" b="1" dirty="0">
                  <a:solidFill>
                    <a:srgbClr val="00B0F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endParaRPr lang="en-US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foo</a:t>
              </a: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 {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...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  <a:p>
              <a:pPr marL="0" indent="0" algn="just">
                <a:spcBef>
                  <a:spcPts val="0"/>
                </a:spcBef>
                <a:buNone/>
              </a:pPr>
              <a:r>
                <a:rPr lang="en-US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	     </a:t>
              </a: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Process</a:t>
              </a:r>
              <a:endParaRPr lang="en-US" dirty="0"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634A4A-CEB9-F301-08D8-F3C86C028AA4}"/>
                </a:ext>
              </a:extLst>
            </p:cNvPr>
            <p:cNvSpPr txBox="1"/>
            <p:nvPr/>
          </p:nvSpPr>
          <p:spPr>
            <a:xfrm>
              <a:off x="3080099" y="2222012"/>
              <a:ext cx="967154" cy="33855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Code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9E31CC-1CD1-C982-9079-4BF7B0E446CC}"/>
                </a:ext>
              </a:extLst>
            </p:cNvPr>
            <p:cNvSpPr txBox="1"/>
            <p:nvPr/>
          </p:nvSpPr>
          <p:spPr>
            <a:xfrm>
              <a:off x="4214420" y="2222012"/>
              <a:ext cx="967154" cy="101566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Stack</a:t>
              </a:r>
            </a:p>
            <a:p>
              <a:pPr algn="ctr"/>
              <a:endParaRPr lang="en-US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main</a:t>
              </a: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foo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46857F-0680-4AD2-0215-66F918CF1B2D}"/>
                </a:ext>
              </a:extLst>
            </p:cNvPr>
            <p:cNvSpPr txBox="1"/>
            <p:nvPr/>
          </p:nvSpPr>
          <p:spPr>
            <a:xfrm>
              <a:off x="3074234" y="3417665"/>
              <a:ext cx="2101475" cy="58477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Registers</a:t>
              </a:r>
            </a:p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Program Counter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2A5765D-EC86-73E2-3F84-D7E9041C806E}"/>
                </a:ext>
              </a:extLst>
            </p:cNvPr>
            <p:cNvSpPr txBox="1"/>
            <p:nvPr/>
          </p:nvSpPr>
          <p:spPr>
            <a:xfrm>
              <a:off x="3074237" y="2567847"/>
              <a:ext cx="967154" cy="33855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A618F43-7541-D165-4C03-655B762E6C69}"/>
                </a:ext>
              </a:extLst>
            </p:cNvPr>
            <p:cNvSpPr txBox="1"/>
            <p:nvPr/>
          </p:nvSpPr>
          <p:spPr>
            <a:xfrm>
              <a:off x="3074234" y="2901955"/>
              <a:ext cx="967154" cy="33855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Heap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13003E6-90AF-7F5F-E589-BBF73574B1D4}"/>
              </a:ext>
            </a:extLst>
          </p:cNvPr>
          <p:cNvGrpSpPr/>
          <p:nvPr/>
        </p:nvGrpSpPr>
        <p:grpSpPr>
          <a:xfrm>
            <a:off x="6233750" y="1792166"/>
            <a:ext cx="4686611" cy="3360126"/>
            <a:chOff x="6233750" y="1792166"/>
            <a:chExt cx="4686611" cy="336012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2C87B61-2F73-99B7-C032-8712613C21C9}"/>
                </a:ext>
              </a:extLst>
            </p:cNvPr>
            <p:cNvGrpSpPr/>
            <p:nvPr/>
          </p:nvGrpSpPr>
          <p:grpSpPr>
            <a:xfrm>
              <a:off x="6233750" y="1792166"/>
              <a:ext cx="4686611" cy="3360126"/>
              <a:chOff x="764619" y="1792166"/>
              <a:chExt cx="4686611" cy="3360126"/>
            </a:xfrm>
          </p:grpSpPr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3BC990CF-0286-635F-E86F-785D18BA7A2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64619" y="1792166"/>
                <a:ext cx="4686611" cy="3360126"/>
              </a:xfrm>
              <a:prstGeom prst="roundRect">
                <a:avLst/>
              </a:prstGeom>
              <a:solidFill>
                <a:srgbClr val="FFCCCC">
                  <a:alpha val="50196"/>
                </a:srgbClr>
              </a:solidFill>
              <a:ln w="15875">
                <a:solidFill>
                  <a:schemeClr val="tx1"/>
                </a:solidFill>
                <a:prstDash val="dash"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// </a:t>
                </a:r>
                <a:r>
                  <a:rPr lang="en-US" sz="2000" b="1" dirty="0" err="1">
                    <a:solidFill>
                      <a:srgbClr val="00B05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b.out</a:t>
                </a:r>
                <a:endParaRPr lang="en-US" sz="2000" b="1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en-US" sz="2000" b="1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en-US" sz="2000" b="1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en-US" sz="2000" b="1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main</a:t>
                </a: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 {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  <a:r>
                  <a:rPr lang="en-US" sz="2000" b="1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en-US" sz="2000" b="1" dirty="0">
                  <a:solidFill>
                    <a:srgbClr val="00B0F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17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     </a:t>
                </a: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Process</a:t>
                </a:r>
                <a:endParaRPr lang="en-US" dirty="0"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A6D7116-5C27-0C21-7006-F34115E8FA28}"/>
                  </a:ext>
                </a:extLst>
              </p:cNvPr>
              <p:cNvSpPr txBox="1"/>
              <p:nvPr/>
            </p:nvSpPr>
            <p:spPr>
              <a:xfrm>
                <a:off x="4242246" y="2639259"/>
                <a:ext cx="967154" cy="58477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New Stack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651D612-E5F9-309F-CAF5-DAC3C5689AFC}"/>
                  </a:ext>
                </a:extLst>
              </p:cNvPr>
              <p:cNvSpPr txBox="1"/>
              <p:nvPr/>
            </p:nvSpPr>
            <p:spPr>
              <a:xfrm>
                <a:off x="3140124" y="3403329"/>
                <a:ext cx="2101475" cy="83099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Initialized</a:t>
                </a: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Registers</a:t>
                </a: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Program Counter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B7CF3B7-AFFF-7875-2C5D-2086DBD26E40}"/>
                </a:ext>
              </a:extLst>
            </p:cNvPr>
            <p:cNvSpPr txBox="1"/>
            <p:nvPr/>
          </p:nvSpPr>
          <p:spPr>
            <a:xfrm>
              <a:off x="8615120" y="1987933"/>
              <a:ext cx="967154" cy="58477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New Code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3837575-B468-9ECE-7EB5-DFE46F4C60D2}"/>
                </a:ext>
              </a:extLst>
            </p:cNvPr>
            <p:cNvSpPr txBox="1"/>
            <p:nvPr/>
          </p:nvSpPr>
          <p:spPr>
            <a:xfrm>
              <a:off x="8609258" y="2562369"/>
              <a:ext cx="967154" cy="33855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D4531E1-33D8-CCC5-DAD2-1A8A04DE4EA4}"/>
                </a:ext>
              </a:extLst>
            </p:cNvPr>
            <p:cNvSpPr txBox="1"/>
            <p:nvPr/>
          </p:nvSpPr>
          <p:spPr>
            <a:xfrm>
              <a:off x="8609255" y="2896477"/>
              <a:ext cx="967154" cy="33855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Heap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A237D21-CD11-EA6A-2B4F-6CA38AAAAD62}"/>
              </a:ext>
            </a:extLst>
          </p:cNvPr>
          <p:cNvCxnSpPr>
            <a:cxnSpLocks/>
          </p:cNvCxnSpPr>
          <p:nvPr/>
        </p:nvCxnSpPr>
        <p:spPr>
          <a:xfrm>
            <a:off x="527538" y="1705708"/>
            <a:ext cx="5222927" cy="36048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9752BD3-9191-7FC0-8FA6-3A9A2785FC2F}"/>
              </a:ext>
            </a:extLst>
          </p:cNvPr>
          <p:cNvCxnSpPr>
            <a:cxnSpLocks/>
          </p:cNvCxnSpPr>
          <p:nvPr/>
        </p:nvCxnSpPr>
        <p:spPr>
          <a:xfrm flipV="1">
            <a:off x="521676" y="1705708"/>
            <a:ext cx="5102586" cy="36027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00959" y="5950099"/>
            <a:ext cx="80830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Afterwards, only one thing about the process was kept, what?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515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Forking a new Process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30</a:t>
            </a:fld>
            <a:endParaRPr lang="en-US">
              <a:latin typeface="Calibri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71132A8-95A5-C2EA-A483-FCE5E090F0C4}"/>
              </a:ext>
            </a:extLst>
          </p:cNvPr>
          <p:cNvSpPr txBox="1">
            <a:spLocks noChangeArrowheads="1"/>
          </p:cNvSpPr>
          <p:nvPr/>
        </p:nvSpPr>
        <p:spPr>
          <a:xfrm>
            <a:off x="993225" y="1405302"/>
            <a:ext cx="9381703" cy="5294436"/>
          </a:xfrm>
          <a:prstGeom prst="roundRect">
            <a:avLst>
              <a:gd name="adj" fmla="val 10419"/>
            </a:avLst>
          </a:prstGeom>
          <a:solidFill>
            <a:srgbClr val="FFCCCC">
              <a:alpha val="50196"/>
            </a:srgbClr>
          </a:solidFill>
          <a:ln w="15875"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types.h</a:t>
            </a: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581025" indent="0" algn="just">
              <a:spcBef>
                <a:spcPts val="0"/>
              </a:spcBef>
              <a:buNone/>
            </a:pPr>
            <a:endParaRPr lang="en-US" sz="1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pid_t</a:t>
            </a: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581025" indent="0" algn="just">
              <a:spcBef>
                <a:spcPts val="0"/>
              </a:spcBef>
              <a:buNone/>
            </a:pPr>
            <a:endParaRPr lang="en-US" sz="1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fork();    </a:t>
            </a:r>
            <a:r>
              <a:rPr lang="en-US" sz="15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fork a child process */</a:t>
            </a:r>
          </a:p>
          <a:p>
            <a:pPr marL="581025" indent="0" algn="just">
              <a:spcBef>
                <a:spcPts val="0"/>
              </a:spcBef>
              <a:buNone/>
            </a:pPr>
            <a:endParaRPr lang="en-US" sz="1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0) {   </a:t>
            </a:r>
            <a:r>
              <a:rPr lang="en-US" sz="15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error occurred  */</a:t>
            </a:r>
          </a:p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fprintf</a:t>
            </a: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(stderr, “Fork Failed");</a:t>
            </a:r>
          </a:p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1;</a:t>
            </a:r>
          </a:p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(</a:t>
            </a:r>
            <a:r>
              <a:rPr 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0) {   </a:t>
            </a:r>
            <a:r>
              <a:rPr lang="en-US" sz="15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child process */ </a:t>
            </a:r>
          </a:p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execlp</a:t>
            </a: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("/bin/ls", "ls", NULL);</a:t>
            </a:r>
          </a:p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   </a:t>
            </a:r>
          </a:p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{     </a:t>
            </a:r>
            <a:r>
              <a:rPr lang="en-US" sz="15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parent process */ </a:t>
            </a:r>
          </a:p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wait(NULL);   </a:t>
            </a:r>
            <a:r>
              <a:rPr lang="en-US" sz="15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parent wait for the child to complete */</a:t>
            </a:r>
          </a:p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(“Child Complete”);</a:t>
            </a:r>
          </a:p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pPr marL="581025" indent="0" algn="just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85416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Process Termination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63741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 executes last statement and asks the operating system to delete it using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exit( 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system call.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Returns status data from child to parent (via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wait( 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 resources are de-allocated by the operating system.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parent process may terminate execution of children processes (via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abort( 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Child has exceeded allocated resources or task assigned to child no longer required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parent is exiting, and OSs does not allow  a child to continue if its parent terminates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cascading termination - All children, grandchildren, etc., are terminated, initiated by the OS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parent process may wait for termination of a child process via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pid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= wait(&amp;status);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no parent waiting (did not invoke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wait( 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), process is 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zombie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parent terminated without invoking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wait( 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process in an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orphan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happens when a parent process disappears?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child processes are killed by the OS, or all child processes reset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as their parent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76812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Process Termination: Android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63741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Mobile operating systems often have to terminate processes to reclaim system resources such as memory. Android will begin terminating processes that are least important in the following order: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Empty process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Background process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Service process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Visible process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Foreground process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98266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Multiprocess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Architecture: Chrome Browser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63741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Many web browsers ran as single process (some still do)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one web site causes trouble, entire browser can hang or crash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Google Chrome Browser is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multiprocess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with 3 different types of processes: 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Browser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process manages user interface, disk and network I/O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Renderer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process renders web pages, deals with HTML,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A new renderer created for each website opened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Runs in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sandbox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restricting disk and network I/O, minimizing effect of security exploits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Plug-in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process for each type of plug-in</a:t>
            </a:r>
          </a:p>
        </p:txBody>
      </p:sp>
      <p:pic>
        <p:nvPicPr>
          <p:cNvPr id="57348" name="Picture 1">
            <a:extLst>
              <a:ext uri="{FF2B5EF4-FFF2-40B4-BE49-F238E27FC236}">
                <a16:creationId xmlns:a16="http://schemas.microsoft.com/office/drawing/2014/main" id="{FC10B725-AB13-417A-BEE0-FCE2190A3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806" y="5099334"/>
            <a:ext cx="7941502" cy="1602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716484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24764</TotalTime>
  <Words>2338</Words>
  <Application>Microsoft Office PowerPoint</Application>
  <PresentationFormat>Widescreen</PresentationFormat>
  <Paragraphs>574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Calibri Light</vt:lpstr>
      <vt:lpstr>Cambria</vt:lpstr>
      <vt:lpstr>Courier New</vt:lpstr>
      <vt:lpstr>Office Theme</vt:lpstr>
      <vt:lpstr>Adjacency</vt:lpstr>
      <vt:lpstr>CSC 323 – Principles of Operating Systems</vt:lpstr>
      <vt:lpstr>Process Concept</vt:lpstr>
      <vt:lpstr>Process Concept</vt:lpstr>
      <vt:lpstr>Process Concept</vt:lpstr>
      <vt:lpstr>Process Concept</vt:lpstr>
      <vt:lpstr>Process in Memory</vt:lpstr>
      <vt:lpstr>Process State</vt:lpstr>
      <vt:lpstr>Example 1</vt:lpstr>
      <vt:lpstr>Example 2</vt:lpstr>
      <vt:lpstr>Example 3</vt:lpstr>
      <vt:lpstr>Example 3</vt:lpstr>
      <vt:lpstr>Example 4</vt:lpstr>
      <vt:lpstr>Example 4</vt:lpstr>
      <vt:lpstr>Example 5:</vt:lpstr>
      <vt:lpstr>Example 5</vt:lpstr>
      <vt:lpstr>Process Control Block (PCB)</vt:lpstr>
      <vt:lpstr>Process Representation in Linux</vt:lpstr>
      <vt:lpstr>Process Scheduling</vt:lpstr>
      <vt:lpstr>Process Scheduling</vt:lpstr>
      <vt:lpstr>Ready and Wait Queues</vt:lpstr>
      <vt:lpstr>Context Switch</vt:lpstr>
      <vt:lpstr>Context Switch</vt:lpstr>
      <vt:lpstr>Multitasking in Mobile Systems</vt:lpstr>
      <vt:lpstr>Operations on Processes</vt:lpstr>
      <vt:lpstr>Process Creation</vt:lpstr>
      <vt:lpstr>Process Creation: Interface Design Options</vt:lpstr>
      <vt:lpstr>Process Creation: Unix</vt:lpstr>
      <vt:lpstr>Process Creation: fork ( )</vt:lpstr>
      <vt:lpstr>Process Creation: exec (“b.out”)</vt:lpstr>
      <vt:lpstr>Forking a new Process</vt:lpstr>
      <vt:lpstr>Process Termination</vt:lpstr>
      <vt:lpstr>Process Termination: Android</vt:lpstr>
      <vt:lpstr>Multiprocess Architecture: Chrome Browser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 323 – Principles of Operating Systems</dc:title>
  <dc:creator>Hasan Jamal</dc:creator>
  <cp:lastModifiedBy>Mamoona Tasadduq</cp:lastModifiedBy>
  <cp:revision>126</cp:revision>
  <dcterms:created xsi:type="dcterms:W3CDTF">2020-06-08T03:46:58Z</dcterms:created>
  <dcterms:modified xsi:type="dcterms:W3CDTF">2025-08-21T07:36:10Z</dcterms:modified>
</cp:coreProperties>
</file>