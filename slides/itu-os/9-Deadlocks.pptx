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67" r:id="rId2"/>
    <p:sldId id="826" r:id="rId3"/>
    <p:sldId id="856" r:id="rId4"/>
    <p:sldId id="723" r:id="rId5"/>
    <p:sldId id="848" r:id="rId6"/>
    <p:sldId id="853" r:id="rId7"/>
    <p:sldId id="726" r:id="rId8"/>
    <p:sldId id="857" r:id="rId9"/>
    <p:sldId id="728" r:id="rId10"/>
    <p:sldId id="854" r:id="rId11"/>
    <p:sldId id="747" r:id="rId12"/>
    <p:sldId id="855" r:id="rId13"/>
    <p:sldId id="797" r:id="rId14"/>
    <p:sldId id="802" r:id="rId15"/>
    <p:sldId id="803" r:id="rId16"/>
    <p:sldId id="752" r:id="rId17"/>
    <p:sldId id="729" r:id="rId18"/>
    <p:sldId id="809" r:id="rId19"/>
    <p:sldId id="813" r:id="rId20"/>
    <p:sldId id="843" r:id="rId21"/>
    <p:sldId id="858" r:id="rId22"/>
    <p:sldId id="844" r:id="rId23"/>
    <p:sldId id="859" r:id="rId24"/>
    <p:sldId id="860" r:id="rId25"/>
    <p:sldId id="861" r:id="rId26"/>
    <p:sldId id="862" r:id="rId27"/>
    <p:sldId id="863" r:id="rId28"/>
    <p:sldId id="864" r:id="rId29"/>
    <p:sldId id="865" r:id="rId30"/>
    <p:sldId id="866" r:id="rId31"/>
    <p:sldId id="867" r:id="rId32"/>
    <p:sldId id="868" r:id="rId33"/>
    <p:sldId id="869" r:id="rId34"/>
    <p:sldId id="870" r:id="rId35"/>
    <p:sldId id="871" r:id="rId36"/>
    <p:sldId id="872" r:id="rId37"/>
    <p:sldId id="873" r:id="rId38"/>
    <p:sldId id="874" r:id="rId39"/>
    <p:sldId id="875" r:id="rId40"/>
    <p:sldId id="879" r:id="rId41"/>
    <p:sldId id="846" r:id="rId42"/>
    <p:sldId id="818" r:id="rId43"/>
    <p:sldId id="820" r:id="rId44"/>
    <p:sldId id="816" r:id="rId45"/>
    <p:sldId id="876" r:id="rId46"/>
    <p:sldId id="877" r:id="rId47"/>
    <p:sldId id="687" r:id="rId48"/>
    <p:sldId id="688" r:id="rId49"/>
    <p:sldId id="878" r:id="rId50"/>
    <p:sldId id="78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FFCCCC"/>
    <a:srgbClr val="FF00FF"/>
    <a:srgbClr val="FFCC66"/>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AA347F-379E-4546-B5B8-AB09BAAF3820}" v="6" dt="2024-11-22T04:22:20.357"/>
    <p1510:client id="{61B860DB-D2A1-40B0-8544-99075C184C61}" v="1762" dt="2024-11-22T16:54:27.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4" autoAdjust="0"/>
    <p:restoredTop sz="93548" autoAdjust="0"/>
  </p:normalViewPr>
  <p:slideViewPr>
    <p:cSldViewPr snapToGrid="0">
      <p:cViewPr>
        <p:scale>
          <a:sx n="68" d="100"/>
          <a:sy n="68" d="100"/>
        </p:scale>
        <p:origin x="41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11CB3E86-BE7D-4F66-A2F5-6FBB7427C924}"/>
    <pc:docChg chg="undo redo custSel addSld delSld modSld sldOrd">
      <pc:chgData name="Hasan Jamal" userId="6724a5da2ffd1b8f" providerId="LiveId" clId="{11CB3E86-BE7D-4F66-A2F5-6FBB7427C924}" dt="2024-10-15T04:59:36.519" v="7029" actId="20577"/>
      <pc:docMkLst>
        <pc:docMk/>
      </pc:docMkLst>
      <pc:sldChg chg="modAnim">
        <pc:chgData name="Hasan Jamal" userId="6724a5da2ffd1b8f" providerId="LiveId" clId="{11CB3E86-BE7D-4F66-A2F5-6FBB7427C924}" dt="2024-10-14T04:16:23.948" v="805"/>
        <pc:sldMkLst>
          <pc:docMk/>
          <pc:sldMk cId="728946806" sldId="665"/>
        </pc:sldMkLst>
      </pc:sldChg>
      <pc:sldChg chg="modSp add del mod">
        <pc:chgData name="Hasan Jamal" userId="6724a5da2ffd1b8f" providerId="LiveId" clId="{11CB3E86-BE7D-4F66-A2F5-6FBB7427C924}" dt="2024-10-14T03:43:37.267" v="516" actId="47"/>
        <pc:sldMkLst>
          <pc:docMk/>
          <pc:sldMk cId="2555249719" sldId="669"/>
        </pc:sldMkLst>
        <pc:spChg chg="mod">
          <ac:chgData name="Hasan Jamal" userId="6724a5da2ffd1b8f" providerId="LiveId" clId="{11CB3E86-BE7D-4F66-A2F5-6FBB7427C924}" dt="2024-10-03T17:33:06.439" v="286" actId="20577"/>
          <ac:spMkLst>
            <pc:docMk/>
            <pc:sldMk cId="2555249719" sldId="669"/>
            <ac:spMk id="3074" creationId="{00000000-0000-0000-0000-000000000000}"/>
          </ac:spMkLst>
        </pc:spChg>
      </pc:sldChg>
      <pc:sldChg chg="modSp del">
        <pc:chgData name="Hasan Jamal" userId="6724a5da2ffd1b8f" providerId="LiveId" clId="{11CB3E86-BE7D-4F66-A2F5-6FBB7427C924}" dt="2024-10-03T17:32:18.449" v="269" actId="2696"/>
        <pc:sldMkLst>
          <pc:docMk/>
          <pc:sldMk cId="2565929598" sldId="669"/>
        </pc:sldMkLst>
        <pc:spChg chg="mod">
          <ac:chgData name="Hasan Jamal" userId="6724a5da2ffd1b8f" providerId="LiveId" clId="{11CB3E86-BE7D-4F66-A2F5-6FBB7427C924}" dt="2024-10-03T17:25:50.361" v="267" actId="6549"/>
          <ac:spMkLst>
            <pc:docMk/>
            <pc:sldMk cId="2565929598" sldId="669"/>
            <ac:spMk id="12" creationId="{A773B303-CEA4-39FE-8190-A77ECCC638B8}"/>
          </ac:spMkLst>
        </pc:spChg>
      </pc:sldChg>
      <pc:sldChg chg="modSp mod modAnim">
        <pc:chgData name="Hasan Jamal" userId="6724a5da2ffd1b8f" providerId="LiveId" clId="{11CB3E86-BE7D-4F66-A2F5-6FBB7427C924}" dt="2024-10-14T03:56:48.869" v="749"/>
        <pc:sldMkLst>
          <pc:docMk/>
          <pc:sldMk cId="4281361863" sldId="671"/>
        </pc:sldMkLst>
        <pc:spChg chg="mod">
          <ac:chgData name="Hasan Jamal" userId="6724a5da2ffd1b8f" providerId="LiveId" clId="{11CB3E86-BE7D-4F66-A2F5-6FBB7427C924}" dt="2024-10-14T03:53:09.389" v="705" actId="6549"/>
          <ac:spMkLst>
            <pc:docMk/>
            <pc:sldMk cId="4281361863" sldId="671"/>
            <ac:spMk id="12" creationId="{A773B303-CEA4-39FE-8190-A77ECCC638B8}"/>
          </ac:spMkLst>
        </pc:spChg>
        <pc:spChg chg="mod">
          <ac:chgData name="Hasan Jamal" userId="6724a5da2ffd1b8f" providerId="LiveId" clId="{11CB3E86-BE7D-4F66-A2F5-6FBB7427C924}" dt="2024-10-14T03:44:52.097" v="519" actId="6549"/>
          <ac:spMkLst>
            <pc:docMk/>
            <pc:sldMk cId="4281361863" sldId="671"/>
            <ac:spMk id="3074" creationId="{00000000-0000-0000-0000-000000000000}"/>
          </ac:spMkLst>
        </pc:spChg>
      </pc:sldChg>
      <pc:sldChg chg="del">
        <pc:chgData name="Hasan Jamal" userId="6724a5da2ffd1b8f" providerId="LiveId" clId="{11CB3E86-BE7D-4F66-A2F5-6FBB7427C924}" dt="2024-10-03T17:24:11.588" v="263" actId="47"/>
        <pc:sldMkLst>
          <pc:docMk/>
          <pc:sldMk cId="4249173034" sldId="674"/>
        </pc:sldMkLst>
      </pc:sldChg>
      <pc:sldChg chg="modSp del">
        <pc:chgData name="Hasan Jamal" userId="6724a5da2ffd1b8f" providerId="LiveId" clId="{11CB3E86-BE7D-4F66-A2F5-6FBB7427C924}" dt="2024-10-03T17:24:54.283" v="264" actId="47"/>
        <pc:sldMkLst>
          <pc:docMk/>
          <pc:sldMk cId="3913975929" sldId="677"/>
        </pc:sldMkLst>
        <pc:spChg chg="mod">
          <ac:chgData name="Hasan Jamal" userId="6724a5da2ffd1b8f" providerId="LiveId" clId="{11CB3E86-BE7D-4F66-A2F5-6FBB7427C924}" dt="2024-10-03T17:22:33.137" v="261" actId="6549"/>
          <ac:spMkLst>
            <pc:docMk/>
            <pc:sldMk cId="3913975929" sldId="677"/>
            <ac:spMk id="12" creationId="{A773B303-CEA4-39FE-8190-A77ECCC638B8}"/>
          </ac:spMkLst>
        </pc:spChg>
      </pc:sldChg>
      <pc:sldChg chg="addSp delSp modSp add del mod">
        <pc:chgData name="Hasan Jamal" userId="6724a5da2ffd1b8f" providerId="LiveId" clId="{11CB3E86-BE7D-4F66-A2F5-6FBB7427C924}" dt="2024-10-14T03:56:25.094" v="747" actId="47"/>
        <pc:sldMkLst>
          <pc:docMk/>
          <pc:sldMk cId="197547497" sldId="684"/>
        </pc:sldMkLst>
        <pc:spChg chg="add del">
          <ac:chgData name="Hasan Jamal" userId="6724a5da2ffd1b8f" providerId="LiveId" clId="{11CB3E86-BE7D-4F66-A2F5-6FBB7427C924}" dt="2024-10-14T03:51:36.179" v="565" actId="22"/>
          <ac:spMkLst>
            <pc:docMk/>
            <pc:sldMk cId="197547497" sldId="684"/>
            <ac:spMk id="4" creationId="{1CA63680-F2C9-488B-A9D4-4DF10EEE5926}"/>
          </ac:spMkLst>
        </pc:spChg>
        <pc:spChg chg="add del mod">
          <ac:chgData name="Hasan Jamal" userId="6724a5da2ffd1b8f" providerId="LiveId" clId="{11CB3E86-BE7D-4F66-A2F5-6FBB7427C924}" dt="2024-10-14T03:54:44.351" v="713"/>
          <ac:spMkLst>
            <pc:docMk/>
            <pc:sldMk cId="197547497" sldId="684"/>
            <ac:spMk id="6" creationId="{19C4E48E-F676-0719-2AE6-CD4F6A1D2810}"/>
          </ac:spMkLst>
        </pc:spChg>
        <pc:spChg chg="mod">
          <ac:chgData name="Hasan Jamal" userId="6724a5da2ffd1b8f" providerId="LiveId" clId="{11CB3E86-BE7D-4F66-A2F5-6FBB7427C924}" dt="2024-10-14T03:47:08.880" v="532" actId="21"/>
          <ac:spMkLst>
            <pc:docMk/>
            <pc:sldMk cId="197547497" sldId="684"/>
            <ac:spMk id="12" creationId="{A773B303-CEA4-39FE-8190-A77ECCC638B8}"/>
          </ac:spMkLst>
        </pc:spChg>
      </pc:sldChg>
      <pc:sldChg chg="del">
        <pc:chgData name="Hasan Jamal" userId="6724a5da2ffd1b8f" providerId="LiveId" clId="{11CB3E86-BE7D-4F66-A2F5-6FBB7427C924}" dt="2024-10-03T17:32:18.449" v="269" actId="2696"/>
        <pc:sldMkLst>
          <pc:docMk/>
          <pc:sldMk cId="2115185598" sldId="684"/>
        </pc:sldMkLst>
      </pc:sldChg>
      <pc:sldChg chg="del">
        <pc:chgData name="Hasan Jamal" userId="6724a5da2ffd1b8f" providerId="LiveId" clId="{11CB3E86-BE7D-4F66-A2F5-6FBB7427C924}" dt="2024-10-03T17:32:18.449" v="269" actId="2696"/>
        <pc:sldMkLst>
          <pc:docMk/>
          <pc:sldMk cId="511480830" sldId="686"/>
        </pc:sldMkLst>
      </pc:sldChg>
      <pc:sldChg chg="modSp add mod ord modAnim">
        <pc:chgData name="Hasan Jamal" userId="6724a5da2ffd1b8f" providerId="LiveId" clId="{11CB3E86-BE7D-4F66-A2F5-6FBB7427C924}" dt="2024-10-15T04:59:36.519" v="7029" actId="20577"/>
        <pc:sldMkLst>
          <pc:docMk/>
          <pc:sldMk cId="3431312120" sldId="686"/>
        </pc:sldMkLst>
        <pc:spChg chg="mod">
          <ac:chgData name="Hasan Jamal" userId="6724a5da2ffd1b8f" providerId="LiveId" clId="{11CB3E86-BE7D-4F66-A2F5-6FBB7427C924}" dt="2024-10-15T04:59:36.519" v="7029" actId="20577"/>
          <ac:spMkLst>
            <pc:docMk/>
            <pc:sldMk cId="3431312120" sldId="686"/>
            <ac:spMk id="12" creationId="{A773B303-CEA4-39FE-8190-A77ECCC638B8}"/>
          </ac:spMkLst>
        </pc:spChg>
        <pc:spChg chg="mod">
          <ac:chgData name="Hasan Jamal" userId="6724a5da2ffd1b8f" providerId="LiveId" clId="{11CB3E86-BE7D-4F66-A2F5-6FBB7427C924}" dt="2024-10-03T17:33:42.075" v="296" actId="20577"/>
          <ac:spMkLst>
            <pc:docMk/>
            <pc:sldMk cId="3431312120" sldId="686"/>
            <ac:spMk id="3074" creationId="{00000000-0000-0000-0000-000000000000}"/>
          </ac:spMkLst>
        </pc:spChg>
      </pc:sldChg>
      <pc:sldChg chg="modSp mod">
        <pc:chgData name="Hasan Jamal" userId="6724a5da2ffd1b8f" providerId="LiveId" clId="{11CB3E86-BE7D-4F66-A2F5-6FBB7427C924}" dt="2024-10-14T04:25:50.175" v="867" actId="20577"/>
        <pc:sldMkLst>
          <pc:docMk/>
          <pc:sldMk cId="2875525734" sldId="687"/>
        </pc:sldMkLst>
        <pc:spChg chg="mod">
          <ac:chgData name="Hasan Jamal" userId="6724a5da2ffd1b8f" providerId="LiveId" clId="{11CB3E86-BE7D-4F66-A2F5-6FBB7427C924}" dt="2024-10-14T04:25:50.175" v="867" actId="20577"/>
          <ac:spMkLst>
            <pc:docMk/>
            <pc:sldMk cId="2875525734" sldId="687"/>
            <ac:spMk id="12" creationId="{A773B303-CEA4-39FE-8190-A77ECCC638B8}"/>
          </ac:spMkLst>
        </pc:spChg>
        <pc:spChg chg="mod">
          <ac:chgData name="Hasan Jamal" userId="6724a5da2ffd1b8f" providerId="LiveId" clId="{11CB3E86-BE7D-4F66-A2F5-6FBB7427C924}" dt="2024-10-14T04:23:06.664" v="823"/>
          <ac:spMkLst>
            <pc:docMk/>
            <pc:sldMk cId="2875525734" sldId="687"/>
            <ac:spMk id="3074" creationId="{00000000-0000-0000-0000-000000000000}"/>
          </ac:spMkLst>
        </pc:spChg>
      </pc:sldChg>
      <pc:sldChg chg="modSp mod">
        <pc:chgData name="Hasan Jamal" userId="6724a5da2ffd1b8f" providerId="LiveId" clId="{11CB3E86-BE7D-4F66-A2F5-6FBB7427C924}" dt="2024-10-14T04:36:47.176" v="940" actId="14100"/>
        <pc:sldMkLst>
          <pc:docMk/>
          <pc:sldMk cId="252814908" sldId="689"/>
        </pc:sldMkLst>
        <pc:spChg chg="mod">
          <ac:chgData name="Hasan Jamal" userId="6724a5da2ffd1b8f" providerId="LiveId" clId="{11CB3E86-BE7D-4F66-A2F5-6FBB7427C924}" dt="2024-10-14T04:36:47.176" v="940" actId="14100"/>
          <ac:spMkLst>
            <pc:docMk/>
            <pc:sldMk cId="252814908" sldId="689"/>
            <ac:spMk id="12" creationId="{A773B303-CEA4-39FE-8190-A77ECCC638B8}"/>
          </ac:spMkLst>
        </pc:spChg>
        <pc:picChg chg="mod">
          <ac:chgData name="Hasan Jamal" userId="6724a5da2ffd1b8f" providerId="LiveId" clId="{11CB3E86-BE7D-4F66-A2F5-6FBB7427C924}" dt="2024-10-14T04:36:42.425" v="939" actId="14100"/>
          <ac:picMkLst>
            <pc:docMk/>
            <pc:sldMk cId="252814908" sldId="689"/>
            <ac:picMk id="2050" creationId="{00000000-0000-0000-0000-000000000000}"/>
          </ac:picMkLst>
        </pc:picChg>
      </pc:sldChg>
      <pc:sldChg chg="modSp mod">
        <pc:chgData name="Hasan Jamal" userId="6724a5da2ffd1b8f" providerId="LiveId" clId="{11CB3E86-BE7D-4F66-A2F5-6FBB7427C924}" dt="2024-10-14T05:12:06.348" v="1936" actId="20577"/>
        <pc:sldMkLst>
          <pc:docMk/>
          <pc:sldMk cId="219062299" sldId="690"/>
        </pc:sldMkLst>
        <pc:spChg chg="mod">
          <ac:chgData name="Hasan Jamal" userId="6724a5da2ffd1b8f" providerId="LiveId" clId="{11CB3E86-BE7D-4F66-A2F5-6FBB7427C924}" dt="2024-10-14T05:12:06.348" v="1936" actId="20577"/>
          <ac:spMkLst>
            <pc:docMk/>
            <pc:sldMk cId="219062299" sldId="690"/>
            <ac:spMk id="12" creationId="{A773B303-CEA4-39FE-8190-A77ECCC638B8}"/>
          </ac:spMkLst>
        </pc:spChg>
      </pc:sldChg>
      <pc:sldChg chg="addSp delSp modSp mod">
        <pc:chgData name="Hasan Jamal" userId="6724a5da2ffd1b8f" providerId="LiveId" clId="{11CB3E86-BE7D-4F66-A2F5-6FBB7427C924}" dt="2024-10-03T17:23:11.557" v="262" actId="1076"/>
        <pc:sldMkLst>
          <pc:docMk/>
          <pc:sldMk cId="4195009375" sldId="694"/>
        </pc:sldMkLst>
        <pc:spChg chg="mod">
          <ac:chgData name="Hasan Jamal" userId="6724a5da2ffd1b8f" providerId="LiveId" clId="{11CB3E86-BE7D-4F66-A2F5-6FBB7427C924}" dt="2024-10-03T17:23:11.557" v="262" actId="1076"/>
          <ac:spMkLst>
            <pc:docMk/>
            <pc:sldMk cId="4195009375" sldId="694"/>
            <ac:spMk id="2" creationId="{2F328AD0-3182-111D-EC23-3333BD3E55FE}"/>
          </ac:spMkLst>
        </pc:spChg>
        <pc:picChg chg="del">
          <ac:chgData name="Hasan Jamal" userId="6724a5da2ffd1b8f" providerId="LiveId" clId="{11CB3E86-BE7D-4F66-A2F5-6FBB7427C924}" dt="2024-10-03T10:39:52.921" v="5" actId="478"/>
          <ac:picMkLst>
            <pc:docMk/>
            <pc:sldMk cId="4195009375" sldId="694"/>
            <ac:picMk id="8195" creationId="{00000000-0000-0000-0000-000000000000}"/>
          </ac:picMkLst>
        </pc:picChg>
        <pc:picChg chg="add mod">
          <ac:chgData name="Hasan Jamal" userId="6724a5da2ffd1b8f" providerId="LiveId" clId="{11CB3E86-BE7D-4F66-A2F5-6FBB7427C924}" dt="2024-10-03T17:23:11.557" v="262" actId="1076"/>
          <ac:picMkLst>
            <pc:docMk/>
            <pc:sldMk cId="4195009375" sldId="694"/>
            <ac:picMk id="13315" creationId="{A278EA04-1701-4441-AB9A-E05347064EE2}"/>
          </ac:picMkLst>
        </pc:picChg>
      </pc:sldChg>
      <pc:sldChg chg="modSp mod">
        <pc:chgData name="Hasan Jamal" userId="6724a5da2ffd1b8f" providerId="LiveId" clId="{11CB3E86-BE7D-4F66-A2F5-6FBB7427C924}" dt="2024-10-14T04:39:26.769" v="958" actId="1038"/>
        <pc:sldMkLst>
          <pc:docMk/>
          <pc:sldMk cId="2201822341" sldId="695"/>
        </pc:sldMkLst>
        <pc:spChg chg="mod">
          <ac:chgData name="Hasan Jamal" userId="6724a5da2ffd1b8f" providerId="LiveId" clId="{11CB3E86-BE7D-4F66-A2F5-6FBB7427C924}" dt="2024-10-14T04:39:26.769" v="958" actId="1038"/>
          <ac:spMkLst>
            <pc:docMk/>
            <pc:sldMk cId="2201822341" sldId="695"/>
            <ac:spMk id="25604" creationId="{00000000-0000-0000-0000-000000000000}"/>
          </ac:spMkLst>
        </pc:spChg>
        <pc:grpChg chg="mod">
          <ac:chgData name="Hasan Jamal" userId="6724a5da2ffd1b8f" providerId="LiveId" clId="{11CB3E86-BE7D-4F66-A2F5-6FBB7427C924}" dt="2024-10-14T04:39:26.769" v="958" actId="1038"/>
          <ac:grpSpMkLst>
            <pc:docMk/>
            <pc:sldMk cId="2201822341" sldId="695"/>
            <ac:grpSpMk id="2" creationId="{6567C552-BF4C-49F4-EA31-DB25606299EB}"/>
          </ac:grpSpMkLst>
        </pc:grpChg>
        <pc:picChg chg="mod">
          <ac:chgData name="Hasan Jamal" userId="6724a5da2ffd1b8f" providerId="LiveId" clId="{11CB3E86-BE7D-4F66-A2F5-6FBB7427C924}" dt="2024-10-14T04:39:26.769" v="958" actId="1038"/>
          <ac:picMkLst>
            <pc:docMk/>
            <pc:sldMk cId="2201822341" sldId="695"/>
            <ac:picMk id="25603" creationId="{00000000-0000-0000-0000-000000000000}"/>
          </ac:picMkLst>
        </pc:picChg>
      </pc:sldChg>
      <pc:sldChg chg="modSp mod">
        <pc:chgData name="Hasan Jamal" userId="6724a5da2ffd1b8f" providerId="LiveId" clId="{11CB3E86-BE7D-4F66-A2F5-6FBB7427C924}" dt="2024-10-03T10:45:54.165" v="179" actId="14100"/>
        <pc:sldMkLst>
          <pc:docMk/>
          <pc:sldMk cId="98211189" sldId="723"/>
        </pc:sldMkLst>
        <pc:spChg chg="mod">
          <ac:chgData name="Hasan Jamal" userId="6724a5da2ffd1b8f" providerId="LiveId" clId="{11CB3E86-BE7D-4F66-A2F5-6FBB7427C924}" dt="2024-10-03T10:45:54.165" v="179" actId="14100"/>
          <ac:spMkLst>
            <pc:docMk/>
            <pc:sldMk cId="98211189" sldId="723"/>
            <ac:spMk id="12" creationId="{A773B303-CEA4-39FE-8190-A77ECCC638B8}"/>
          </ac:spMkLst>
        </pc:spChg>
      </pc:sldChg>
      <pc:sldChg chg="addSp delSp modSp mod modAnim">
        <pc:chgData name="Hasan Jamal" userId="6724a5da2ffd1b8f" providerId="LiveId" clId="{11CB3E86-BE7D-4F66-A2F5-6FBB7427C924}" dt="2024-10-03T17:42:01.593" v="464" actId="20577"/>
        <pc:sldMkLst>
          <pc:docMk/>
          <pc:sldMk cId="3877180257" sldId="727"/>
        </pc:sldMkLst>
        <pc:spChg chg="add mod">
          <ac:chgData name="Hasan Jamal" userId="6724a5da2ffd1b8f" providerId="LiveId" clId="{11CB3E86-BE7D-4F66-A2F5-6FBB7427C924}" dt="2024-10-03T17:42:01.593" v="464" actId="20577"/>
          <ac:spMkLst>
            <pc:docMk/>
            <pc:sldMk cId="3877180257" sldId="727"/>
            <ac:spMk id="2" creationId="{973FA240-0CE1-88B4-2795-3C83BD31BE93}"/>
          </ac:spMkLst>
        </pc:spChg>
        <pc:spChg chg="mod">
          <ac:chgData name="Hasan Jamal" userId="6724a5da2ffd1b8f" providerId="LiveId" clId="{11CB3E86-BE7D-4F66-A2F5-6FBB7427C924}" dt="2024-10-03T17:40:37.695" v="450" actId="1037"/>
          <ac:spMkLst>
            <pc:docMk/>
            <pc:sldMk cId="3877180257" sldId="727"/>
            <ac:spMk id="6" creationId="{6AB7CDA0-000A-91D0-4198-AC05B40350E1}"/>
          </ac:spMkLst>
        </pc:spChg>
        <pc:spChg chg="mod">
          <ac:chgData name="Hasan Jamal" userId="6724a5da2ffd1b8f" providerId="LiveId" clId="{11CB3E86-BE7D-4F66-A2F5-6FBB7427C924}" dt="2024-10-03T17:40:37.695" v="450" actId="1037"/>
          <ac:spMkLst>
            <pc:docMk/>
            <pc:sldMk cId="3877180257" sldId="727"/>
            <ac:spMk id="7" creationId="{7F404935-C719-7948-AB7E-937FF301C775}"/>
          </ac:spMkLst>
        </pc:spChg>
        <pc:spChg chg="mod">
          <ac:chgData name="Hasan Jamal" userId="6724a5da2ffd1b8f" providerId="LiveId" clId="{11CB3E86-BE7D-4F66-A2F5-6FBB7427C924}" dt="2024-10-03T17:40:37.695" v="450" actId="1037"/>
          <ac:spMkLst>
            <pc:docMk/>
            <pc:sldMk cId="3877180257" sldId="727"/>
            <ac:spMk id="8" creationId="{F58897EA-D38D-D8FD-A67F-746EBE01A975}"/>
          </ac:spMkLst>
        </pc:spChg>
        <pc:spChg chg="mod">
          <ac:chgData name="Hasan Jamal" userId="6724a5da2ffd1b8f" providerId="LiveId" clId="{11CB3E86-BE7D-4F66-A2F5-6FBB7427C924}" dt="2024-10-03T17:40:37.695" v="450" actId="1037"/>
          <ac:spMkLst>
            <pc:docMk/>
            <pc:sldMk cId="3877180257" sldId="727"/>
            <ac:spMk id="9" creationId="{C332BBD7-2930-C1BD-0B5B-B1BA6E21F364}"/>
          </ac:spMkLst>
        </pc:spChg>
        <pc:spChg chg="mod">
          <ac:chgData name="Hasan Jamal" userId="6724a5da2ffd1b8f" providerId="LiveId" clId="{11CB3E86-BE7D-4F66-A2F5-6FBB7427C924}" dt="2024-10-03T17:40:37.695" v="450" actId="1037"/>
          <ac:spMkLst>
            <pc:docMk/>
            <pc:sldMk cId="3877180257" sldId="727"/>
            <ac:spMk id="10" creationId="{52E5ECDB-07E4-32D4-D3FD-406011BFC399}"/>
          </ac:spMkLst>
        </pc:spChg>
        <pc:spChg chg="mod">
          <ac:chgData name="Hasan Jamal" userId="6724a5da2ffd1b8f" providerId="LiveId" clId="{11CB3E86-BE7D-4F66-A2F5-6FBB7427C924}" dt="2024-10-03T17:40:37.695" v="450" actId="1037"/>
          <ac:spMkLst>
            <pc:docMk/>
            <pc:sldMk cId="3877180257" sldId="727"/>
            <ac:spMk id="11" creationId="{9F45AD91-0397-FAF1-C38F-7C1121FFE0B7}"/>
          </ac:spMkLst>
        </pc:spChg>
        <pc:spChg chg="mod">
          <ac:chgData name="Hasan Jamal" userId="6724a5da2ffd1b8f" providerId="LiveId" clId="{11CB3E86-BE7D-4F66-A2F5-6FBB7427C924}" dt="2024-10-03T17:40:37.695" v="450" actId="1037"/>
          <ac:spMkLst>
            <pc:docMk/>
            <pc:sldMk cId="3877180257" sldId="727"/>
            <ac:spMk id="12" creationId="{2E74B4B6-ACA4-C2C7-30D9-5D50923CB33C}"/>
          </ac:spMkLst>
        </pc:spChg>
        <pc:spChg chg="mod">
          <ac:chgData name="Hasan Jamal" userId="6724a5da2ffd1b8f" providerId="LiveId" clId="{11CB3E86-BE7D-4F66-A2F5-6FBB7427C924}" dt="2024-10-03T17:40:37.695" v="450" actId="1037"/>
          <ac:spMkLst>
            <pc:docMk/>
            <pc:sldMk cId="3877180257" sldId="727"/>
            <ac:spMk id="13" creationId="{BA18FDAD-7E89-3E98-DFF3-EB0197067401}"/>
          </ac:spMkLst>
        </pc:spChg>
        <pc:spChg chg="mod">
          <ac:chgData name="Hasan Jamal" userId="6724a5da2ffd1b8f" providerId="LiveId" clId="{11CB3E86-BE7D-4F66-A2F5-6FBB7427C924}" dt="2024-10-03T17:40:37.695" v="450" actId="1037"/>
          <ac:spMkLst>
            <pc:docMk/>
            <pc:sldMk cId="3877180257" sldId="727"/>
            <ac:spMk id="14" creationId="{61EE5871-CE41-64DF-0983-BF7C70D621E1}"/>
          </ac:spMkLst>
        </pc:spChg>
        <pc:spChg chg="mod">
          <ac:chgData name="Hasan Jamal" userId="6724a5da2ffd1b8f" providerId="LiveId" clId="{11CB3E86-BE7D-4F66-A2F5-6FBB7427C924}" dt="2024-10-03T17:40:37.695" v="450" actId="1037"/>
          <ac:spMkLst>
            <pc:docMk/>
            <pc:sldMk cId="3877180257" sldId="727"/>
            <ac:spMk id="15" creationId="{6873C056-FC3F-E3EC-A384-AAAD69148C80}"/>
          </ac:spMkLst>
        </pc:spChg>
        <pc:spChg chg="mod">
          <ac:chgData name="Hasan Jamal" userId="6724a5da2ffd1b8f" providerId="LiveId" clId="{11CB3E86-BE7D-4F66-A2F5-6FBB7427C924}" dt="2024-10-03T17:40:37.695" v="450" actId="1037"/>
          <ac:spMkLst>
            <pc:docMk/>
            <pc:sldMk cId="3877180257" sldId="727"/>
            <ac:spMk id="16" creationId="{1B69D6CF-28EA-2DAA-CDE9-78457E35CB99}"/>
          </ac:spMkLst>
        </pc:spChg>
        <pc:spChg chg="add del mod">
          <ac:chgData name="Hasan Jamal" userId="6724a5da2ffd1b8f" providerId="LiveId" clId="{11CB3E86-BE7D-4F66-A2F5-6FBB7427C924}" dt="2024-10-03T17:40:07.767" v="405" actId="478"/>
          <ac:spMkLst>
            <pc:docMk/>
            <pc:sldMk cId="3877180257" sldId="727"/>
            <ac:spMk id="17" creationId="{A9F95EDB-5281-90A8-FAE8-14F84880FEF9}"/>
          </ac:spMkLst>
        </pc:spChg>
        <pc:spChg chg="mod">
          <ac:chgData name="Hasan Jamal" userId="6724a5da2ffd1b8f" providerId="LiveId" clId="{11CB3E86-BE7D-4F66-A2F5-6FBB7427C924}" dt="2024-10-03T17:40:37.695" v="450" actId="1037"/>
          <ac:spMkLst>
            <pc:docMk/>
            <pc:sldMk cId="3877180257" sldId="727"/>
            <ac:spMk id="18" creationId="{1CC8EA15-C989-C10B-0E76-3E4585F098B1}"/>
          </ac:spMkLst>
        </pc:spChg>
        <pc:spChg chg="mod">
          <ac:chgData name="Hasan Jamal" userId="6724a5da2ffd1b8f" providerId="LiveId" clId="{11CB3E86-BE7D-4F66-A2F5-6FBB7427C924}" dt="2024-10-03T17:40:37.695" v="450" actId="1037"/>
          <ac:spMkLst>
            <pc:docMk/>
            <pc:sldMk cId="3877180257" sldId="727"/>
            <ac:spMk id="19" creationId="{6C64ECE5-C8D0-2137-D8BD-0E7BB228CC20}"/>
          </ac:spMkLst>
        </pc:spChg>
        <pc:spChg chg="mod">
          <ac:chgData name="Hasan Jamal" userId="6724a5da2ffd1b8f" providerId="LiveId" clId="{11CB3E86-BE7D-4F66-A2F5-6FBB7427C924}" dt="2024-10-03T17:40:37.695" v="450" actId="1037"/>
          <ac:spMkLst>
            <pc:docMk/>
            <pc:sldMk cId="3877180257" sldId="727"/>
            <ac:spMk id="20" creationId="{657CAEB3-FC57-C7AC-9A4B-16C1CA73E8D6}"/>
          </ac:spMkLst>
        </pc:spChg>
        <pc:spChg chg="mod">
          <ac:chgData name="Hasan Jamal" userId="6724a5da2ffd1b8f" providerId="LiveId" clId="{11CB3E86-BE7D-4F66-A2F5-6FBB7427C924}" dt="2024-10-03T17:40:37.695" v="450" actId="1037"/>
          <ac:spMkLst>
            <pc:docMk/>
            <pc:sldMk cId="3877180257" sldId="727"/>
            <ac:spMk id="21" creationId="{DAA99598-6E78-42AC-A63B-99BC0C9328F6}"/>
          </ac:spMkLst>
        </pc:spChg>
        <pc:spChg chg="mod">
          <ac:chgData name="Hasan Jamal" userId="6724a5da2ffd1b8f" providerId="LiveId" clId="{11CB3E86-BE7D-4F66-A2F5-6FBB7427C924}" dt="2024-10-03T17:40:37.695" v="450" actId="1037"/>
          <ac:spMkLst>
            <pc:docMk/>
            <pc:sldMk cId="3877180257" sldId="727"/>
            <ac:spMk id="22" creationId="{9F3A8F02-76FB-39DC-7182-AC176D14A3D7}"/>
          </ac:spMkLst>
        </pc:spChg>
        <pc:spChg chg="mod">
          <ac:chgData name="Hasan Jamal" userId="6724a5da2ffd1b8f" providerId="LiveId" clId="{11CB3E86-BE7D-4F66-A2F5-6FBB7427C924}" dt="2024-10-03T17:40:37.695" v="450" actId="1037"/>
          <ac:spMkLst>
            <pc:docMk/>
            <pc:sldMk cId="3877180257" sldId="727"/>
            <ac:spMk id="23" creationId="{1B54EA33-DD37-D37C-3729-AAB354895875}"/>
          </ac:spMkLst>
        </pc:spChg>
        <pc:grpChg chg="add mod">
          <ac:chgData name="Hasan Jamal" userId="6724a5da2ffd1b8f" providerId="LiveId" clId="{11CB3E86-BE7D-4F66-A2F5-6FBB7427C924}" dt="2024-10-03T17:40:37.695" v="450" actId="1037"/>
          <ac:grpSpMkLst>
            <pc:docMk/>
            <pc:sldMk cId="3877180257" sldId="727"/>
            <ac:grpSpMk id="4" creationId="{357D1162-B720-8E2A-A2FA-E3EF44E56949}"/>
          </ac:grpSpMkLst>
        </pc:grpChg>
      </pc:sldChg>
      <pc:sldChg chg="modSp mod">
        <pc:chgData name="Hasan Jamal" userId="6724a5da2ffd1b8f" providerId="LiveId" clId="{11CB3E86-BE7D-4F66-A2F5-6FBB7427C924}" dt="2024-10-14T04:14:28.903" v="804" actId="20577"/>
        <pc:sldMkLst>
          <pc:docMk/>
          <pc:sldMk cId="2742509218" sldId="728"/>
        </pc:sldMkLst>
        <pc:spChg chg="mod">
          <ac:chgData name="Hasan Jamal" userId="6724a5da2ffd1b8f" providerId="LiveId" clId="{11CB3E86-BE7D-4F66-A2F5-6FBB7427C924}" dt="2024-10-14T04:14:28.903" v="804" actId="20577"/>
          <ac:spMkLst>
            <pc:docMk/>
            <pc:sldMk cId="2742509218" sldId="728"/>
            <ac:spMk id="12" creationId="{A773B303-CEA4-39FE-8190-A77ECCC638B8}"/>
          </ac:spMkLst>
        </pc:spChg>
      </pc:sldChg>
      <pc:sldChg chg="modSp mod">
        <pc:chgData name="Hasan Jamal" userId="6724a5da2ffd1b8f" providerId="LiveId" clId="{11CB3E86-BE7D-4F66-A2F5-6FBB7427C924}" dt="2024-10-14T05:22:43.937" v="2224" actId="20577"/>
        <pc:sldMkLst>
          <pc:docMk/>
          <pc:sldMk cId="1650502878" sldId="730"/>
        </pc:sldMkLst>
        <pc:spChg chg="mod">
          <ac:chgData name="Hasan Jamal" userId="6724a5da2ffd1b8f" providerId="LiveId" clId="{11CB3E86-BE7D-4F66-A2F5-6FBB7427C924}" dt="2024-10-14T05:22:43.937" v="2224" actId="20577"/>
          <ac:spMkLst>
            <pc:docMk/>
            <pc:sldMk cId="1650502878" sldId="730"/>
            <ac:spMk id="12" creationId="{A773B303-CEA4-39FE-8190-A77ECCC638B8}"/>
          </ac:spMkLst>
        </pc:spChg>
        <pc:picChg chg="mod">
          <ac:chgData name="Hasan Jamal" userId="6724a5da2ffd1b8f" providerId="LiveId" clId="{11CB3E86-BE7D-4F66-A2F5-6FBB7427C924}" dt="2024-10-14T05:16:19.158" v="2059" actId="1035"/>
          <ac:picMkLst>
            <pc:docMk/>
            <pc:sldMk cId="1650502878" sldId="730"/>
            <ac:picMk id="24579" creationId="{00000000-0000-0000-0000-000000000000}"/>
          </ac:picMkLst>
        </pc:picChg>
      </pc:sldChg>
      <pc:sldChg chg="modSp mod">
        <pc:chgData name="Hasan Jamal" userId="6724a5da2ffd1b8f" providerId="LiveId" clId="{11CB3E86-BE7D-4F66-A2F5-6FBB7427C924}" dt="2024-10-03T17:20:35.004" v="257" actId="1038"/>
        <pc:sldMkLst>
          <pc:docMk/>
          <pc:sldMk cId="2091040025" sldId="735"/>
        </pc:sldMkLst>
        <pc:spChg chg="mod">
          <ac:chgData name="Hasan Jamal" userId="6724a5da2ffd1b8f" providerId="LiveId" clId="{11CB3E86-BE7D-4F66-A2F5-6FBB7427C924}" dt="2024-10-03T17:20:35.004" v="257" actId="1038"/>
          <ac:spMkLst>
            <pc:docMk/>
            <pc:sldMk cId="2091040025" sldId="735"/>
            <ac:spMk id="9" creationId="{00000000-0000-0000-0000-000000000000}"/>
          </ac:spMkLst>
        </pc:spChg>
      </pc:sldChg>
      <pc:sldChg chg="modSp mod">
        <pc:chgData name="Hasan Jamal" userId="6724a5da2ffd1b8f" providerId="LiveId" clId="{11CB3E86-BE7D-4F66-A2F5-6FBB7427C924}" dt="2024-10-03T17:20:15.725" v="255" actId="1035"/>
        <pc:sldMkLst>
          <pc:docMk/>
          <pc:sldMk cId="3981574798" sldId="736"/>
        </pc:sldMkLst>
        <pc:spChg chg="mod">
          <ac:chgData name="Hasan Jamal" userId="6724a5da2ffd1b8f" providerId="LiveId" clId="{11CB3E86-BE7D-4F66-A2F5-6FBB7427C924}" dt="2024-10-03T17:20:15.725" v="255" actId="1035"/>
          <ac:spMkLst>
            <pc:docMk/>
            <pc:sldMk cId="3981574798" sldId="736"/>
            <ac:spMk id="25" creationId="{00000000-0000-0000-0000-000000000000}"/>
          </ac:spMkLst>
        </pc:spChg>
        <pc:spChg chg="mod">
          <ac:chgData name="Hasan Jamal" userId="6724a5da2ffd1b8f" providerId="LiveId" clId="{11CB3E86-BE7D-4F66-A2F5-6FBB7427C924}" dt="2024-10-03T17:20:15.725" v="255" actId="1035"/>
          <ac:spMkLst>
            <pc:docMk/>
            <pc:sldMk cId="3981574798" sldId="736"/>
            <ac:spMk id="26" creationId="{00000000-0000-0000-0000-000000000000}"/>
          </ac:spMkLst>
        </pc:spChg>
        <pc:spChg chg="mod">
          <ac:chgData name="Hasan Jamal" userId="6724a5da2ffd1b8f" providerId="LiveId" clId="{11CB3E86-BE7D-4F66-A2F5-6FBB7427C924}" dt="2024-10-03T17:20:15.725" v="255" actId="1035"/>
          <ac:spMkLst>
            <pc:docMk/>
            <pc:sldMk cId="3981574798" sldId="736"/>
            <ac:spMk id="27" creationId="{00000000-0000-0000-0000-000000000000}"/>
          </ac:spMkLst>
        </pc:spChg>
        <pc:spChg chg="mod">
          <ac:chgData name="Hasan Jamal" userId="6724a5da2ffd1b8f" providerId="LiveId" clId="{11CB3E86-BE7D-4F66-A2F5-6FBB7427C924}" dt="2024-10-03T17:20:15.725" v="255" actId="1035"/>
          <ac:spMkLst>
            <pc:docMk/>
            <pc:sldMk cId="3981574798" sldId="736"/>
            <ac:spMk id="28" creationId="{00000000-0000-0000-0000-000000000000}"/>
          </ac:spMkLst>
        </pc:spChg>
        <pc:spChg chg="mod">
          <ac:chgData name="Hasan Jamal" userId="6724a5da2ffd1b8f" providerId="LiveId" clId="{11CB3E86-BE7D-4F66-A2F5-6FBB7427C924}" dt="2024-10-03T17:20:15.725" v="255" actId="1035"/>
          <ac:spMkLst>
            <pc:docMk/>
            <pc:sldMk cId="3981574798" sldId="736"/>
            <ac:spMk id="29" creationId="{00000000-0000-0000-0000-000000000000}"/>
          </ac:spMkLst>
        </pc:spChg>
        <pc:spChg chg="mod">
          <ac:chgData name="Hasan Jamal" userId="6724a5da2ffd1b8f" providerId="LiveId" clId="{11CB3E86-BE7D-4F66-A2F5-6FBB7427C924}" dt="2024-10-03T17:20:15.725" v="255" actId="1035"/>
          <ac:spMkLst>
            <pc:docMk/>
            <pc:sldMk cId="3981574798" sldId="736"/>
            <ac:spMk id="30" creationId="{00000000-0000-0000-0000-000000000000}"/>
          </ac:spMkLst>
        </pc:spChg>
        <pc:spChg chg="mod">
          <ac:chgData name="Hasan Jamal" userId="6724a5da2ffd1b8f" providerId="LiveId" clId="{11CB3E86-BE7D-4F66-A2F5-6FBB7427C924}" dt="2024-10-03T17:20:15.725" v="255" actId="1035"/>
          <ac:spMkLst>
            <pc:docMk/>
            <pc:sldMk cId="3981574798" sldId="736"/>
            <ac:spMk id="31" creationId="{00000000-0000-0000-0000-000000000000}"/>
          </ac:spMkLst>
        </pc:spChg>
        <pc:spChg chg="mod">
          <ac:chgData name="Hasan Jamal" userId="6724a5da2ffd1b8f" providerId="LiveId" clId="{11CB3E86-BE7D-4F66-A2F5-6FBB7427C924}" dt="2024-10-03T17:20:15.725" v="255" actId="1035"/>
          <ac:spMkLst>
            <pc:docMk/>
            <pc:sldMk cId="3981574798" sldId="736"/>
            <ac:spMk id="3072" creationId="{00000000-0000-0000-0000-000000000000}"/>
          </ac:spMkLst>
        </pc:spChg>
        <pc:spChg chg="mod">
          <ac:chgData name="Hasan Jamal" userId="6724a5da2ffd1b8f" providerId="LiveId" clId="{11CB3E86-BE7D-4F66-A2F5-6FBB7427C924}" dt="2024-10-03T17:20:15.725" v="255" actId="1035"/>
          <ac:spMkLst>
            <pc:docMk/>
            <pc:sldMk cId="3981574798" sldId="736"/>
            <ac:spMk id="3073" creationId="{00000000-0000-0000-0000-000000000000}"/>
          </ac:spMkLst>
        </pc:spChg>
        <pc:spChg chg="mod">
          <ac:chgData name="Hasan Jamal" userId="6724a5da2ffd1b8f" providerId="LiveId" clId="{11CB3E86-BE7D-4F66-A2F5-6FBB7427C924}" dt="2024-10-03T17:20:15.725" v="255" actId="1035"/>
          <ac:spMkLst>
            <pc:docMk/>
            <pc:sldMk cId="3981574798" sldId="736"/>
            <ac:spMk id="3075" creationId="{00000000-0000-0000-0000-000000000000}"/>
          </ac:spMkLst>
        </pc:spChg>
        <pc:spChg chg="mod">
          <ac:chgData name="Hasan Jamal" userId="6724a5da2ffd1b8f" providerId="LiveId" clId="{11CB3E86-BE7D-4F66-A2F5-6FBB7427C924}" dt="2024-10-03T17:20:15.725" v="255" actId="1035"/>
          <ac:spMkLst>
            <pc:docMk/>
            <pc:sldMk cId="3981574798" sldId="736"/>
            <ac:spMk id="3076" creationId="{00000000-0000-0000-0000-000000000000}"/>
          </ac:spMkLst>
        </pc:spChg>
        <pc:spChg chg="mod">
          <ac:chgData name="Hasan Jamal" userId="6724a5da2ffd1b8f" providerId="LiveId" clId="{11CB3E86-BE7D-4F66-A2F5-6FBB7427C924}" dt="2024-10-03T17:20:15.725" v="255" actId="1035"/>
          <ac:spMkLst>
            <pc:docMk/>
            <pc:sldMk cId="3981574798" sldId="736"/>
            <ac:spMk id="3077" creationId="{00000000-0000-0000-0000-000000000000}"/>
          </ac:spMkLst>
        </pc:spChg>
        <pc:spChg chg="mod">
          <ac:chgData name="Hasan Jamal" userId="6724a5da2ffd1b8f" providerId="LiveId" clId="{11CB3E86-BE7D-4F66-A2F5-6FBB7427C924}" dt="2024-10-03T17:20:15.725" v="255" actId="1035"/>
          <ac:spMkLst>
            <pc:docMk/>
            <pc:sldMk cId="3981574798" sldId="736"/>
            <ac:spMk id="3078" creationId="{00000000-0000-0000-0000-000000000000}"/>
          </ac:spMkLst>
        </pc:spChg>
        <pc:spChg chg="mod">
          <ac:chgData name="Hasan Jamal" userId="6724a5da2ffd1b8f" providerId="LiveId" clId="{11CB3E86-BE7D-4F66-A2F5-6FBB7427C924}" dt="2024-10-03T17:20:15.725" v="255" actId="1035"/>
          <ac:spMkLst>
            <pc:docMk/>
            <pc:sldMk cId="3981574798" sldId="736"/>
            <ac:spMk id="3079" creationId="{00000000-0000-0000-0000-000000000000}"/>
          </ac:spMkLst>
        </pc:spChg>
        <pc:spChg chg="mod">
          <ac:chgData name="Hasan Jamal" userId="6724a5da2ffd1b8f" providerId="LiveId" clId="{11CB3E86-BE7D-4F66-A2F5-6FBB7427C924}" dt="2024-10-03T17:20:15.725" v="255" actId="1035"/>
          <ac:spMkLst>
            <pc:docMk/>
            <pc:sldMk cId="3981574798" sldId="736"/>
            <ac:spMk id="3080" creationId="{00000000-0000-0000-0000-000000000000}"/>
          </ac:spMkLst>
        </pc:spChg>
        <pc:spChg chg="mod">
          <ac:chgData name="Hasan Jamal" userId="6724a5da2ffd1b8f" providerId="LiveId" clId="{11CB3E86-BE7D-4F66-A2F5-6FBB7427C924}" dt="2024-10-03T17:20:15.725" v="255" actId="1035"/>
          <ac:spMkLst>
            <pc:docMk/>
            <pc:sldMk cId="3981574798" sldId="736"/>
            <ac:spMk id="3081" creationId="{00000000-0000-0000-0000-000000000000}"/>
          </ac:spMkLst>
        </pc:spChg>
        <pc:spChg chg="mod">
          <ac:chgData name="Hasan Jamal" userId="6724a5da2ffd1b8f" providerId="LiveId" clId="{11CB3E86-BE7D-4F66-A2F5-6FBB7427C924}" dt="2024-10-03T17:20:15.725" v="255" actId="1035"/>
          <ac:spMkLst>
            <pc:docMk/>
            <pc:sldMk cId="3981574798" sldId="736"/>
            <ac:spMk id="3082" creationId="{00000000-0000-0000-0000-000000000000}"/>
          </ac:spMkLst>
        </pc:spChg>
        <pc:spChg chg="mod">
          <ac:chgData name="Hasan Jamal" userId="6724a5da2ffd1b8f" providerId="LiveId" clId="{11CB3E86-BE7D-4F66-A2F5-6FBB7427C924}" dt="2024-10-03T17:20:15.725" v="255" actId="1035"/>
          <ac:spMkLst>
            <pc:docMk/>
            <pc:sldMk cId="3981574798" sldId="736"/>
            <ac:spMk id="3083" creationId="{00000000-0000-0000-0000-000000000000}"/>
          </ac:spMkLst>
        </pc:spChg>
        <pc:grpChg chg="mod">
          <ac:chgData name="Hasan Jamal" userId="6724a5da2ffd1b8f" providerId="LiveId" clId="{11CB3E86-BE7D-4F66-A2F5-6FBB7427C924}" dt="2024-10-03T17:20:15.725" v="255" actId="1035"/>
          <ac:grpSpMkLst>
            <pc:docMk/>
            <pc:sldMk cId="3981574798" sldId="736"/>
            <ac:grpSpMk id="24" creationId="{00000000-0000-0000-0000-000000000000}"/>
          </ac:grpSpMkLst>
        </pc:grpChg>
        <pc:graphicFrameChg chg="modGraphic">
          <ac:chgData name="Hasan Jamal" userId="6724a5da2ffd1b8f" providerId="LiveId" clId="{11CB3E86-BE7D-4F66-A2F5-6FBB7427C924}" dt="2024-10-03T17:19:34.696" v="241" actId="20577"/>
          <ac:graphicFrameMkLst>
            <pc:docMk/>
            <pc:sldMk cId="3981574798" sldId="736"/>
            <ac:graphicFrameMk id="2" creationId="{D5831112-9B3C-E882-C1B2-93F9A11E3EE7}"/>
          </ac:graphicFrameMkLst>
        </pc:graphicFrameChg>
      </pc:sldChg>
      <pc:sldChg chg="modSp mod modAnim">
        <pc:chgData name="Hasan Jamal" userId="6724a5da2ffd1b8f" providerId="LiveId" clId="{11CB3E86-BE7D-4F66-A2F5-6FBB7427C924}" dt="2024-10-14T05:24:00.550" v="2250" actId="20577"/>
        <pc:sldMkLst>
          <pc:docMk/>
          <pc:sldMk cId="720626321" sldId="741"/>
        </pc:sldMkLst>
        <pc:spChg chg="mod">
          <ac:chgData name="Hasan Jamal" userId="6724a5da2ffd1b8f" providerId="LiveId" clId="{11CB3E86-BE7D-4F66-A2F5-6FBB7427C924}" dt="2024-10-14T05:23:30.810" v="2239" actId="1036"/>
          <ac:spMkLst>
            <pc:docMk/>
            <pc:sldMk cId="720626321" sldId="741"/>
            <ac:spMk id="5" creationId="{70A2352C-00A5-664A-2D0E-78429D31C95B}"/>
          </ac:spMkLst>
        </pc:spChg>
        <pc:spChg chg="mod">
          <ac:chgData name="Hasan Jamal" userId="6724a5da2ffd1b8f" providerId="LiveId" clId="{11CB3E86-BE7D-4F66-A2F5-6FBB7427C924}" dt="2024-10-14T05:23:30.810" v="2239" actId="1036"/>
          <ac:spMkLst>
            <pc:docMk/>
            <pc:sldMk cId="720626321" sldId="741"/>
            <ac:spMk id="6" creationId="{9CAA68FC-871A-FBA9-2122-36550FEDBE51}"/>
          </ac:spMkLst>
        </pc:spChg>
        <pc:spChg chg="mod">
          <ac:chgData name="Hasan Jamal" userId="6724a5da2ffd1b8f" providerId="LiveId" clId="{11CB3E86-BE7D-4F66-A2F5-6FBB7427C924}" dt="2024-10-14T05:23:30.810" v="2239" actId="1036"/>
          <ac:spMkLst>
            <pc:docMk/>
            <pc:sldMk cId="720626321" sldId="741"/>
            <ac:spMk id="7" creationId="{7201B006-4131-511F-AF16-A31F9F0D4D79}"/>
          </ac:spMkLst>
        </pc:spChg>
        <pc:spChg chg="mod">
          <ac:chgData name="Hasan Jamal" userId="6724a5da2ffd1b8f" providerId="LiveId" clId="{11CB3E86-BE7D-4F66-A2F5-6FBB7427C924}" dt="2024-10-14T05:23:30.810" v="2239" actId="1036"/>
          <ac:spMkLst>
            <pc:docMk/>
            <pc:sldMk cId="720626321" sldId="741"/>
            <ac:spMk id="8" creationId="{BDC0559F-B100-4E60-9C6B-6D7144BD8A30}"/>
          </ac:spMkLst>
        </pc:spChg>
        <pc:spChg chg="mod">
          <ac:chgData name="Hasan Jamal" userId="6724a5da2ffd1b8f" providerId="LiveId" clId="{11CB3E86-BE7D-4F66-A2F5-6FBB7427C924}" dt="2024-10-14T05:23:30.810" v="2239" actId="1036"/>
          <ac:spMkLst>
            <pc:docMk/>
            <pc:sldMk cId="720626321" sldId="741"/>
            <ac:spMk id="9" creationId="{6747B710-5DA9-DFF6-3255-336384ACEFFF}"/>
          </ac:spMkLst>
        </pc:spChg>
        <pc:spChg chg="mod">
          <ac:chgData name="Hasan Jamal" userId="6724a5da2ffd1b8f" providerId="LiveId" clId="{11CB3E86-BE7D-4F66-A2F5-6FBB7427C924}" dt="2024-10-14T05:23:30.810" v="2239" actId="1036"/>
          <ac:spMkLst>
            <pc:docMk/>
            <pc:sldMk cId="720626321" sldId="741"/>
            <ac:spMk id="10" creationId="{C9EAEE7F-E483-817D-6504-541FFDBB613F}"/>
          </ac:spMkLst>
        </pc:spChg>
        <pc:spChg chg="mod">
          <ac:chgData name="Hasan Jamal" userId="6724a5da2ffd1b8f" providerId="LiveId" clId="{11CB3E86-BE7D-4F66-A2F5-6FBB7427C924}" dt="2024-10-14T05:23:30.810" v="2239" actId="1036"/>
          <ac:spMkLst>
            <pc:docMk/>
            <pc:sldMk cId="720626321" sldId="741"/>
            <ac:spMk id="11" creationId="{76FF91E8-07D4-8D50-1314-B0A56A2A61A9}"/>
          </ac:spMkLst>
        </pc:spChg>
        <pc:spChg chg="mod">
          <ac:chgData name="Hasan Jamal" userId="6724a5da2ffd1b8f" providerId="LiveId" clId="{11CB3E86-BE7D-4F66-A2F5-6FBB7427C924}" dt="2024-10-14T05:24:00.550" v="2250" actId="20577"/>
          <ac:spMkLst>
            <pc:docMk/>
            <pc:sldMk cId="720626321" sldId="741"/>
            <ac:spMk id="12" creationId="{A773B303-CEA4-39FE-8190-A77ECCC638B8}"/>
          </ac:spMkLst>
        </pc:spChg>
        <pc:spChg chg="mod">
          <ac:chgData name="Hasan Jamal" userId="6724a5da2ffd1b8f" providerId="LiveId" clId="{11CB3E86-BE7D-4F66-A2F5-6FBB7427C924}" dt="2024-10-14T05:23:30.810" v="2239" actId="1036"/>
          <ac:spMkLst>
            <pc:docMk/>
            <pc:sldMk cId="720626321" sldId="741"/>
            <ac:spMk id="13" creationId="{6F7D145B-CBD5-C200-6D1F-F9199E9C3A5C}"/>
          </ac:spMkLst>
        </pc:spChg>
        <pc:spChg chg="mod">
          <ac:chgData name="Hasan Jamal" userId="6724a5da2ffd1b8f" providerId="LiveId" clId="{11CB3E86-BE7D-4F66-A2F5-6FBB7427C924}" dt="2024-10-14T05:23:30.810" v="2239" actId="1036"/>
          <ac:spMkLst>
            <pc:docMk/>
            <pc:sldMk cId="720626321" sldId="741"/>
            <ac:spMk id="14" creationId="{C428755C-885E-04D6-ACCB-739752B18396}"/>
          </ac:spMkLst>
        </pc:spChg>
        <pc:spChg chg="mod">
          <ac:chgData name="Hasan Jamal" userId="6724a5da2ffd1b8f" providerId="LiveId" clId="{11CB3E86-BE7D-4F66-A2F5-6FBB7427C924}" dt="2024-10-14T05:23:30.810" v="2239" actId="1036"/>
          <ac:spMkLst>
            <pc:docMk/>
            <pc:sldMk cId="720626321" sldId="741"/>
            <ac:spMk id="15" creationId="{3C3506E9-924A-A8A4-782F-8421217C758B}"/>
          </ac:spMkLst>
        </pc:spChg>
        <pc:spChg chg="mod">
          <ac:chgData name="Hasan Jamal" userId="6724a5da2ffd1b8f" providerId="LiveId" clId="{11CB3E86-BE7D-4F66-A2F5-6FBB7427C924}" dt="2024-10-14T05:23:30.810" v="2239" actId="1036"/>
          <ac:spMkLst>
            <pc:docMk/>
            <pc:sldMk cId="720626321" sldId="741"/>
            <ac:spMk id="16" creationId="{D336DFB3-F81D-C5E9-C727-756190C146C2}"/>
          </ac:spMkLst>
        </pc:spChg>
        <pc:spChg chg="mod">
          <ac:chgData name="Hasan Jamal" userId="6724a5da2ffd1b8f" providerId="LiveId" clId="{11CB3E86-BE7D-4F66-A2F5-6FBB7427C924}" dt="2024-10-14T05:23:30.810" v="2239" actId="1036"/>
          <ac:spMkLst>
            <pc:docMk/>
            <pc:sldMk cId="720626321" sldId="741"/>
            <ac:spMk id="17" creationId="{2CF7F9A6-32B9-5E73-E8DA-98053E513B59}"/>
          </ac:spMkLst>
        </pc:spChg>
        <pc:spChg chg="mod">
          <ac:chgData name="Hasan Jamal" userId="6724a5da2ffd1b8f" providerId="LiveId" clId="{11CB3E86-BE7D-4F66-A2F5-6FBB7427C924}" dt="2024-10-14T05:23:30.810" v="2239" actId="1036"/>
          <ac:spMkLst>
            <pc:docMk/>
            <pc:sldMk cId="720626321" sldId="741"/>
            <ac:spMk id="18" creationId="{6541BDEF-B114-EEF4-4DD8-3DBD10274309}"/>
          </ac:spMkLst>
        </pc:spChg>
        <pc:spChg chg="mod">
          <ac:chgData name="Hasan Jamal" userId="6724a5da2ffd1b8f" providerId="LiveId" clId="{11CB3E86-BE7D-4F66-A2F5-6FBB7427C924}" dt="2024-10-14T05:23:30.810" v="2239" actId="1036"/>
          <ac:spMkLst>
            <pc:docMk/>
            <pc:sldMk cId="720626321" sldId="741"/>
            <ac:spMk id="19" creationId="{06645F9C-FE83-EF00-1E13-9BF9D1D4EDD0}"/>
          </ac:spMkLst>
        </pc:spChg>
        <pc:spChg chg="mod">
          <ac:chgData name="Hasan Jamal" userId="6724a5da2ffd1b8f" providerId="LiveId" clId="{11CB3E86-BE7D-4F66-A2F5-6FBB7427C924}" dt="2024-10-14T05:23:30.810" v="2239" actId="1036"/>
          <ac:spMkLst>
            <pc:docMk/>
            <pc:sldMk cId="720626321" sldId="741"/>
            <ac:spMk id="20" creationId="{1FD5DA8A-6E39-36E1-493C-0F1C14B2784B}"/>
          </ac:spMkLst>
        </pc:spChg>
        <pc:spChg chg="mod">
          <ac:chgData name="Hasan Jamal" userId="6724a5da2ffd1b8f" providerId="LiveId" clId="{11CB3E86-BE7D-4F66-A2F5-6FBB7427C924}" dt="2024-10-14T05:23:30.810" v="2239" actId="1036"/>
          <ac:spMkLst>
            <pc:docMk/>
            <pc:sldMk cId="720626321" sldId="741"/>
            <ac:spMk id="21" creationId="{D01A2774-113F-2175-7C3A-B1509331C9CD}"/>
          </ac:spMkLst>
        </pc:spChg>
        <pc:spChg chg="mod">
          <ac:chgData name="Hasan Jamal" userId="6724a5da2ffd1b8f" providerId="LiveId" clId="{11CB3E86-BE7D-4F66-A2F5-6FBB7427C924}" dt="2024-10-14T05:23:30.810" v="2239" actId="1036"/>
          <ac:spMkLst>
            <pc:docMk/>
            <pc:sldMk cId="720626321" sldId="741"/>
            <ac:spMk id="22" creationId="{C81C794E-CE23-E6A9-4078-1FE288834E56}"/>
          </ac:spMkLst>
        </pc:spChg>
        <pc:spChg chg="mod">
          <ac:chgData name="Hasan Jamal" userId="6724a5da2ffd1b8f" providerId="LiveId" clId="{11CB3E86-BE7D-4F66-A2F5-6FBB7427C924}" dt="2024-10-14T05:23:30.810" v="2239" actId="1036"/>
          <ac:spMkLst>
            <pc:docMk/>
            <pc:sldMk cId="720626321" sldId="741"/>
            <ac:spMk id="23" creationId="{2EF9C86E-85FB-C87F-AEB1-AFA822CB86A2}"/>
          </ac:spMkLst>
        </pc:spChg>
        <pc:spChg chg="mod">
          <ac:chgData name="Hasan Jamal" userId="6724a5da2ffd1b8f" providerId="LiveId" clId="{11CB3E86-BE7D-4F66-A2F5-6FBB7427C924}" dt="2024-10-14T05:23:30.810" v="2239" actId="1036"/>
          <ac:spMkLst>
            <pc:docMk/>
            <pc:sldMk cId="720626321" sldId="741"/>
            <ac:spMk id="24" creationId="{81F337E8-D537-AF43-F216-5A6FE4CECAF2}"/>
          </ac:spMkLst>
        </pc:spChg>
        <pc:spChg chg="mod">
          <ac:chgData name="Hasan Jamal" userId="6724a5da2ffd1b8f" providerId="LiveId" clId="{11CB3E86-BE7D-4F66-A2F5-6FBB7427C924}" dt="2024-10-14T05:23:30.810" v="2239" actId="1036"/>
          <ac:spMkLst>
            <pc:docMk/>
            <pc:sldMk cId="720626321" sldId="741"/>
            <ac:spMk id="25" creationId="{345242FC-ACF2-7BA8-C1DF-7DB2F56729BC}"/>
          </ac:spMkLst>
        </pc:spChg>
        <pc:spChg chg="mod">
          <ac:chgData name="Hasan Jamal" userId="6724a5da2ffd1b8f" providerId="LiveId" clId="{11CB3E86-BE7D-4F66-A2F5-6FBB7427C924}" dt="2024-10-14T05:23:30.810" v="2239" actId="1036"/>
          <ac:spMkLst>
            <pc:docMk/>
            <pc:sldMk cId="720626321" sldId="741"/>
            <ac:spMk id="26" creationId="{C8FBEEB4-5D02-5A99-4F48-91E86EC2C199}"/>
          </ac:spMkLst>
        </pc:spChg>
        <pc:spChg chg="mod">
          <ac:chgData name="Hasan Jamal" userId="6724a5da2ffd1b8f" providerId="LiveId" clId="{11CB3E86-BE7D-4F66-A2F5-6FBB7427C924}" dt="2024-10-14T05:23:30.810" v="2239" actId="1036"/>
          <ac:spMkLst>
            <pc:docMk/>
            <pc:sldMk cId="720626321" sldId="741"/>
            <ac:spMk id="27" creationId="{AD5A256C-282C-F60A-31D6-D4F606D646D5}"/>
          </ac:spMkLst>
        </pc:spChg>
        <pc:spChg chg="mod">
          <ac:chgData name="Hasan Jamal" userId="6724a5da2ffd1b8f" providerId="LiveId" clId="{11CB3E86-BE7D-4F66-A2F5-6FBB7427C924}" dt="2024-10-14T05:23:30.810" v="2239" actId="1036"/>
          <ac:spMkLst>
            <pc:docMk/>
            <pc:sldMk cId="720626321" sldId="741"/>
            <ac:spMk id="29" creationId="{4D34475B-EEA7-4423-8404-4F09F7C6A274}"/>
          </ac:spMkLst>
        </pc:spChg>
        <pc:spChg chg="mod">
          <ac:chgData name="Hasan Jamal" userId="6724a5da2ffd1b8f" providerId="LiveId" clId="{11CB3E86-BE7D-4F66-A2F5-6FBB7427C924}" dt="2024-10-14T05:23:30.810" v="2239" actId="1036"/>
          <ac:spMkLst>
            <pc:docMk/>
            <pc:sldMk cId="720626321" sldId="741"/>
            <ac:spMk id="30" creationId="{61D99384-7936-A364-44C4-0671FF3070C2}"/>
          </ac:spMkLst>
        </pc:spChg>
        <pc:spChg chg="mod">
          <ac:chgData name="Hasan Jamal" userId="6724a5da2ffd1b8f" providerId="LiveId" clId="{11CB3E86-BE7D-4F66-A2F5-6FBB7427C924}" dt="2024-10-14T05:23:30.810" v="2239" actId="1036"/>
          <ac:spMkLst>
            <pc:docMk/>
            <pc:sldMk cId="720626321" sldId="741"/>
            <ac:spMk id="31" creationId="{C3F87581-BACE-4FCE-EC7F-E0BFC703F43D}"/>
          </ac:spMkLst>
        </pc:spChg>
        <pc:grpChg chg="mod">
          <ac:chgData name="Hasan Jamal" userId="6724a5da2ffd1b8f" providerId="LiveId" clId="{11CB3E86-BE7D-4F66-A2F5-6FBB7427C924}" dt="2024-10-14T05:23:30.810" v="2239" actId="1036"/>
          <ac:grpSpMkLst>
            <pc:docMk/>
            <pc:sldMk cId="720626321" sldId="741"/>
            <ac:grpSpMk id="4" creationId="{EBF98760-A04C-655D-3773-DD583222A538}"/>
          </ac:grpSpMkLst>
        </pc:grpChg>
        <pc:grpChg chg="mod">
          <ac:chgData name="Hasan Jamal" userId="6724a5da2ffd1b8f" providerId="LiveId" clId="{11CB3E86-BE7D-4F66-A2F5-6FBB7427C924}" dt="2024-10-14T05:23:30.810" v="2239" actId="1036"/>
          <ac:grpSpMkLst>
            <pc:docMk/>
            <pc:sldMk cId="720626321" sldId="741"/>
            <ac:grpSpMk id="28" creationId="{E653CF9E-2AC7-02BC-5582-6A330A7F006C}"/>
          </ac:grpSpMkLst>
        </pc:grpChg>
        <pc:grpChg chg="mod">
          <ac:chgData name="Hasan Jamal" userId="6724a5da2ffd1b8f" providerId="LiveId" clId="{11CB3E86-BE7D-4F66-A2F5-6FBB7427C924}" dt="2024-10-14T05:23:30.810" v="2239" actId="1036"/>
          <ac:grpSpMkLst>
            <pc:docMk/>
            <pc:sldMk cId="720626321" sldId="741"/>
            <ac:grpSpMk id="3072" creationId="{4BA8C8D6-F09A-03E2-C719-938EF7503945}"/>
          </ac:grpSpMkLst>
        </pc:grpChg>
        <pc:graphicFrameChg chg="modGraphic">
          <ac:chgData name="Hasan Jamal" userId="6724a5da2ffd1b8f" providerId="LiveId" clId="{11CB3E86-BE7D-4F66-A2F5-6FBB7427C924}" dt="2024-10-14T04:34:20.346" v="915" actId="20577"/>
          <ac:graphicFrameMkLst>
            <pc:docMk/>
            <pc:sldMk cId="720626321" sldId="741"/>
            <ac:graphicFrameMk id="2" creationId="{D5831112-9B3C-E882-C1B2-93F9A11E3EE7}"/>
          </ac:graphicFrameMkLst>
        </pc:graphicFrameChg>
      </pc:sldChg>
      <pc:sldChg chg="modSp modAnim">
        <pc:chgData name="Hasan Jamal" userId="6724a5da2ffd1b8f" providerId="LiveId" clId="{11CB3E86-BE7D-4F66-A2F5-6FBB7427C924}" dt="2024-10-14T04:00:41.319" v="756" actId="20577"/>
        <pc:sldMkLst>
          <pc:docMk/>
          <pc:sldMk cId="1686666619" sldId="744"/>
        </pc:sldMkLst>
        <pc:spChg chg="mod">
          <ac:chgData name="Hasan Jamal" userId="6724a5da2ffd1b8f" providerId="LiveId" clId="{11CB3E86-BE7D-4F66-A2F5-6FBB7427C924}" dt="2024-10-14T04:00:41.319" v="756" actId="20577"/>
          <ac:spMkLst>
            <pc:docMk/>
            <pc:sldMk cId="1686666619" sldId="744"/>
            <ac:spMk id="12" creationId="{A773B303-CEA4-39FE-8190-A77ECCC638B8}"/>
          </ac:spMkLst>
        </pc:spChg>
      </pc:sldChg>
      <pc:sldChg chg="modSp mod">
        <pc:chgData name="Hasan Jamal" userId="6724a5da2ffd1b8f" providerId="LiveId" clId="{11CB3E86-BE7D-4F66-A2F5-6FBB7427C924}" dt="2024-10-14T03:34:24.028" v="468" actId="20577"/>
        <pc:sldMkLst>
          <pc:docMk/>
          <pc:sldMk cId="890721419" sldId="745"/>
        </pc:sldMkLst>
        <pc:spChg chg="mod">
          <ac:chgData name="Hasan Jamal" userId="6724a5da2ffd1b8f" providerId="LiveId" clId="{11CB3E86-BE7D-4F66-A2F5-6FBB7427C924}" dt="2024-10-14T03:34:24.028" v="468" actId="20577"/>
          <ac:spMkLst>
            <pc:docMk/>
            <pc:sldMk cId="890721419" sldId="745"/>
            <ac:spMk id="3074" creationId="{00000000-0000-0000-0000-000000000000}"/>
          </ac:spMkLst>
        </pc:spChg>
      </pc:sldChg>
      <pc:sldChg chg="modSp mod modAnim">
        <pc:chgData name="Hasan Jamal" userId="6724a5da2ffd1b8f" providerId="LiveId" clId="{11CB3E86-BE7D-4F66-A2F5-6FBB7427C924}" dt="2024-10-03T17:21:28.534" v="258"/>
        <pc:sldMkLst>
          <pc:docMk/>
          <pc:sldMk cId="3722933791" sldId="748"/>
        </pc:sldMkLst>
        <pc:spChg chg="mod">
          <ac:chgData name="Hasan Jamal" userId="6724a5da2ffd1b8f" providerId="LiveId" clId="{11CB3E86-BE7D-4F66-A2F5-6FBB7427C924}" dt="2024-10-03T10:43:33.296" v="150" actId="20577"/>
          <ac:spMkLst>
            <pc:docMk/>
            <pc:sldMk cId="3722933791" sldId="748"/>
            <ac:spMk id="12" creationId="{A773B303-CEA4-39FE-8190-A77ECCC638B8}"/>
          </ac:spMkLst>
        </pc:spChg>
      </pc:sldChg>
      <pc:sldChg chg="del">
        <pc:chgData name="Hasan Jamal" userId="6724a5da2ffd1b8f" providerId="LiveId" clId="{11CB3E86-BE7D-4F66-A2F5-6FBB7427C924}" dt="2024-10-03T17:25:37.237" v="265" actId="47"/>
        <pc:sldMkLst>
          <pc:docMk/>
          <pc:sldMk cId="1521684714" sldId="749"/>
        </pc:sldMkLst>
      </pc:sldChg>
      <pc:sldChg chg="del">
        <pc:chgData name="Hasan Jamal" userId="6724a5da2ffd1b8f" providerId="LiveId" clId="{11CB3E86-BE7D-4F66-A2F5-6FBB7427C924}" dt="2024-10-03T17:25:55.143" v="268" actId="47"/>
        <pc:sldMkLst>
          <pc:docMk/>
          <pc:sldMk cId="1531266124" sldId="750"/>
        </pc:sldMkLst>
      </pc:sldChg>
      <pc:sldChg chg="add">
        <pc:chgData name="Hasan Jamal" userId="6724a5da2ffd1b8f" providerId="LiveId" clId="{11CB3E86-BE7D-4F66-A2F5-6FBB7427C924}" dt="2024-10-03T10:49:47.587" v="180" actId="2890"/>
        <pc:sldMkLst>
          <pc:docMk/>
          <pc:sldMk cId="1441655173" sldId="751"/>
        </pc:sldMkLst>
      </pc:sldChg>
      <pc:sldChg chg="modSp add del mod modAnim">
        <pc:chgData name="Hasan Jamal" userId="6724a5da2ffd1b8f" providerId="LiveId" clId="{11CB3E86-BE7D-4F66-A2F5-6FBB7427C924}" dt="2024-10-03T17:22:08.306" v="259" actId="47"/>
        <pc:sldMkLst>
          <pc:docMk/>
          <pc:sldMk cId="2786090753" sldId="752"/>
        </pc:sldMkLst>
        <pc:spChg chg="mod">
          <ac:chgData name="Hasan Jamal" userId="6724a5da2ffd1b8f" providerId="LiveId" clId="{11CB3E86-BE7D-4F66-A2F5-6FBB7427C924}" dt="2024-10-03T10:51:52.656" v="197" actId="20577"/>
          <ac:spMkLst>
            <pc:docMk/>
            <pc:sldMk cId="2786090753" sldId="752"/>
            <ac:spMk id="12" creationId="{A773B303-CEA4-39FE-8190-A77ECCC638B8}"/>
          </ac:spMkLst>
        </pc:spChg>
        <pc:spChg chg="mod">
          <ac:chgData name="Hasan Jamal" userId="6724a5da2ffd1b8f" providerId="LiveId" clId="{11CB3E86-BE7D-4F66-A2F5-6FBB7427C924}" dt="2024-10-03T10:51:38.901" v="194"/>
          <ac:spMkLst>
            <pc:docMk/>
            <pc:sldMk cId="2786090753" sldId="752"/>
            <ac:spMk id="3074" creationId="{00000000-0000-0000-0000-000000000000}"/>
          </ac:spMkLst>
        </pc:spChg>
      </pc:sldChg>
      <pc:sldChg chg="modSp add mod addAnim delAnim modAnim">
        <pc:chgData name="Hasan Jamal" userId="6724a5da2ffd1b8f" providerId="LiveId" clId="{11CB3E86-BE7D-4F66-A2F5-6FBB7427C924}" dt="2024-10-14T03:44:06.886" v="518"/>
        <pc:sldMkLst>
          <pc:docMk/>
          <pc:sldMk cId="3175173431" sldId="752"/>
        </pc:sldMkLst>
        <pc:spChg chg="mod">
          <ac:chgData name="Hasan Jamal" userId="6724a5da2ffd1b8f" providerId="LiveId" clId="{11CB3E86-BE7D-4F66-A2F5-6FBB7427C924}" dt="2024-10-14T03:42:55.726" v="513" actId="255"/>
          <ac:spMkLst>
            <pc:docMk/>
            <pc:sldMk cId="3175173431" sldId="752"/>
            <ac:spMk id="12" creationId="{09F1CB03-18D3-96C9-272B-38A27EBFC999}"/>
          </ac:spMkLst>
        </pc:spChg>
      </pc:sldChg>
      <pc:sldChg chg="addSp delSp modSp add mod modAnim">
        <pc:chgData name="Hasan Jamal" userId="6724a5da2ffd1b8f" providerId="LiveId" clId="{11CB3E86-BE7D-4F66-A2F5-6FBB7427C924}" dt="2024-10-14T05:07:50.721" v="1836"/>
        <pc:sldMkLst>
          <pc:docMk/>
          <pc:sldMk cId="2720131961" sldId="753"/>
        </pc:sldMkLst>
        <pc:spChg chg="mod">
          <ac:chgData name="Hasan Jamal" userId="6724a5da2ffd1b8f" providerId="LiveId" clId="{11CB3E86-BE7D-4F66-A2F5-6FBB7427C924}" dt="2024-10-14T05:07:36.061" v="1834" actId="1037"/>
          <ac:spMkLst>
            <pc:docMk/>
            <pc:sldMk cId="2720131961" sldId="753"/>
            <ac:spMk id="5" creationId="{19B3D73B-22A3-5E77-0CB2-82BD63BFFB24}"/>
          </ac:spMkLst>
        </pc:spChg>
        <pc:spChg chg="mod">
          <ac:chgData name="Hasan Jamal" userId="6724a5da2ffd1b8f" providerId="LiveId" clId="{11CB3E86-BE7D-4F66-A2F5-6FBB7427C924}" dt="2024-10-14T05:07:36.061" v="1834" actId="1037"/>
          <ac:spMkLst>
            <pc:docMk/>
            <pc:sldMk cId="2720131961" sldId="753"/>
            <ac:spMk id="6" creationId="{B34BE216-9A67-0164-3EBE-176E26FB6A00}"/>
          </ac:spMkLst>
        </pc:spChg>
        <pc:spChg chg="mod">
          <ac:chgData name="Hasan Jamal" userId="6724a5da2ffd1b8f" providerId="LiveId" clId="{11CB3E86-BE7D-4F66-A2F5-6FBB7427C924}" dt="2024-10-14T05:07:36.061" v="1834" actId="1037"/>
          <ac:spMkLst>
            <pc:docMk/>
            <pc:sldMk cId="2720131961" sldId="753"/>
            <ac:spMk id="7" creationId="{6B81011F-2B7E-3627-0917-08D7B3D61EC2}"/>
          </ac:spMkLst>
        </pc:spChg>
        <pc:spChg chg="mod">
          <ac:chgData name="Hasan Jamal" userId="6724a5da2ffd1b8f" providerId="LiveId" clId="{11CB3E86-BE7D-4F66-A2F5-6FBB7427C924}" dt="2024-10-14T05:07:36.061" v="1834" actId="1037"/>
          <ac:spMkLst>
            <pc:docMk/>
            <pc:sldMk cId="2720131961" sldId="753"/>
            <ac:spMk id="8" creationId="{CDEF3129-B759-D761-2E55-77320D7DD39E}"/>
          </ac:spMkLst>
        </pc:spChg>
        <pc:spChg chg="mod">
          <ac:chgData name="Hasan Jamal" userId="6724a5da2ffd1b8f" providerId="LiveId" clId="{11CB3E86-BE7D-4F66-A2F5-6FBB7427C924}" dt="2024-10-14T05:07:36.061" v="1834" actId="1037"/>
          <ac:spMkLst>
            <pc:docMk/>
            <pc:sldMk cId="2720131961" sldId="753"/>
            <ac:spMk id="9" creationId="{0F15392D-CA4B-4C72-E5F5-C936C487FE94}"/>
          </ac:spMkLst>
        </pc:spChg>
        <pc:spChg chg="mod">
          <ac:chgData name="Hasan Jamal" userId="6724a5da2ffd1b8f" providerId="LiveId" clId="{11CB3E86-BE7D-4F66-A2F5-6FBB7427C924}" dt="2024-10-14T05:07:36.061" v="1834" actId="1037"/>
          <ac:spMkLst>
            <pc:docMk/>
            <pc:sldMk cId="2720131961" sldId="753"/>
            <ac:spMk id="10" creationId="{1ACE8D3C-7C08-DCFD-F35E-47935FE0D5B5}"/>
          </ac:spMkLst>
        </pc:spChg>
        <pc:spChg chg="mod">
          <ac:chgData name="Hasan Jamal" userId="6724a5da2ffd1b8f" providerId="LiveId" clId="{11CB3E86-BE7D-4F66-A2F5-6FBB7427C924}" dt="2024-10-14T05:07:36.061" v="1834" actId="1037"/>
          <ac:spMkLst>
            <pc:docMk/>
            <pc:sldMk cId="2720131961" sldId="753"/>
            <ac:spMk id="11" creationId="{961636FB-B286-3050-6356-346B730E4E13}"/>
          </ac:spMkLst>
        </pc:spChg>
        <pc:spChg chg="mod">
          <ac:chgData name="Hasan Jamal" userId="6724a5da2ffd1b8f" providerId="LiveId" clId="{11CB3E86-BE7D-4F66-A2F5-6FBB7427C924}" dt="2024-10-14T05:07:21.330" v="1812" actId="20577"/>
          <ac:spMkLst>
            <pc:docMk/>
            <pc:sldMk cId="2720131961" sldId="753"/>
            <ac:spMk id="12" creationId="{3F115E31-5F67-E327-293B-7F038CC61EC5}"/>
          </ac:spMkLst>
        </pc:spChg>
        <pc:spChg chg="mod">
          <ac:chgData name="Hasan Jamal" userId="6724a5da2ffd1b8f" providerId="LiveId" clId="{11CB3E86-BE7D-4F66-A2F5-6FBB7427C924}" dt="2024-10-14T05:07:36.061" v="1834" actId="1037"/>
          <ac:spMkLst>
            <pc:docMk/>
            <pc:sldMk cId="2720131961" sldId="753"/>
            <ac:spMk id="13" creationId="{028DBC82-1967-26D9-98DF-47B3ED6286FF}"/>
          </ac:spMkLst>
        </pc:spChg>
        <pc:spChg chg="mod">
          <ac:chgData name="Hasan Jamal" userId="6724a5da2ffd1b8f" providerId="LiveId" clId="{11CB3E86-BE7D-4F66-A2F5-6FBB7427C924}" dt="2024-10-14T05:07:36.061" v="1834" actId="1037"/>
          <ac:spMkLst>
            <pc:docMk/>
            <pc:sldMk cId="2720131961" sldId="753"/>
            <ac:spMk id="14" creationId="{8231B339-8EAB-E24B-16CD-B6D6757B54FC}"/>
          </ac:spMkLst>
        </pc:spChg>
        <pc:spChg chg="mod">
          <ac:chgData name="Hasan Jamal" userId="6724a5da2ffd1b8f" providerId="LiveId" clId="{11CB3E86-BE7D-4F66-A2F5-6FBB7427C924}" dt="2024-10-14T05:07:36.061" v="1834" actId="1037"/>
          <ac:spMkLst>
            <pc:docMk/>
            <pc:sldMk cId="2720131961" sldId="753"/>
            <ac:spMk id="15" creationId="{03B3C6F5-AC14-7BD6-76E1-D89B79D14A90}"/>
          </ac:spMkLst>
        </pc:spChg>
        <pc:spChg chg="mod">
          <ac:chgData name="Hasan Jamal" userId="6724a5da2ffd1b8f" providerId="LiveId" clId="{11CB3E86-BE7D-4F66-A2F5-6FBB7427C924}" dt="2024-10-14T05:07:36.061" v="1834" actId="1037"/>
          <ac:spMkLst>
            <pc:docMk/>
            <pc:sldMk cId="2720131961" sldId="753"/>
            <ac:spMk id="16" creationId="{7B800240-0A74-947F-161F-6305015BA806}"/>
          </ac:spMkLst>
        </pc:spChg>
        <pc:spChg chg="mod">
          <ac:chgData name="Hasan Jamal" userId="6724a5da2ffd1b8f" providerId="LiveId" clId="{11CB3E86-BE7D-4F66-A2F5-6FBB7427C924}" dt="2024-10-14T05:07:36.061" v="1834" actId="1037"/>
          <ac:spMkLst>
            <pc:docMk/>
            <pc:sldMk cId="2720131961" sldId="753"/>
            <ac:spMk id="17" creationId="{ED92BDD6-9A41-EFC7-F6AA-7D522FF6AB5A}"/>
          </ac:spMkLst>
        </pc:spChg>
        <pc:spChg chg="mod">
          <ac:chgData name="Hasan Jamal" userId="6724a5da2ffd1b8f" providerId="LiveId" clId="{11CB3E86-BE7D-4F66-A2F5-6FBB7427C924}" dt="2024-10-14T05:07:36.061" v="1834" actId="1037"/>
          <ac:spMkLst>
            <pc:docMk/>
            <pc:sldMk cId="2720131961" sldId="753"/>
            <ac:spMk id="18" creationId="{802C1E40-6395-C7C4-1C6F-591244DC5FC3}"/>
          </ac:spMkLst>
        </pc:spChg>
        <pc:spChg chg="mod">
          <ac:chgData name="Hasan Jamal" userId="6724a5da2ffd1b8f" providerId="LiveId" clId="{11CB3E86-BE7D-4F66-A2F5-6FBB7427C924}" dt="2024-10-14T05:07:36.061" v="1834" actId="1037"/>
          <ac:spMkLst>
            <pc:docMk/>
            <pc:sldMk cId="2720131961" sldId="753"/>
            <ac:spMk id="19" creationId="{5B79C52E-9612-56D7-30A9-05CB8745C4F1}"/>
          </ac:spMkLst>
        </pc:spChg>
        <pc:spChg chg="mod">
          <ac:chgData name="Hasan Jamal" userId="6724a5da2ffd1b8f" providerId="LiveId" clId="{11CB3E86-BE7D-4F66-A2F5-6FBB7427C924}" dt="2024-10-14T05:07:36.061" v="1834" actId="1037"/>
          <ac:spMkLst>
            <pc:docMk/>
            <pc:sldMk cId="2720131961" sldId="753"/>
            <ac:spMk id="20" creationId="{61B27F4A-22B8-8981-8C6B-39CCD10DE1DE}"/>
          </ac:spMkLst>
        </pc:spChg>
        <pc:spChg chg="mod">
          <ac:chgData name="Hasan Jamal" userId="6724a5da2ffd1b8f" providerId="LiveId" clId="{11CB3E86-BE7D-4F66-A2F5-6FBB7427C924}" dt="2024-10-14T05:07:36.061" v="1834" actId="1037"/>
          <ac:spMkLst>
            <pc:docMk/>
            <pc:sldMk cId="2720131961" sldId="753"/>
            <ac:spMk id="21" creationId="{EF1F16E7-76D1-55ED-67EC-BC8A6AD32283}"/>
          </ac:spMkLst>
        </pc:spChg>
        <pc:spChg chg="mod">
          <ac:chgData name="Hasan Jamal" userId="6724a5da2ffd1b8f" providerId="LiveId" clId="{11CB3E86-BE7D-4F66-A2F5-6FBB7427C924}" dt="2024-10-14T05:07:36.061" v="1834" actId="1037"/>
          <ac:spMkLst>
            <pc:docMk/>
            <pc:sldMk cId="2720131961" sldId="753"/>
            <ac:spMk id="22" creationId="{C7C3371D-0CE1-E9F0-94E5-74AC02B4E0E1}"/>
          </ac:spMkLst>
        </pc:spChg>
        <pc:spChg chg="mod">
          <ac:chgData name="Hasan Jamal" userId="6724a5da2ffd1b8f" providerId="LiveId" clId="{11CB3E86-BE7D-4F66-A2F5-6FBB7427C924}" dt="2024-10-14T05:07:36.061" v="1834" actId="1037"/>
          <ac:spMkLst>
            <pc:docMk/>
            <pc:sldMk cId="2720131961" sldId="753"/>
            <ac:spMk id="23" creationId="{76EB56A8-1E4A-0A49-18E3-4E8B4AB8C076}"/>
          </ac:spMkLst>
        </pc:spChg>
        <pc:spChg chg="mod">
          <ac:chgData name="Hasan Jamal" userId="6724a5da2ffd1b8f" providerId="LiveId" clId="{11CB3E86-BE7D-4F66-A2F5-6FBB7427C924}" dt="2024-10-14T05:07:36.061" v="1834" actId="1037"/>
          <ac:spMkLst>
            <pc:docMk/>
            <pc:sldMk cId="2720131961" sldId="753"/>
            <ac:spMk id="24" creationId="{24136457-539A-7700-EC6E-F19B92E4A086}"/>
          </ac:spMkLst>
        </pc:spChg>
        <pc:spChg chg="mod">
          <ac:chgData name="Hasan Jamal" userId="6724a5da2ffd1b8f" providerId="LiveId" clId="{11CB3E86-BE7D-4F66-A2F5-6FBB7427C924}" dt="2024-10-14T05:07:36.061" v="1834" actId="1037"/>
          <ac:spMkLst>
            <pc:docMk/>
            <pc:sldMk cId="2720131961" sldId="753"/>
            <ac:spMk id="25" creationId="{4570B119-00A8-0FC3-9BF9-ED758ECC30C8}"/>
          </ac:spMkLst>
        </pc:spChg>
        <pc:spChg chg="mod">
          <ac:chgData name="Hasan Jamal" userId="6724a5da2ffd1b8f" providerId="LiveId" clId="{11CB3E86-BE7D-4F66-A2F5-6FBB7427C924}" dt="2024-10-14T05:07:36.061" v="1834" actId="1037"/>
          <ac:spMkLst>
            <pc:docMk/>
            <pc:sldMk cId="2720131961" sldId="753"/>
            <ac:spMk id="26" creationId="{36D2BB4A-B67F-1FED-A00A-D991004A424C}"/>
          </ac:spMkLst>
        </pc:spChg>
        <pc:spChg chg="mod">
          <ac:chgData name="Hasan Jamal" userId="6724a5da2ffd1b8f" providerId="LiveId" clId="{11CB3E86-BE7D-4F66-A2F5-6FBB7427C924}" dt="2024-10-14T05:07:36.061" v="1834" actId="1037"/>
          <ac:spMkLst>
            <pc:docMk/>
            <pc:sldMk cId="2720131961" sldId="753"/>
            <ac:spMk id="27" creationId="{1B51DCE2-3175-9341-A965-01C2ED347C26}"/>
          </ac:spMkLst>
        </pc:spChg>
        <pc:spChg chg="add mod">
          <ac:chgData name="Hasan Jamal" userId="6724a5da2ffd1b8f" providerId="LiveId" clId="{11CB3E86-BE7D-4F66-A2F5-6FBB7427C924}" dt="2024-10-14T05:07:36.061" v="1834" actId="1037"/>
          <ac:spMkLst>
            <pc:docMk/>
            <pc:sldMk cId="2720131961" sldId="753"/>
            <ac:spMk id="29" creationId="{395A13ED-011D-2737-C1FF-D16D8F79C47F}"/>
          </ac:spMkLst>
        </pc:spChg>
        <pc:spChg chg="add mod">
          <ac:chgData name="Hasan Jamal" userId="6724a5da2ffd1b8f" providerId="LiveId" clId="{11CB3E86-BE7D-4F66-A2F5-6FBB7427C924}" dt="2024-10-14T05:07:36.061" v="1834" actId="1037"/>
          <ac:spMkLst>
            <pc:docMk/>
            <pc:sldMk cId="2720131961" sldId="753"/>
            <ac:spMk id="30" creationId="{10C17770-FF2B-87BC-636A-FC77ACB5495C}"/>
          </ac:spMkLst>
        </pc:spChg>
        <pc:spChg chg="add mod">
          <ac:chgData name="Hasan Jamal" userId="6724a5da2ffd1b8f" providerId="LiveId" clId="{11CB3E86-BE7D-4F66-A2F5-6FBB7427C924}" dt="2024-10-14T05:07:36.061" v="1834" actId="1037"/>
          <ac:spMkLst>
            <pc:docMk/>
            <pc:sldMk cId="2720131961" sldId="753"/>
            <ac:spMk id="31" creationId="{429269C9-843D-B606-70D3-2E5C49D34781}"/>
          </ac:spMkLst>
        </pc:spChg>
        <pc:spChg chg="mod">
          <ac:chgData name="Hasan Jamal" userId="6724a5da2ffd1b8f" providerId="LiveId" clId="{11CB3E86-BE7D-4F66-A2F5-6FBB7427C924}" dt="2024-10-14T04:40:40.324" v="976" actId="20577"/>
          <ac:spMkLst>
            <pc:docMk/>
            <pc:sldMk cId="2720131961" sldId="753"/>
            <ac:spMk id="3074" creationId="{E4C25150-3A2A-D460-CC5C-C55FD2528C25}"/>
          </ac:spMkLst>
        </pc:spChg>
        <pc:spChg chg="add mod">
          <ac:chgData name="Hasan Jamal" userId="6724a5da2ffd1b8f" providerId="LiveId" clId="{11CB3E86-BE7D-4F66-A2F5-6FBB7427C924}" dt="2024-10-14T05:07:36.061" v="1834" actId="1037"/>
          <ac:spMkLst>
            <pc:docMk/>
            <pc:sldMk cId="2720131961" sldId="753"/>
            <ac:spMk id="52224" creationId="{549B2C51-8059-DDEA-5E71-C6BA6ECEE196}"/>
          </ac:spMkLst>
        </pc:spChg>
        <pc:spChg chg="add mod">
          <ac:chgData name="Hasan Jamal" userId="6724a5da2ffd1b8f" providerId="LiveId" clId="{11CB3E86-BE7D-4F66-A2F5-6FBB7427C924}" dt="2024-10-14T05:07:36.061" v="1834" actId="1037"/>
          <ac:spMkLst>
            <pc:docMk/>
            <pc:sldMk cId="2720131961" sldId="753"/>
            <ac:spMk id="52225" creationId="{FC51AEE1-07FB-3D2F-ADC1-B2502D26C288}"/>
          </ac:spMkLst>
        </pc:spChg>
        <pc:spChg chg="add mod">
          <ac:chgData name="Hasan Jamal" userId="6724a5da2ffd1b8f" providerId="LiveId" clId="{11CB3E86-BE7D-4F66-A2F5-6FBB7427C924}" dt="2024-10-14T05:07:36.061" v="1834" actId="1037"/>
          <ac:spMkLst>
            <pc:docMk/>
            <pc:sldMk cId="2720131961" sldId="753"/>
            <ac:spMk id="52226" creationId="{4ABE27D0-DF24-87C6-89C9-28DBB0A6CE8E}"/>
          </ac:spMkLst>
        </pc:spChg>
        <pc:spChg chg="add mod">
          <ac:chgData name="Hasan Jamal" userId="6724a5da2ffd1b8f" providerId="LiveId" clId="{11CB3E86-BE7D-4F66-A2F5-6FBB7427C924}" dt="2024-10-14T05:07:36.061" v="1834" actId="1037"/>
          <ac:spMkLst>
            <pc:docMk/>
            <pc:sldMk cId="2720131961" sldId="753"/>
            <ac:spMk id="52228" creationId="{007422AE-0C0A-55A2-5125-44DEA6D93E3C}"/>
          </ac:spMkLst>
        </pc:spChg>
        <pc:spChg chg="add mod">
          <ac:chgData name="Hasan Jamal" userId="6724a5da2ffd1b8f" providerId="LiveId" clId="{11CB3E86-BE7D-4F66-A2F5-6FBB7427C924}" dt="2024-10-14T05:07:36.061" v="1834" actId="1037"/>
          <ac:spMkLst>
            <pc:docMk/>
            <pc:sldMk cId="2720131961" sldId="753"/>
            <ac:spMk id="52229" creationId="{0B739F5C-34FB-E5D7-1BB3-9E9AA60C54C7}"/>
          </ac:spMkLst>
        </pc:spChg>
        <pc:spChg chg="add mod">
          <ac:chgData name="Hasan Jamal" userId="6724a5da2ffd1b8f" providerId="LiveId" clId="{11CB3E86-BE7D-4F66-A2F5-6FBB7427C924}" dt="2024-10-14T05:07:36.061" v="1834" actId="1037"/>
          <ac:spMkLst>
            <pc:docMk/>
            <pc:sldMk cId="2720131961" sldId="753"/>
            <ac:spMk id="52230" creationId="{0F7C49E8-AE8F-540D-42FC-626C7E9B2618}"/>
          </ac:spMkLst>
        </pc:spChg>
        <pc:spChg chg="add mod">
          <ac:chgData name="Hasan Jamal" userId="6724a5da2ffd1b8f" providerId="LiveId" clId="{11CB3E86-BE7D-4F66-A2F5-6FBB7427C924}" dt="2024-10-14T05:07:36.061" v="1834" actId="1037"/>
          <ac:spMkLst>
            <pc:docMk/>
            <pc:sldMk cId="2720131961" sldId="753"/>
            <ac:spMk id="52231" creationId="{31A04DDB-E77B-FF33-0305-A707DD97AAB4}"/>
          </ac:spMkLst>
        </pc:spChg>
        <pc:spChg chg="add mod">
          <ac:chgData name="Hasan Jamal" userId="6724a5da2ffd1b8f" providerId="LiveId" clId="{11CB3E86-BE7D-4F66-A2F5-6FBB7427C924}" dt="2024-10-14T05:07:36.061" v="1834" actId="1037"/>
          <ac:spMkLst>
            <pc:docMk/>
            <pc:sldMk cId="2720131961" sldId="753"/>
            <ac:spMk id="52232" creationId="{D93159A6-4FA4-AD2E-8D74-ECEA3A834469}"/>
          </ac:spMkLst>
        </pc:spChg>
        <pc:spChg chg="add mod">
          <ac:chgData name="Hasan Jamal" userId="6724a5da2ffd1b8f" providerId="LiveId" clId="{11CB3E86-BE7D-4F66-A2F5-6FBB7427C924}" dt="2024-10-14T05:07:36.061" v="1834" actId="1037"/>
          <ac:spMkLst>
            <pc:docMk/>
            <pc:sldMk cId="2720131961" sldId="753"/>
            <ac:spMk id="52233" creationId="{455ED316-C923-B6EC-3C0B-085209147760}"/>
          </ac:spMkLst>
        </pc:spChg>
        <pc:grpChg chg="mod">
          <ac:chgData name="Hasan Jamal" userId="6724a5da2ffd1b8f" providerId="LiveId" clId="{11CB3E86-BE7D-4F66-A2F5-6FBB7427C924}" dt="2024-10-14T05:07:36.061" v="1834" actId="1037"/>
          <ac:grpSpMkLst>
            <pc:docMk/>
            <pc:sldMk cId="2720131961" sldId="753"/>
            <ac:grpSpMk id="4" creationId="{C21FAE2C-59DB-17ED-4DFA-73BC29CBEE24}"/>
          </ac:grpSpMkLst>
        </pc:grpChg>
        <pc:grpChg chg="mod">
          <ac:chgData name="Hasan Jamal" userId="6724a5da2ffd1b8f" providerId="LiveId" clId="{11CB3E86-BE7D-4F66-A2F5-6FBB7427C924}" dt="2024-10-14T05:07:36.061" v="1834" actId="1037"/>
          <ac:grpSpMkLst>
            <pc:docMk/>
            <pc:sldMk cId="2720131961" sldId="753"/>
            <ac:grpSpMk id="28" creationId="{A0974A49-75C6-4C3C-228A-B0D25C5D6B81}"/>
          </ac:grpSpMkLst>
        </pc:grpChg>
        <pc:grpChg chg="add mod">
          <ac:chgData name="Hasan Jamal" userId="6724a5da2ffd1b8f" providerId="LiveId" clId="{11CB3E86-BE7D-4F66-A2F5-6FBB7427C924}" dt="2024-10-14T05:07:36.061" v="1834" actId="1037"/>
          <ac:grpSpMkLst>
            <pc:docMk/>
            <pc:sldMk cId="2720131961" sldId="753"/>
            <ac:grpSpMk id="52234" creationId="{11991558-934D-009F-D075-85537A71BD9B}"/>
          </ac:grpSpMkLst>
        </pc:grpChg>
        <pc:graphicFrameChg chg="mod modGraphic">
          <ac:chgData name="Hasan Jamal" userId="6724a5da2ffd1b8f" providerId="LiveId" clId="{11CB3E86-BE7D-4F66-A2F5-6FBB7427C924}" dt="2024-10-14T04:41:24.957" v="990" actId="20577"/>
          <ac:graphicFrameMkLst>
            <pc:docMk/>
            <pc:sldMk cId="2720131961" sldId="753"/>
            <ac:graphicFrameMk id="2" creationId="{643EC6D9-853C-EF49-19A8-36F48ECD8FC5}"/>
          </ac:graphicFrameMkLst>
        </pc:graphicFrameChg>
        <pc:picChg chg="add del mod">
          <ac:chgData name="Hasan Jamal" userId="6724a5da2ffd1b8f" providerId="LiveId" clId="{11CB3E86-BE7D-4F66-A2F5-6FBB7427C924}" dt="2024-10-14T05:04:50.864" v="1787" actId="478"/>
          <ac:picMkLst>
            <pc:docMk/>
            <pc:sldMk cId="2720131961" sldId="753"/>
            <ac:picMk id="52227" creationId="{E776F08C-5E1F-44C8-AB6B-D21CDC72CD10}"/>
          </ac:picMkLst>
        </pc:picChg>
      </pc:sldChg>
      <pc:sldChg chg="addSp delSp modSp add mod ord">
        <pc:chgData name="Hasan Jamal" userId="6724a5da2ffd1b8f" providerId="LiveId" clId="{11CB3E86-BE7D-4F66-A2F5-6FBB7427C924}" dt="2024-10-14T06:26:19.240" v="2678"/>
        <pc:sldMkLst>
          <pc:docMk/>
          <pc:sldMk cId="196630731" sldId="754"/>
        </pc:sldMkLst>
        <pc:spChg chg="mod">
          <ac:chgData name="Hasan Jamal" userId="6724a5da2ffd1b8f" providerId="LiveId" clId="{11CB3E86-BE7D-4F66-A2F5-6FBB7427C924}" dt="2024-10-14T06:25:34.821" v="2674" actId="255"/>
          <ac:spMkLst>
            <pc:docMk/>
            <pc:sldMk cId="196630731" sldId="754"/>
            <ac:spMk id="12" creationId="{856E2582-BE6D-119C-35A8-90A10FD960E2}"/>
          </ac:spMkLst>
        </pc:spChg>
        <pc:spChg chg="mod">
          <ac:chgData name="Hasan Jamal" userId="6724a5da2ffd1b8f" providerId="LiveId" clId="{11CB3E86-BE7D-4F66-A2F5-6FBB7427C924}" dt="2024-10-14T06:23:35.222" v="2652" actId="20577"/>
          <ac:spMkLst>
            <pc:docMk/>
            <pc:sldMk cId="196630731" sldId="754"/>
            <ac:spMk id="3074" creationId="{1FE867E8-78C4-D4B7-83CB-F298BFACB2E4}"/>
          </ac:spMkLst>
        </pc:spChg>
        <pc:picChg chg="del">
          <ac:chgData name="Hasan Jamal" userId="6724a5da2ffd1b8f" providerId="LiveId" clId="{11CB3E86-BE7D-4F66-A2F5-6FBB7427C924}" dt="2024-10-14T05:46:42.708" v="2271" actId="478"/>
          <ac:picMkLst>
            <pc:docMk/>
            <pc:sldMk cId="196630731" sldId="754"/>
            <ac:picMk id="24579" creationId="{7C0F70A6-7D2B-E273-2D00-8A6A1FA1E94B}"/>
          </ac:picMkLst>
        </pc:picChg>
        <pc:picChg chg="add mod">
          <ac:chgData name="Hasan Jamal" userId="6724a5da2ffd1b8f" providerId="LiveId" clId="{11CB3E86-BE7D-4F66-A2F5-6FBB7427C924}" dt="2024-10-14T06:25:42.313" v="2676" actId="14100"/>
          <ac:picMkLst>
            <pc:docMk/>
            <pc:sldMk cId="196630731" sldId="754"/>
            <ac:picMk id="130051" creationId="{1186B308-DDF2-452D-A47E-6EF7019C0B37}"/>
          </ac:picMkLst>
        </pc:picChg>
        <pc:picChg chg="add del mod">
          <ac:chgData name="Hasan Jamal" userId="6724a5da2ffd1b8f" providerId="LiveId" clId="{11CB3E86-BE7D-4F66-A2F5-6FBB7427C924}" dt="2024-10-14T06:23:40.381" v="2653" actId="478"/>
          <ac:picMkLst>
            <pc:docMk/>
            <pc:sldMk cId="196630731" sldId="754"/>
            <ac:picMk id="132099" creationId="{72B613C9-9DEE-4CD7-ABD1-8B5F8F52BBA3}"/>
          </ac:picMkLst>
        </pc:picChg>
        <pc:picChg chg="add del mod">
          <ac:chgData name="Hasan Jamal" userId="6724a5da2ffd1b8f" providerId="LiveId" clId="{11CB3E86-BE7D-4F66-A2F5-6FBB7427C924}" dt="2024-10-14T06:23:40.381" v="2653" actId="478"/>
          <ac:picMkLst>
            <pc:docMk/>
            <pc:sldMk cId="196630731" sldId="754"/>
            <ac:picMk id="132100" creationId="{F75A4BF0-7381-4B89-90CE-E8DC92F8F295}"/>
          </ac:picMkLst>
        </pc:picChg>
        <pc:picChg chg="add del mod">
          <ac:chgData name="Hasan Jamal" userId="6724a5da2ffd1b8f" providerId="LiveId" clId="{11CB3E86-BE7D-4F66-A2F5-6FBB7427C924}" dt="2024-10-14T06:23:40.381" v="2653" actId="478"/>
          <ac:picMkLst>
            <pc:docMk/>
            <pc:sldMk cId="196630731" sldId="754"/>
            <ac:picMk id="132101" creationId="{00B7072B-4655-4652-80B5-B7ADAFC32C81}"/>
          </ac:picMkLst>
        </pc:picChg>
      </pc:sldChg>
      <pc:sldChg chg="addSp delSp modSp add del mod">
        <pc:chgData name="Hasan Jamal" userId="6724a5da2ffd1b8f" providerId="LiveId" clId="{11CB3E86-BE7D-4F66-A2F5-6FBB7427C924}" dt="2024-10-14T06:03:52.895" v="2501" actId="47"/>
        <pc:sldMkLst>
          <pc:docMk/>
          <pc:sldMk cId="3111926195" sldId="755"/>
        </pc:sldMkLst>
        <pc:spChg chg="del">
          <ac:chgData name="Hasan Jamal" userId="6724a5da2ffd1b8f" providerId="LiveId" clId="{11CB3E86-BE7D-4F66-A2F5-6FBB7427C924}" dt="2024-10-14T05:49:58.636" v="2346" actId="478"/>
          <ac:spMkLst>
            <pc:docMk/>
            <pc:sldMk cId="3111926195" sldId="755"/>
            <ac:spMk id="12" creationId="{68FC30D1-ECAB-3643-04B2-DD7E4BCE49E8}"/>
          </ac:spMkLst>
        </pc:spChg>
        <pc:picChg chg="add mod">
          <ac:chgData name="Hasan Jamal" userId="6724a5da2ffd1b8f" providerId="LiveId" clId="{11CB3E86-BE7D-4F66-A2F5-6FBB7427C924}" dt="2024-10-14T05:50:04.354" v="2348" actId="1076"/>
          <ac:picMkLst>
            <pc:docMk/>
            <pc:sldMk cId="3111926195" sldId="755"/>
            <ac:picMk id="1026" creationId="{00000000-0000-0000-0000-000000000000}"/>
          </ac:picMkLst>
        </pc:picChg>
      </pc:sldChg>
      <pc:sldChg chg="addSp delSp modSp add mod modClrScheme modAnim chgLayout">
        <pc:chgData name="Hasan Jamal" userId="6724a5da2ffd1b8f" providerId="LiveId" clId="{11CB3E86-BE7D-4F66-A2F5-6FBB7427C924}" dt="2024-10-15T03:49:15.773" v="5190"/>
        <pc:sldMkLst>
          <pc:docMk/>
          <pc:sldMk cId="3493647931" sldId="756"/>
        </pc:sldMkLst>
        <pc:spChg chg="mod ord">
          <ac:chgData name="Hasan Jamal" userId="6724a5da2ffd1b8f" providerId="LiveId" clId="{11CB3E86-BE7D-4F66-A2F5-6FBB7427C924}" dt="2024-10-14T05:52:28.919" v="2369" actId="26606"/>
          <ac:spMkLst>
            <pc:docMk/>
            <pc:sldMk cId="3493647931" sldId="756"/>
            <ac:spMk id="3" creationId="{512FA19E-1BBB-E1A0-02FD-DE27438AED66}"/>
          </ac:spMkLst>
        </pc:spChg>
        <pc:spChg chg="mod">
          <ac:chgData name="Hasan Jamal" userId="6724a5da2ffd1b8f" providerId="LiveId" clId="{11CB3E86-BE7D-4F66-A2F5-6FBB7427C924}" dt="2024-10-15T03:48:29.018" v="5186" actId="113"/>
          <ac:spMkLst>
            <pc:docMk/>
            <pc:sldMk cId="3493647931" sldId="756"/>
            <ac:spMk id="12" creationId="{BD80B958-7A19-BE6C-7030-B20803AD271D}"/>
          </ac:spMkLst>
        </pc:spChg>
        <pc:spChg chg="mod">
          <ac:chgData name="Hasan Jamal" userId="6724a5da2ffd1b8f" providerId="LiveId" clId="{11CB3E86-BE7D-4F66-A2F5-6FBB7427C924}" dt="2024-10-14T05:52:28.919" v="2369" actId="26606"/>
          <ac:spMkLst>
            <pc:docMk/>
            <pc:sldMk cId="3493647931" sldId="756"/>
            <ac:spMk id="3074" creationId="{B1F91951-75E3-0D78-317F-44145A4133D6}"/>
          </ac:spMkLst>
        </pc:spChg>
        <pc:spChg chg="add del mod">
          <ac:chgData name="Hasan Jamal" userId="6724a5da2ffd1b8f" providerId="LiveId" clId="{11CB3E86-BE7D-4F66-A2F5-6FBB7427C924}" dt="2024-10-14T05:52:28.919" v="2369" actId="26606"/>
          <ac:spMkLst>
            <pc:docMk/>
            <pc:sldMk cId="3493647931" sldId="756"/>
            <ac:spMk id="3079" creationId="{3A8D428C-82EE-F45B-B4D9-15CC53071B9A}"/>
          </ac:spMkLst>
        </pc:spChg>
        <pc:picChg chg="add del mod">
          <ac:chgData name="Hasan Jamal" userId="6724a5da2ffd1b8f" providerId="LiveId" clId="{11CB3E86-BE7D-4F66-A2F5-6FBB7427C924}" dt="2024-10-14T06:05:04.343" v="2504" actId="478"/>
          <ac:picMkLst>
            <pc:docMk/>
            <pc:sldMk cId="3493647931" sldId="756"/>
            <ac:picMk id="2050" creationId="{00000000-0000-0000-0000-000000000000}"/>
          </ac:picMkLst>
        </pc:picChg>
        <pc:picChg chg="add del mod">
          <ac:chgData name="Hasan Jamal" userId="6724a5da2ffd1b8f" providerId="LiveId" clId="{11CB3E86-BE7D-4F66-A2F5-6FBB7427C924}" dt="2024-10-14T06:52:36.510" v="3327" actId="478"/>
          <ac:picMkLst>
            <pc:docMk/>
            <pc:sldMk cId="3493647931" sldId="756"/>
            <ac:picMk id="59395" creationId="{BE9B9DB7-2D01-4469-B225-66245C9CC07C}"/>
          </ac:picMkLst>
        </pc:picChg>
      </pc:sldChg>
      <pc:sldChg chg="modSp add del mod">
        <pc:chgData name="Hasan Jamal" userId="6724a5da2ffd1b8f" providerId="LiveId" clId="{11CB3E86-BE7D-4F66-A2F5-6FBB7427C924}" dt="2024-10-14T06:02:02.149" v="2486" actId="47"/>
        <pc:sldMkLst>
          <pc:docMk/>
          <pc:sldMk cId="339754337" sldId="757"/>
        </pc:sldMkLst>
        <pc:spChg chg="mod">
          <ac:chgData name="Hasan Jamal" userId="6724a5da2ffd1b8f" providerId="LiveId" clId="{11CB3E86-BE7D-4F66-A2F5-6FBB7427C924}" dt="2024-10-14T05:59:30.080" v="2445" actId="21"/>
          <ac:spMkLst>
            <pc:docMk/>
            <pc:sldMk cId="339754337" sldId="757"/>
            <ac:spMk id="12" creationId="{57D0CCF5-FE36-9676-6088-C33B0D2D7615}"/>
          </ac:spMkLst>
        </pc:spChg>
      </pc:sldChg>
      <pc:sldChg chg="addSp delSp modSp add del mod">
        <pc:chgData name="Hasan Jamal" userId="6724a5da2ffd1b8f" providerId="LiveId" clId="{11CB3E86-BE7D-4F66-A2F5-6FBB7427C924}" dt="2024-10-14T07:40:31.506" v="4614" actId="47"/>
        <pc:sldMkLst>
          <pc:docMk/>
          <pc:sldMk cId="3707284491" sldId="757"/>
        </pc:sldMkLst>
        <pc:spChg chg="mod">
          <ac:chgData name="Hasan Jamal" userId="6724a5da2ffd1b8f" providerId="LiveId" clId="{11CB3E86-BE7D-4F66-A2F5-6FBB7427C924}" dt="2024-10-14T07:39:24.576" v="4600" actId="21"/>
          <ac:spMkLst>
            <pc:docMk/>
            <pc:sldMk cId="3707284491" sldId="757"/>
            <ac:spMk id="12" creationId="{10D21975-0CA6-173A-3B3D-1E11D06C603F}"/>
          </ac:spMkLst>
        </pc:spChg>
        <pc:picChg chg="add del mod">
          <ac:chgData name="Hasan Jamal" userId="6724a5da2ffd1b8f" providerId="LiveId" clId="{11CB3E86-BE7D-4F66-A2F5-6FBB7427C924}" dt="2024-10-14T06:03:01.108" v="2495" actId="478"/>
          <ac:picMkLst>
            <pc:docMk/>
            <pc:sldMk cId="3707284491" sldId="757"/>
            <ac:picMk id="54275" creationId="{B29FEE3D-3750-4508-92A3-9B9E46FECE1F}"/>
          </ac:picMkLst>
        </pc:picChg>
        <pc:picChg chg="add del mod">
          <ac:chgData name="Hasan Jamal" userId="6724a5da2ffd1b8f" providerId="LiveId" clId="{11CB3E86-BE7D-4F66-A2F5-6FBB7427C924}" dt="2024-10-14T07:39:52.924" v="4603" actId="21"/>
          <ac:picMkLst>
            <pc:docMk/>
            <pc:sldMk cId="3707284491" sldId="757"/>
            <ac:picMk id="56323" creationId="{E45EDF43-47DE-4E7F-B77E-5ED79D91AC0C}"/>
          </ac:picMkLst>
        </pc:picChg>
      </pc:sldChg>
      <pc:sldChg chg="addSp modSp add mod ord">
        <pc:chgData name="Hasan Jamal" userId="6724a5da2ffd1b8f" providerId="LiveId" clId="{11CB3E86-BE7D-4F66-A2F5-6FBB7427C924}" dt="2024-10-14T07:43:54.208" v="4761" actId="20577"/>
        <pc:sldMkLst>
          <pc:docMk/>
          <pc:sldMk cId="4086994" sldId="758"/>
        </pc:sldMkLst>
        <pc:spChg chg="mod">
          <ac:chgData name="Hasan Jamal" userId="6724a5da2ffd1b8f" providerId="LiveId" clId="{11CB3E86-BE7D-4F66-A2F5-6FBB7427C924}" dt="2024-10-14T07:43:54.208" v="4761" actId="20577"/>
          <ac:spMkLst>
            <pc:docMk/>
            <pc:sldMk cId="4086994" sldId="758"/>
            <ac:spMk id="12" creationId="{5E278F71-314C-5513-7D87-FEA9F489B7A1}"/>
          </ac:spMkLst>
        </pc:spChg>
        <pc:picChg chg="mod">
          <ac:chgData name="Hasan Jamal" userId="6724a5da2ffd1b8f" providerId="LiveId" clId="{11CB3E86-BE7D-4F66-A2F5-6FBB7427C924}" dt="2024-10-14T07:43:34.552" v="4687" actId="1076"/>
          <ac:picMkLst>
            <pc:docMk/>
            <pc:sldMk cId="4086994" sldId="758"/>
            <ac:picMk id="54275" creationId="{4CDDD999-B594-2A9C-93B0-EFB4EFEF01C3}"/>
          </ac:picMkLst>
        </pc:picChg>
        <pc:picChg chg="add mod">
          <ac:chgData name="Hasan Jamal" userId="6724a5da2ffd1b8f" providerId="LiveId" clId="{11CB3E86-BE7D-4F66-A2F5-6FBB7427C924}" dt="2024-10-14T07:43:30.848" v="4685" actId="14100"/>
          <ac:picMkLst>
            <pc:docMk/>
            <pc:sldMk cId="4086994" sldId="758"/>
            <ac:picMk id="56323" creationId="{E45EDF43-47DE-4E7F-B77E-5ED79D91AC0C}"/>
          </ac:picMkLst>
        </pc:picChg>
      </pc:sldChg>
      <pc:sldChg chg="modSp add mod">
        <pc:chgData name="Hasan Jamal" userId="6724a5da2ffd1b8f" providerId="LiveId" clId="{11CB3E86-BE7D-4F66-A2F5-6FBB7427C924}" dt="2024-10-14T07:42:41.176" v="4670" actId="6549"/>
        <pc:sldMkLst>
          <pc:docMk/>
          <pc:sldMk cId="2575032769" sldId="759"/>
        </pc:sldMkLst>
        <pc:spChg chg="mod">
          <ac:chgData name="Hasan Jamal" userId="6724a5da2ffd1b8f" providerId="LiveId" clId="{11CB3E86-BE7D-4F66-A2F5-6FBB7427C924}" dt="2024-10-14T07:42:41.176" v="4670" actId="6549"/>
          <ac:spMkLst>
            <pc:docMk/>
            <pc:sldMk cId="2575032769" sldId="759"/>
            <ac:spMk id="12" creationId="{1C7C66DF-D42D-5729-A45A-06A1E3616F63}"/>
          </ac:spMkLst>
        </pc:spChg>
        <pc:spChg chg="mod">
          <ac:chgData name="Hasan Jamal" userId="6724a5da2ffd1b8f" providerId="LiveId" clId="{11CB3E86-BE7D-4F66-A2F5-6FBB7427C924}" dt="2024-10-14T07:35:20.087" v="4546" actId="20577"/>
          <ac:spMkLst>
            <pc:docMk/>
            <pc:sldMk cId="2575032769" sldId="759"/>
            <ac:spMk id="3074" creationId="{1F748BFF-8158-E1C0-B3AF-EC06D8737EE3}"/>
          </ac:spMkLst>
        </pc:spChg>
      </pc:sldChg>
      <pc:sldChg chg="add ord">
        <pc:chgData name="Hasan Jamal" userId="6724a5da2ffd1b8f" providerId="LiveId" clId="{11CB3E86-BE7D-4F66-A2F5-6FBB7427C924}" dt="2024-10-14T06:26:19.240" v="2678"/>
        <pc:sldMkLst>
          <pc:docMk/>
          <pc:sldMk cId="636562703" sldId="760"/>
        </pc:sldMkLst>
      </pc:sldChg>
      <pc:sldChg chg="delSp modSp add mod">
        <pc:chgData name="Hasan Jamal" userId="6724a5da2ffd1b8f" providerId="LiveId" clId="{11CB3E86-BE7D-4F66-A2F5-6FBB7427C924}" dt="2024-10-14T06:27:43.184" v="2706" actId="14100"/>
        <pc:sldMkLst>
          <pc:docMk/>
          <pc:sldMk cId="927494257" sldId="761"/>
        </pc:sldMkLst>
        <pc:spChg chg="mod">
          <ac:chgData name="Hasan Jamal" userId="6724a5da2ffd1b8f" providerId="LiveId" clId="{11CB3E86-BE7D-4F66-A2F5-6FBB7427C924}" dt="2024-10-14T06:27:43.184" v="2706" actId="14100"/>
          <ac:spMkLst>
            <pc:docMk/>
            <pc:sldMk cId="927494257" sldId="761"/>
            <ac:spMk id="12" creationId="{4E0A0D0A-2A05-313B-0F62-B8C5F66D2BD9}"/>
          </ac:spMkLst>
        </pc:spChg>
        <pc:spChg chg="mod">
          <ac:chgData name="Hasan Jamal" userId="6724a5da2ffd1b8f" providerId="LiveId" clId="{11CB3E86-BE7D-4F66-A2F5-6FBB7427C924}" dt="2024-10-14T06:26:39.320" v="2693" actId="20577"/>
          <ac:spMkLst>
            <pc:docMk/>
            <pc:sldMk cId="927494257" sldId="761"/>
            <ac:spMk id="3074" creationId="{A74EC018-0848-43B1-A183-41DAEF4E1F77}"/>
          </ac:spMkLst>
        </pc:spChg>
        <pc:picChg chg="del">
          <ac:chgData name="Hasan Jamal" userId="6724a5da2ffd1b8f" providerId="LiveId" clId="{11CB3E86-BE7D-4F66-A2F5-6FBB7427C924}" dt="2024-10-14T06:27:11.380" v="2702" actId="478"/>
          <ac:picMkLst>
            <pc:docMk/>
            <pc:sldMk cId="927494257" sldId="761"/>
            <ac:picMk id="130051" creationId="{59F37D57-0201-C518-D0D8-E59084C7AB10}"/>
          </ac:picMkLst>
        </pc:picChg>
      </pc:sldChg>
      <pc:sldChg chg="modSp add mod">
        <pc:chgData name="Hasan Jamal" userId="6724a5da2ffd1b8f" providerId="LiveId" clId="{11CB3E86-BE7D-4F66-A2F5-6FBB7427C924}" dt="2024-10-14T06:29:33.456" v="2746"/>
        <pc:sldMkLst>
          <pc:docMk/>
          <pc:sldMk cId="4166313858" sldId="762"/>
        </pc:sldMkLst>
        <pc:spChg chg="mod">
          <ac:chgData name="Hasan Jamal" userId="6724a5da2ffd1b8f" providerId="LiveId" clId="{11CB3E86-BE7D-4F66-A2F5-6FBB7427C924}" dt="2024-10-14T06:29:33.456" v="2746"/>
          <ac:spMkLst>
            <pc:docMk/>
            <pc:sldMk cId="4166313858" sldId="762"/>
            <ac:spMk id="12" creationId="{22C0C63C-9D41-F182-11FD-A6B5EA084A35}"/>
          </ac:spMkLst>
        </pc:spChg>
        <pc:spChg chg="mod">
          <ac:chgData name="Hasan Jamal" userId="6724a5da2ffd1b8f" providerId="LiveId" clId="{11CB3E86-BE7D-4F66-A2F5-6FBB7427C924}" dt="2024-10-14T06:28:11.115" v="2724" actId="20577"/>
          <ac:spMkLst>
            <pc:docMk/>
            <pc:sldMk cId="4166313858" sldId="762"/>
            <ac:spMk id="3074" creationId="{0D7C4927-1A1F-0567-6A97-0F4F3A6E18FC}"/>
          </ac:spMkLst>
        </pc:spChg>
      </pc:sldChg>
      <pc:sldChg chg="modSp add mod">
        <pc:chgData name="Hasan Jamal" userId="6724a5da2ffd1b8f" providerId="LiveId" clId="{11CB3E86-BE7D-4F66-A2F5-6FBB7427C924}" dt="2024-10-14T06:30:45.752" v="2774" actId="6549"/>
        <pc:sldMkLst>
          <pc:docMk/>
          <pc:sldMk cId="3226909934" sldId="763"/>
        </pc:sldMkLst>
        <pc:spChg chg="mod">
          <ac:chgData name="Hasan Jamal" userId="6724a5da2ffd1b8f" providerId="LiveId" clId="{11CB3E86-BE7D-4F66-A2F5-6FBB7427C924}" dt="2024-10-14T06:30:45.752" v="2774" actId="6549"/>
          <ac:spMkLst>
            <pc:docMk/>
            <pc:sldMk cId="3226909934" sldId="763"/>
            <ac:spMk id="12" creationId="{6FC17FEC-C4DF-5C89-DAFA-5E245ABB85FC}"/>
          </ac:spMkLst>
        </pc:spChg>
        <pc:spChg chg="mod">
          <ac:chgData name="Hasan Jamal" userId="6724a5da2ffd1b8f" providerId="LiveId" clId="{11CB3E86-BE7D-4F66-A2F5-6FBB7427C924}" dt="2024-10-14T06:29:52.078" v="2760" actId="20577"/>
          <ac:spMkLst>
            <pc:docMk/>
            <pc:sldMk cId="3226909934" sldId="763"/>
            <ac:spMk id="3074" creationId="{83B1D4B7-2629-6796-A479-4D394C2EFD73}"/>
          </ac:spMkLst>
        </pc:spChg>
      </pc:sldChg>
      <pc:sldChg chg="addSp delSp modSp add mod">
        <pc:chgData name="Hasan Jamal" userId="6724a5da2ffd1b8f" providerId="LiveId" clId="{11CB3E86-BE7D-4F66-A2F5-6FBB7427C924}" dt="2024-10-14T06:31:28.714" v="2829" actId="1038"/>
        <pc:sldMkLst>
          <pc:docMk/>
          <pc:sldMk cId="1892143241" sldId="764"/>
        </pc:sldMkLst>
        <pc:spChg chg="del">
          <ac:chgData name="Hasan Jamal" userId="6724a5da2ffd1b8f" providerId="LiveId" clId="{11CB3E86-BE7D-4F66-A2F5-6FBB7427C924}" dt="2024-10-14T06:31:17.968" v="2814" actId="478"/>
          <ac:spMkLst>
            <pc:docMk/>
            <pc:sldMk cId="1892143241" sldId="764"/>
            <ac:spMk id="12" creationId="{F4E99E67-6952-D1EF-A837-1F57B051385F}"/>
          </ac:spMkLst>
        </pc:spChg>
        <pc:spChg chg="mod">
          <ac:chgData name="Hasan Jamal" userId="6724a5da2ffd1b8f" providerId="LiveId" clId="{11CB3E86-BE7D-4F66-A2F5-6FBB7427C924}" dt="2024-10-14T06:31:11.914" v="2813" actId="20577"/>
          <ac:spMkLst>
            <pc:docMk/>
            <pc:sldMk cId="1892143241" sldId="764"/>
            <ac:spMk id="3074" creationId="{C8961487-D7B1-4749-EDFE-63AE405A36DE}"/>
          </ac:spMkLst>
        </pc:spChg>
        <pc:picChg chg="add mod">
          <ac:chgData name="Hasan Jamal" userId="6724a5da2ffd1b8f" providerId="LiveId" clId="{11CB3E86-BE7D-4F66-A2F5-6FBB7427C924}" dt="2024-10-14T06:31:28.714" v="2829" actId="1038"/>
          <ac:picMkLst>
            <pc:docMk/>
            <pc:sldMk cId="1892143241" sldId="764"/>
            <ac:picMk id="137218" creationId="{AD0A361C-0911-4B85-9766-5E4140F2E093}"/>
          </ac:picMkLst>
        </pc:picChg>
      </pc:sldChg>
      <pc:sldChg chg="modSp add mod">
        <pc:chgData name="Hasan Jamal" userId="6724a5da2ffd1b8f" providerId="LiveId" clId="{11CB3E86-BE7D-4F66-A2F5-6FBB7427C924}" dt="2024-10-14T06:32:52.941" v="2858" actId="33524"/>
        <pc:sldMkLst>
          <pc:docMk/>
          <pc:sldMk cId="3298778098" sldId="765"/>
        </pc:sldMkLst>
        <pc:spChg chg="mod">
          <ac:chgData name="Hasan Jamal" userId="6724a5da2ffd1b8f" providerId="LiveId" clId="{11CB3E86-BE7D-4F66-A2F5-6FBB7427C924}" dt="2024-10-14T06:32:52.941" v="2858" actId="33524"/>
          <ac:spMkLst>
            <pc:docMk/>
            <pc:sldMk cId="3298778098" sldId="765"/>
            <ac:spMk id="12" creationId="{2F1DC606-B8FC-980E-754C-9F5D23772CC8}"/>
          </ac:spMkLst>
        </pc:spChg>
        <pc:spChg chg="mod">
          <ac:chgData name="Hasan Jamal" userId="6724a5da2ffd1b8f" providerId="LiveId" clId="{11CB3E86-BE7D-4F66-A2F5-6FBB7427C924}" dt="2024-10-14T06:31:45.310" v="2846" actId="20577"/>
          <ac:spMkLst>
            <pc:docMk/>
            <pc:sldMk cId="3298778098" sldId="765"/>
            <ac:spMk id="3074" creationId="{63B43F82-B789-CCFF-EB16-26E39664E698}"/>
          </ac:spMkLst>
        </pc:spChg>
      </pc:sldChg>
      <pc:sldChg chg="modSp add mod ord">
        <pc:chgData name="Hasan Jamal" userId="6724a5da2ffd1b8f" providerId="LiveId" clId="{11CB3E86-BE7D-4F66-A2F5-6FBB7427C924}" dt="2024-10-14T06:51:14.349" v="3325"/>
        <pc:sldMkLst>
          <pc:docMk/>
          <pc:sldMk cId="1794162080" sldId="766"/>
        </pc:sldMkLst>
        <pc:spChg chg="mod">
          <ac:chgData name="Hasan Jamal" userId="6724a5da2ffd1b8f" providerId="LiveId" clId="{11CB3E86-BE7D-4F66-A2F5-6FBB7427C924}" dt="2024-10-14T06:51:14.349" v="3325"/>
          <ac:spMkLst>
            <pc:docMk/>
            <pc:sldMk cId="1794162080" sldId="766"/>
            <ac:spMk id="12" creationId="{A8CBB399-4B2F-4A0A-618D-A5A3E40E1D4A}"/>
          </ac:spMkLst>
        </pc:spChg>
      </pc:sldChg>
      <pc:sldChg chg="add">
        <pc:chgData name="Hasan Jamal" userId="6724a5da2ffd1b8f" providerId="LiveId" clId="{11CB3E86-BE7D-4F66-A2F5-6FBB7427C924}" dt="2024-10-14T06:52:31.942" v="3326" actId="2890"/>
        <pc:sldMkLst>
          <pc:docMk/>
          <pc:sldMk cId="2008232015" sldId="767"/>
        </pc:sldMkLst>
      </pc:sldChg>
      <pc:sldChg chg="addSp delSp modSp add mod">
        <pc:chgData name="Hasan Jamal" userId="6724a5da2ffd1b8f" providerId="LiveId" clId="{11CB3E86-BE7D-4F66-A2F5-6FBB7427C924}" dt="2024-10-14T07:08:31.081" v="3988" actId="1035"/>
        <pc:sldMkLst>
          <pc:docMk/>
          <pc:sldMk cId="2849960051" sldId="768"/>
        </pc:sldMkLst>
        <pc:spChg chg="del mod">
          <ac:chgData name="Hasan Jamal" userId="6724a5da2ffd1b8f" providerId="LiveId" clId="{11CB3E86-BE7D-4F66-A2F5-6FBB7427C924}" dt="2024-10-14T07:01:50.925" v="3534" actId="478"/>
          <ac:spMkLst>
            <pc:docMk/>
            <pc:sldMk cId="2849960051" sldId="768"/>
            <ac:spMk id="12" creationId="{D4FB9682-7C11-6686-BB0D-C6E03ADFB903}"/>
          </ac:spMkLst>
        </pc:spChg>
        <pc:spChg chg="mod">
          <ac:chgData name="Hasan Jamal" userId="6724a5da2ffd1b8f" providerId="LiveId" clId="{11CB3E86-BE7D-4F66-A2F5-6FBB7427C924}" dt="2024-10-14T07:01:43.854" v="3532" actId="20577"/>
          <ac:spMkLst>
            <pc:docMk/>
            <pc:sldMk cId="2849960051" sldId="768"/>
            <ac:spMk id="3074" creationId="{3364AB0F-D293-28B0-CDE5-259BD44DAADD}"/>
          </ac:spMkLst>
        </pc:spChg>
        <pc:graphicFrameChg chg="add mod modGraphic">
          <ac:chgData name="Hasan Jamal" userId="6724a5da2ffd1b8f" providerId="LiveId" clId="{11CB3E86-BE7D-4F66-A2F5-6FBB7427C924}" dt="2024-10-14T07:08:31.081" v="3988" actId="1035"/>
          <ac:graphicFrameMkLst>
            <pc:docMk/>
            <pc:sldMk cId="2849960051" sldId="768"/>
            <ac:graphicFrameMk id="2" creationId="{9924077E-4F76-117B-5394-F34921E54B19}"/>
          </ac:graphicFrameMkLst>
        </pc:graphicFrameChg>
      </pc:sldChg>
      <pc:sldChg chg="modSp add mod ord">
        <pc:chgData name="Hasan Jamal" userId="6724a5da2ffd1b8f" providerId="LiveId" clId="{11CB3E86-BE7D-4F66-A2F5-6FBB7427C924}" dt="2024-10-15T03:57:51.173" v="5194"/>
        <pc:sldMkLst>
          <pc:docMk/>
          <pc:sldMk cId="346054100" sldId="769"/>
        </pc:sldMkLst>
        <pc:spChg chg="mod">
          <ac:chgData name="Hasan Jamal" userId="6724a5da2ffd1b8f" providerId="LiveId" clId="{11CB3E86-BE7D-4F66-A2F5-6FBB7427C924}" dt="2024-10-14T07:11:37.930" v="4066" actId="6549"/>
          <ac:spMkLst>
            <pc:docMk/>
            <pc:sldMk cId="346054100" sldId="769"/>
            <ac:spMk id="12" creationId="{BBA1DB21-BF5E-479C-8164-68D7613BDC63}"/>
          </ac:spMkLst>
        </pc:spChg>
        <pc:spChg chg="mod">
          <ac:chgData name="Hasan Jamal" userId="6724a5da2ffd1b8f" providerId="LiveId" clId="{11CB3E86-BE7D-4F66-A2F5-6FBB7427C924}" dt="2024-10-14T07:10:07.732" v="4007" actId="20577"/>
          <ac:spMkLst>
            <pc:docMk/>
            <pc:sldMk cId="346054100" sldId="769"/>
            <ac:spMk id="3074" creationId="{B83E169A-DF48-C7D0-C6B8-3147ED094424}"/>
          </ac:spMkLst>
        </pc:spChg>
      </pc:sldChg>
      <pc:sldChg chg="addSp modSp add mod ord modAnim">
        <pc:chgData name="Hasan Jamal" userId="6724a5da2ffd1b8f" providerId="LiveId" clId="{11CB3E86-BE7D-4F66-A2F5-6FBB7427C924}" dt="2024-10-15T04:17:52.659" v="6690"/>
        <pc:sldMkLst>
          <pc:docMk/>
          <pc:sldMk cId="27266747" sldId="770"/>
        </pc:sldMkLst>
        <pc:spChg chg="mod">
          <ac:chgData name="Hasan Jamal" userId="6724a5da2ffd1b8f" providerId="LiveId" clId="{11CB3E86-BE7D-4F66-A2F5-6FBB7427C924}" dt="2024-10-15T04:02:56.700" v="5739" actId="255"/>
          <ac:spMkLst>
            <pc:docMk/>
            <pc:sldMk cId="27266747" sldId="770"/>
            <ac:spMk id="12" creationId="{4C0FAE94-9395-C805-65DF-66A5DAAB4B24}"/>
          </ac:spMkLst>
        </pc:spChg>
        <pc:spChg chg="mod">
          <ac:chgData name="Hasan Jamal" userId="6724a5da2ffd1b8f" providerId="LiveId" clId="{11CB3E86-BE7D-4F66-A2F5-6FBB7427C924}" dt="2024-10-15T03:58:26.243" v="5204" actId="20577"/>
          <ac:spMkLst>
            <pc:docMk/>
            <pc:sldMk cId="27266747" sldId="770"/>
            <ac:spMk id="3074" creationId="{28895004-FA8E-C24E-595A-1BE98733574D}"/>
          </ac:spMkLst>
        </pc:spChg>
        <pc:picChg chg="add mod">
          <ac:chgData name="Hasan Jamal" userId="6724a5da2ffd1b8f" providerId="LiveId" clId="{11CB3E86-BE7D-4F66-A2F5-6FBB7427C924}" dt="2024-10-15T04:03:49.895" v="5746" actId="1076"/>
          <ac:picMkLst>
            <pc:docMk/>
            <pc:sldMk cId="27266747" sldId="770"/>
            <ac:picMk id="4" creationId="{B821C3D1-E60E-6988-EEE0-0167A9A874EA}"/>
          </ac:picMkLst>
        </pc:picChg>
      </pc:sldChg>
      <pc:sldChg chg="add">
        <pc:chgData name="Hasan Jamal" userId="6724a5da2ffd1b8f" providerId="LiveId" clId="{11CB3E86-BE7D-4F66-A2F5-6FBB7427C924}" dt="2024-10-14T07:46:56.926" v="4762" actId="2890"/>
        <pc:sldMkLst>
          <pc:docMk/>
          <pc:sldMk cId="339803846" sldId="771"/>
        </pc:sldMkLst>
      </pc:sldChg>
      <pc:sldChg chg="modSp add del mod">
        <pc:chgData name="Hasan Jamal" userId="6724a5da2ffd1b8f" providerId="LiveId" clId="{11CB3E86-BE7D-4F66-A2F5-6FBB7427C924}" dt="2024-10-14T07:39:00.795" v="4599" actId="47"/>
        <pc:sldMkLst>
          <pc:docMk/>
          <pc:sldMk cId="2745058078" sldId="771"/>
        </pc:sldMkLst>
        <pc:spChg chg="mod">
          <ac:chgData name="Hasan Jamal" userId="6724a5da2ffd1b8f" providerId="LiveId" clId="{11CB3E86-BE7D-4F66-A2F5-6FBB7427C924}" dt="2024-10-14T07:38:47.404" v="4598" actId="6549"/>
          <ac:spMkLst>
            <pc:docMk/>
            <pc:sldMk cId="2745058078" sldId="771"/>
            <ac:spMk id="12" creationId="{11A72B9A-0674-378C-A581-D33B13F97BC6}"/>
          </ac:spMkLst>
        </pc:spChg>
      </pc:sldChg>
      <pc:sldChg chg="addSp modSp add mod ord">
        <pc:chgData name="Hasan Jamal" userId="6724a5da2ffd1b8f" providerId="LiveId" clId="{11CB3E86-BE7D-4F66-A2F5-6FBB7427C924}" dt="2024-10-15T04:17:52.659" v="6690"/>
        <pc:sldMkLst>
          <pc:docMk/>
          <pc:sldMk cId="1687372234" sldId="772"/>
        </pc:sldMkLst>
        <pc:spChg chg="mod">
          <ac:chgData name="Hasan Jamal" userId="6724a5da2ffd1b8f" providerId="LiveId" clId="{11CB3E86-BE7D-4F66-A2F5-6FBB7427C924}" dt="2024-10-15T04:10:54.451" v="6164" actId="255"/>
          <ac:spMkLst>
            <pc:docMk/>
            <pc:sldMk cId="1687372234" sldId="772"/>
            <ac:spMk id="12" creationId="{E844AFD4-32CC-F741-9E27-FD6364A20FC5}"/>
          </ac:spMkLst>
        </pc:spChg>
        <pc:spChg chg="mod">
          <ac:chgData name="Hasan Jamal" userId="6724a5da2ffd1b8f" providerId="LiveId" clId="{11CB3E86-BE7D-4F66-A2F5-6FBB7427C924}" dt="2024-10-15T04:06:05.315" v="5754"/>
          <ac:spMkLst>
            <pc:docMk/>
            <pc:sldMk cId="1687372234" sldId="772"/>
            <ac:spMk id="3074" creationId="{8D6DA7EF-9F85-6F20-DFC3-A082DED7FC1B}"/>
          </ac:spMkLst>
        </pc:spChg>
        <pc:picChg chg="add mod">
          <ac:chgData name="Hasan Jamal" userId="6724a5da2ffd1b8f" providerId="LiveId" clId="{11CB3E86-BE7D-4F66-A2F5-6FBB7427C924}" dt="2024-10-15T04:11:02.837" v="6185" actId="1035"/>
          <ac:picMkLst>
            <pc:docMk/>
            <pc:sldMk cId="1687372234" sldId="772"/>
            <ac:picMk id="4" creationId="{16097D15-8E46-C09D-E1A6-0A4908910035}"/>
          </ac:picMkLst>
        </pc:picChg>
      </pc:sldChg>
      <pc:sldChg chg="modSp add mod ord">
        <pc:chgData name="Hasan Jamal" userId="6724a5da2ffd1b8f" providerId="LiveId" clId="{11CB3E86-BE7D-4F66-A2F5-6FBB7427C924}" dt="2024-10-15T04:18:01.885" v="6692"/>
        <pc:sldMkLst>
          <pc:docMk/>
          <pc:sldMk cId="3911897175" sldId="773"/>
        </pc:sldMkLst>
        <pc:spChg chg="mod">
          <ac:chgData name="Hasan Jamal" userId="6724a5da2ffd1b8f" providerId="LiveId" clId="{11CB3E86-BE7D-4F66-A2F5-6FBB7427C924}" dt="2024-10-15T04:17:20.774" v="6686" actId="20577"/>
          <ac:spMkLst>
            <pc:docMk/>
            <pc:sldMk cId="3911897175" sldId="773"/>
            <ac:spMk id="12" creationId="{CABC23B9-6F22-EA6E-ADD9-AE4A4A777307}"/>
          </ac:spMkLst>
        </pc:spChg>
        <pc:spChg chg="mod">
          <ac:chgData name="Hasan Jamal" userId="6724a5da2ffd1b8f" providerId="LiveId" clId="{11CB3E86-BE7D-4F66-A2F5-6FBB7427C924}" dt="2024-10-15T04:13:34.415" v="6211" actId="20577"/>
          <ac:spMkLst>
            <pc:docMk/>
            <pc:sldMk cId="3911897175" sldId="773"/>
            <ac:spMk id="3074" creationId="{2FC76B37-CB50-27E8-0915-A78B1FF96E9E}"/>
          </ac:spMkLst>
        </pc:spChg>
      </pc:sldChg>
      <pc:sldChg chg="addSp delSp modSp add mod">
        <pc:chgData name="Hasan Jamal" userId="6724a5da2ffd1b8f" providerId="LiveId" clId="{11CB3E86-BE7D-4F66-A2F5-6FBB7427C924}" dt="2024-10-15T04:26:17.242" v="6718" actId="20577"/>
        <pc:sldMkLst>
          <pc:docMk/>
          <pc:sldMk cId="1378240526" sldId="774"/>
        </pc:sldMkLst>
        <pc:spChg chg="add del mod">
          <ac:chgData name="Hasan Jamal" userId="6724a5da2ffd1b8f" providerId="LiveId" clId="{11CB3E86-BE7D-4F66-A2F5-6FBB7427C924}" dt="2024-10-15T04:25:35.219" v="6696" actId="478"/>
          <ac:spMkLst>
            <pc:docMk/>
            <pc:sldMk cId="1378240526" sldId="774"/>
            <ac:spMk id="4" creationId="{A4943046-254D-FE2D-99B3-C03FE937627C}"/>
          </ac:spMkLst>
        </pc:spChg>
        <pc:spChg chg="mod">
          <ac:chgData name="Hasan Jamal" userId="6724a5da2ffd1b8f" providerId="LiveId" clId="{11CB3E86-BE7D-4F66-A2F5-6FBB7427C924}" dt="2024-10-15T04:26:17.242" v="6718" actId="20577"/>
          <ac:spMkLst>
            <pc:docMk/>
            <pc:sldMk cId="1378240526" sldId="774"/>
            <ac:spMk id="12" creationId="{935E8703-ECE5-6AA6-29CE-29F46BC1B2E4}"/>
          </ac:spMkLst>
        </pc:spChg>
        <pc:spChg chg="del">
          <ac:chgData name="Hasan Jamal" userId="6724a5da2ffd1b8f" providerId="LiveId" clId="{11CB3E86-BE7D-4F66-A2F5-6FBB7427C924}" dt="2024-10-15T04:25:32.141" v="6695" actId="478"/>
          <ac:spMkLst>
            <pc:docMk/>
            <pc:sldMk cId="1378240526" sldId="774"/>
            <ac:spMk id="3074" creationId="{6472FFEC-3E8F-8C76-02E1-A5837310072E}"/>
          </ac:spMkLst>
        </pc:spChg>
      </pc:sldChg>
      <pc:sldChg chg="modSp add mod">
        <pc:chgData name="Hasan Jamal" userId="6724a5da2ffd1b8f" providerId="LiveId" clId="{11CB3E86-BE7D-4F66-A2F5-6FBB7427C924}" dt="2024-10-15T04:28:31.619" v="6758" actId="14100"/>
        <pc:sldMkLst>
          <pc:docMk/>
          <pc:sldMk cId="645116250" sldId="775"/>
        </pc:sldMkLst>
        <pc:spChg chg="mod">
          <ac:chgData name="Hasan Jamal" userId="6724a5da2ffd1b8f" providerId="LiveId" clId="{11CB3E86-BE7D-4F66-A2F5-6FBB7427C924}" dt="2024-10-15T04:28:31.619" v="6758" actId="14100"/>
          <ac:spMkLst>
            <pc:docMk/>
            <pc:sldMk cId="645116250" sldId="775"/>
            <ac:spMk id="12" creationId="{612E525D-9786-1390-8C99-6C04EE486F98}"/>
          </ac:spMkLst>
        </pc:spChg>
        <pc:spChg chg="mod">
          <ac:chgData name="Hasan Jamal" userId="6724a5da2ffd1b8f" providerId="LiveId" clId="{11CB3E86-BE7D-4F66-A2F5-6FBB7427C924}" dt="2024-10-15T04:26:28.322" v="6737" actId="20577"/>
          <ac:spMkLst>
            <pc:docMk/>
            <pc:sldMk cId="645116250" sldId="775"/>
            <ac:spMk id="3074" creationId="{EC6492DD-CB37-10AB-56EC-0634F980473F}"/>
          </ac:spMkLst>
        </pc:spChg>
      </pc:sldChg>
      <pc:sldChg chg="modSp add mod">
        <pc:chgData name="Hasan Jamal" userId="6724a5da2ffd1b8f" providerId="LiveId" clId="{11CB3E86-BE7D-4F66-A2F5-6FBB7427C924}" dt="2024-10-15T04:30:09.226" v="6779" actId="20577"/>
        <pc:sldMkLst>
          <pc:docMk/>
          <pc:sldMk cId="4246138628" sldId="776"/>
        </pc:sldMkLst>
        <pc:spChg chg="mod">
          <ac:chgData name="Hasan Jamal" userId="6724a5da2ffd1b8f" providerId="LiveId" clId="{11CB3E86-BE7D-4F66-A2F5-6FBB7427C924}" dt="2024-10-15T04:30:09.226" v="6779" actId="20577"/>
          <ac:spMkLst>
            <pc:docMk/>
            <pc:sldMk cId="4246138628" sldId="776"/>
            <ac:spMk id="12" creationId="{AD917347-FDF4-1B8A-E3B9-F9C8204B72A2}"/>
          </ac:spMkLst>
        </pc:spChg>
        <pc:spChg chg="mod">
          <ac:chgData name="Hasan Jamal" userId="6724a5da2ffd1b8f" providerId="LiveId" clId="{11CB3E86-BE7D-4F66-A2F5-6FBB7427C924}" dt="2024-10-15T04:28:49.318" v="6761" actId="20577"/>
          <ac:spMkLst>
            <pc:docMk/>
            <pc:sldMk cId="4246138628" sldId="776"/>
            <ac:spMk id="3074" creationId="{3DB9140A-9013-EC4B-2C56-25A7261BC63C}"/>
          </ac:spMkLst>
        </pc:spChg>
      </pc:sldChg>
      <pc:sldChg chg="addSp delSp modSp add mod">
        <pc:chgData name="Hasan Jamal" userId="6724a5da2ffd1b8f" providerId="LiveId" clId="{11CB3E86-BE7D-4F66-A2F5-6FBB7427C924}" dt="2024-10-15T04:32:14.827" v="6818" actId="1076"/>
        <pc:sldMkLst>
          <pc:docMk/>
          <pc:sldMk cId="691721652" sldId="777"/>
        </pc:sldMkLst>
        <pc:spChg chg="del">
          <ac:chgData name="Hasan Jamal" userId="6724a5da2ffd1b8f" providerId="LiveId" clId="{11CB3E86-BE7D-4F66-A2F5-6FBB7427C924}" dt="2024-10-15T04:30:31.336" v="6787" actId="478"/>
          <ac:spMkLst>
            <pc:docMk/>
            <pc:sldMk cId="691721652" sldId="777"/>
            <ac:spMk id="12" creationId="{66A354F0-77D3-D8DC-1B2A-DFBCE9174BCC}"/>
          </ac:spMkLst>
        </pc:spChg>
        <pc:spChg chg="mod">
          <ac:chgData name="Hasan Jamal" userId="6724a5da2ffd1b8f" providerId="LiveId" clId="{11CB3E86-BE7D-4F66-A2F5-6FBB7427C924}" dt="2024-10-15T04:30:28.555" v="6786" actId="20577"/>
          <ac:spMkLst>
            <pc:docMk/>
            <pc:sldMk cId="691721652" sldId="777"/>
            <ac:spMk id="3074" creationId="{E99AD31D-4FD7-EFDE-ADDD-1024C851DCE1}"/>
          </ac:spMkLst>
        </pc:spChg>
        <pc:spChg chg="add mod">
          <ac:chgData name="Hasan Jamal" userId="6724a5da2ffd1b8f" providerId="LiveId" clId="{11CB3E86-BE7D-4F66-A2F5-6FBB7427C924}" dt="2024-10-15T04:32:07.499" v="6817" actId="1076"/>
          <ac:spMkLst>
            <pc:docMk/>
            <pc:sldMk cId="691721652" sldId="777"/>
            <ac:spMk id="65538" creationId="{B97D95DB-777A-482C-BA27-4C2D3C6CA8AF}"/>
          </ac:spMkLst>
        </pc:spChg>
        <pc:spChg chg="add mod">
          <ac:chgData name="Hasan Jamal" userId="6724a5da2ffd1b8f" providerId="LiveId" clId="{11CB3E86-BE7D-4F66-A2F5-6FBB7427C924}" dt="2024-10-15T04:32:14.827" v="6818" actId="1076"/>
          <ac:spMkLst>
            <pc:docMk/>
            <pc:sldMk cId="691721652" sldId="777"/>
            <ac:spMk id="67586" creationId="{DE0BE125-B65D-4233-99FB-D540D5E26A70}"/>
          </ac:spMkLst>
        </pc:spChg>
      </pc:sldChg>
      <pc:sldChg chg="modSp add mod">
        <pc:chgData name="Hasan Jamal" userId="6724a5da2ffd1b8f" providerId="LiveId" clId="{11CB3E86-BE7D-4F66-A2F5-6FBB7427C924}" dt="2024-10-15T04:34:56.353" v="6861" actId="6549"/>
        <pc:sldMkLst>
          <pc:docMk/>
          <pc:sldMk cId="1906655242" sldId="778"/>
        </pc:sldMkLst>
        <pc:spChg chg="mod">
          <ac:chgData name="Hasan Jamal" userId="6724a5da2ffd1b8f" providerId="LiveId" clId="{11CB3E86-BE7D-4F66-A2F5-6FBB7427C924}" dt="2024-10-15T04:34:56.353" v="6861" actId="6549"/>
          <ac:spMkLst>
            <pc:docMk/>
            <pc:sldMk cId="1906655242" sldId="778"/>
            <ac:spMk id="12" creationId="{447D15D0-A37F-A2B3-ACDD-1C446244C559}"/>
          </ac:spMkLst>
        </pc:spChg>
        <pc:spChg chg="mod">
          <ac:chgData name="Hasan Jamal" userId="6724a5da2ffd1b8f" providerId="LiveId" clId="{11CB3E86-BE7D-4F66-A2F5-6FBB7427C924}" dt="2024-10-15T04:32:58.782" v="6843" actId="20577"/>
          <ac:spMkLst>
            <pc:docMk/>
            <pc:sldMk cId="1906655242" sldId="778"/>
            <ac:spMk id="3074" creationId="{0BC7027E-C484-5F23-1E1B-1C2F454A9334}"/>
          </ac:spMkLst>
        </pc:spChg>
      </pc:sldChg>
      <pc:sldChg chg="addSp delSp modSp add mod">
        <pc:chgData name="Hasan Jamal" userId="6724a5da2ffd1b8f" providerId="LiveId" clId="{11CB3E86-BE7D-4F66-A2F5-6FBB7427C924}" dt="2024-10-15T04:38:02.270" v="6950" actId="1037"/>
        <pc:sldMkLst>
          <pc:docMk/>
          <pc:sldMk cId="2127213877" sldId="779"/>
        </pc:sldMkLst>
        <pc:spChg chg="del">
          <ac:chgData name="Hasan Jamal" userId="6724a5da2ffd1b8f" providerId="LiveId" clId="{11CB3E86-BE7D-4F66-A2F5-6FBB7427C924}" dt="2024-10-15T04:35:18.891" v="6867" actId="478"/>
          <ac:spMkLst>
            <pc:docMk/>
            <pc:sldMk cId="2127213877" sldId="779"/>
            <ac:spMk id="12" creationId="{AED0D02A-5BC6-35AC-3EFB-13671A2D7863}"/>
          </ac:spMkLst>
        </pc:spChg>
        <pc:spChg chg="mod">
          <ac:chgData name="Hasan Jamal" userId="6724a5da2ffd1b8f" providerId="LiveId" clId="{11CB3E86-BE7D-4F66-A2F5-6FBB7427C924}" dt="2024-10-15T04:35:16.414" v="6866" actId="20577"/>
          <ac:spMkLst>
            <pc:docMk/>
            <pc:sldMk cId="2127213877" sldId="779"/>
            <ac:spMk id="3074" creationId="{358A6DF8-8115-727B-44E1-E6612637CBA3}"/>
          </ac:spMkLst>
        </pc:spChg>
        <pc:spChg chg="add mod">
          <ac:chgData name="Hasan Jamal" userId="6724a5da2ffd1b8f" providerId="LiveId" clId="{11CB3E86-BE7D-4F66-A2F5-6FBB7427C924}" dt="2024-10-15T04:38:02.270" v="6950" actId="1037"/>
          <ac:spMkLst>
            <pc:docMk/>
            <pc:sldMk cId="2127213877" sldId="779"/>
            <ac:spMk id="104450" creationId="{9965A94C-BC3D-4A28-8EC9-9D5F7E2964D7}"/>
          </ac:spMkLst>
        </pc:spChg>
        <pc:spChg chg="add mod">
          <ac:chgData name="Hasan Jamal" userId="6724a5da2ffd1b8f" providerId="LiveId" clId="{11CB3E86-BE7D-4F66-A2F5-6FBB7427C924}" dt="2024-10-15T04:37:55.568" v="6941" actId="1035"/>
          <ac:spMkLst>
            <pc:docMk/>
            <pc:sldMk cId="2127213877" sldId="779"/>
            <ac:spMk id="106498" creationId="{2E06EF5B-FE80-44B3-BB02-57C4BE650B77}"/>
          </ac:spMkLst>
        </pc:spChg>
      </pc:sldChg>
      <pc:sldChg chg="addSp modSp add mod">
        <pc:chgData name="Hasan Jamal" userId="6724a5da2ffd1b8f" providerId="LiveId" clId="{11CB3E86-BE7D-4F66-A2F5-6FBB7427C924}" dt="2024-10-15T04:39:54.785" v="6966" actId="1076"/>
        <pc:sldMkLst>
          <pc:docMk/>
          <pc:sldMk cId="24471386" sldId="780"/>
        </pc:sldMkLst>
        <pc:spChg chg="mod">
          <ac:chgData name="Hasan Jamal" userId="6724a5da2ffd1b8f" providerId="LiveId" clId="{11CB3E86-BE7D-4F66-A2F5-6FBB7427C924}" dt="2024-10-15T04:39:47.693" v="6964" actId="14100"/>
          <ac:spMkLst>
            <pc:docMk/>
            <pc:sldMk cId="24471386" sldId="780"/>
            <ac:spMk id="12" creationId="{D3251E00-3AFE-26A2-AE37-2898CD0CC78D}"/>
          </ac:spMkLst>
        </pc:spChg>
        <pc:spChg chg="mod">
          <ac:chgData name="Hasan Jamal" userId="6724a5da2ffd1b8f" providerId="LiveId" clId="{11CB3E86-BE7D-4F66-A2F5-6FBB7427C924}" dt="2024-10-15T04:38:42.737" v="6952"/>
          <ac:spMkLst>
            <pc:docMk/>
            <pc:sldMk cId="24471386" sldId="780"/>
            <ac:spMk id="3074" creationId="{E4A359F5-EA2A-E6D2-4B0B-78B2B432FA73}"/>
          </ac:spMkLst>
        </pc:spChg>
        <pc:spChg chg="add mod">
          <ac:chgData name="Hasan Jamal" userId="6724a5da2ffd1b8f" providerId="LiveId" clId="{11CB3E86-BE7D-4F66-A2F5-6FBB7427C924}" dt="2024-10-15T04:39:30.253" v="6960"/>
          <ac:spMkLst>
            <pc:docMk/>
            <pc:sldMk cId="24471386" sldId="780"/>
            <ac:spMk id="76802" creationId="{A98C968A-AF4F-450D-BAED-792FA6118868}"/>
          </ac:spMkLst>
        </pc:spChg>
        <pc:picChg chg="add mod">
          <ac:chgData name="Hasan Jamal" userId="6724a5da2ffd1b8f" providerId="LiveId" clId="{11CB3E86-BE7D-4F66-A2F5-6FBB7427C924}" dt="2024-10-15T04:39:54.785" v="6966" actId="1076"/>
          <ac:picMkLst>
            <pc:docMk/>
            <pc:sldMk cId="24471386" sldId="780"/>
            <ac:picMk id="2" creationId="{DF01EFD5-3757-4F74-AA03-D72BD6418113}"/>
          </ac:picMkLst>
        </pc:picChg>
        <pc:picChg chg="add mod">
          <ac:chgData name="Hasan Jamal" userId="6724a5da2ffd1b8f" providerId="LiveId" clId="{11CB3E86-BE7D-4F66-A2F5-6FBB7427C924}" dt="2024-10-15T04:39:30.253" v="6960"/>
          <ac:picMkLst>
            <pc:docMk/>
            <pc:sldMk cId="24471386" sldId="780"/>
            <ac:picMk id="76803" creationId="{DF01EFD5-3757-4F74-AA03-D72BD6418113}"/>
          </ac:picMkLst>
        </pc:picChg>
      </pc:sldChg>
      <pc:sldChg chg="addSp delSp modSp add mod">
        <pc:chgData name="Hasan Jamal" userId="6724a5da2ffd1b8f" providerId="LiveId" clId="{11CB3E86-BE7D-4F66-A2F5-6FBB7427C924}" dt="2024-10-15T04:41:27.703" v="6987" actId="1036"/>
        <pc:sldMkLst>
          <pc:docMk/>
          <pc:sldMk cId="2308921762" sldId="781"/>
        </pc:sldMkLst>
        <pc:spChg chg="mod">
          <ac:chgData name="Hasan Jamal" userId="6724a5da2ffd1b8f" providerId="LiveId" clId="{11CB3E86-BE7D-4F66-A2F5-6FBB7427C924}" dt="2024-10-15T04:41:16.720" v="6980" actId="14100"/>
          <ac:spMkLst>
            <pc:docMk/>
            <pc:sldMk cId="2308921762" sldId="781"/>
            <ac:spMk id="12" creationId="{94863DE1-44B6-5BAD-1AA7-8F11E5C78164}"/>
          </ac:spMkLst>
        </pc:spChg>
        <pc:picChg chg="del">
          <ac:chgData name="Hasan Jamal" userId="6724a5da2ffd1b8f" providerId="LiveId" clId="{11CB3E86-BE7D-4F66-A2F5-6FBB7427C924}" dt="2024-10-15T04:41:02.369" v="6977" actId="478"/>
          <ac:picMkLst>
            <pc:docMk/>
            <pc:sldMk cId="2308921762" sldId="781"/>
            <ac:picMk id="2" creationId="{47894340-427C-89FA-240A-95FA8828714C}"/>
          </ac:picMkLst>
        </pc:picChg>
        <pc:picChg chg="add mod">
          <ac:chgData name="Hasan Jamal" userId="6724a5da2ffd1b8f" providerId="LiveId" clId="{11CB3E86-BE7D-4F66-A2F5-6FBB7427C924}" dt="2024-10-15T04:41:27.703" v="6987" actId="1036"/>
          <ac:picMkLst>
            <pc:docMk/>
            <pc:sldMk cId="2308921762" sldId="781"/>
            <ac:picMk id="77827" creationId="{CDFC70F4-8A1C-480B-820D-DE1F116FFD4D}"/>
          </ac:picMkLst>
        </pc:picChg>
      </pc:sldChg>
    </pc:docChg>
  </pc:docChgLst>
  <pc:docChgLst>
    <pc:chgData name="Hasan Jamal" userId="6724a5da2ffd1b8f" providerId="LiveId" clId="{0C177C6E-E5F3-4BD7-A9C3-3F2F65AA2CAB}"/>
    <pc:docChg chg="undo redo custSel addSld delSld modSld sldOrd">
      <pc:chgData name="Hasan Jamal" userId="6724a5da2ffd1b8f" providerId="LiveId" clId="{0C177C6E-E5F3-4BD7-A9C3-3F2F65AA2CAB}" dt="2024-11-14T10:50:55.514" v="13390"/>
      <pc:docMkLst>
        <pc:docMk/>
      </pc:docMkLst>
      <pc:sldChg chg="del">
        <pc:chgData name="Hasan Jamal" userId="6724a5da2ffd1b8f" providerId="LiveId" clId="{0C177C6E-E5F3-4BD7-A9C3-3F2F65AA2CAB}" dt="2024-10-21T05:58:44.746" v="7074" actId="47"/>
        <pc:sldMkLst>
          <pc:docMk/>
          <pc:sldMk cId="3038414083" sldId="633"/>
        </pc:sldMkLst>
      </pc:sldChg>
      <pc:sldChg chg="addSp modSp mod">
        <pc:chgData name="Hasan Jamal" userId="6724a5da2ffd1b8f" providerId="LiveId" clId="{0C177C6E-E5F3-4BD7-A9C3-3F2F65AA2CAB}" dt="2024-10-21T12:52:06.091" v="11231" actId="6549"/>
        <pc:sldMkLst>
          <pc:docMk/>
          <pc:sldMk cId="728946806" sldId="665"/>
        </pc:sldMkLst>
        <pc:spChg chg="add mod">
          <ac:chgData name="Hasan Jamal" userId="6724a5da2ffd1b8f" providerId="LiveId" clId="{0C177C6E-E5F3-4BD7-A9C3-3F2F65AA2CAB}" dt="2024-10-21T12:52:06.091" v="11231" actId="6549"/>
          <ac:spMkLst>
            <pc:docMk/>
            <pc:sldMk cId="728946806" sldId="665"/>
            <ac:spMk id="2" creationId="{435D4243-23AB-B0DB-E5F0-53389CB5704C}"/>
          </ac:spMkLst>
        </pc:spChg>
        <pc:spChg chg="mod">
          <ac:chgData name="Hasan Jamal" userId="6724a5da2ffd1b8f" providerId="LiveId" clId="{0C177C6E-E5F3-4BD7-A9C3-3F2F65AA2CAB}" dt="2024-10-21T12:49:14.591" v="11171" actId="255"/>
          <ac:spMkLst>
            <pc:docMk/>
            <pc:sldMk cId="728946806" sldId="665"/>
            <ac:spMk id="12" creationId="{A773B303-CEA4-39FE-8190-A77ECCC638B8}"/>
          </ac:spMkLst>
        </pc:spChg>
        <pc:spChg chg="mod">
          <ac:chgData name="Hasan Jamal" userId="6724a5da2ffd1b8f" providerId="LiveId" clId="{0C177C6E-E5F3-4BD7-A9C3-3F2F65AA2CAB}" dt="2024-10-21T12:44:50.191" v="11055" actId="20577"/>
          <ac:spMkLst>
            <pc:docMk/>
            <pc:sldMk cId="728946806" sldId="665"/>
            <ac:spMk id="3074" creationId="{00000000-0000-0000-0000-000000000000}"/>
          </ac:spMkLst>
        </pc:spChg>
      </pc:sldChg>
      <pc:sldChg chg="del ord">
        <pc:chgData name="Hasan Jamal" userId="6724a5da2ffd1b8f" providerId="LiveId" clId="{0C177C6E-E5F3-4BD7-A9C3-3F2F65AA2CAB}" dt="2024-10-21T13:01:21.410" v="11241" actId="2696"/>
        <pc:sldMkLst>
          <pc:docMk/>
          <pc:sldMk cId="223256564" sldId="679"/>
        </pc:sldMkLst>
      </pc:sldChg>
      <pc:sldChg chg="addSp delSp modSp mod">
        <pc:chgData name="Hasan Jamal" userId="6724a5da2ffd1b8f" providerId="LiveId" clId="{0C177C6E-E5F3-4BD7-A9C3-3F2F65AA2CAB}" dt="2024-10-21T05:44:01.153" v="6846" actId="20577"/>
        <pc:sldMkLst>
          <pc:docMk/>
          <pc:sldMk cId="2875525734" sldId="687"/>
        </pc:sldMkLst>
        <pc:spChg chg="add mod">
          <ac:chgData name="Hasan Jamal" userId="6724a5da2ffd1b8f" providerId="LiveId" clId="{0C177C6E-E5F3-4BD7-A9C3-3F2F65AA2CAB}" dt="2024-10-21T05:44:01.153" v="6846" actId="20577"/>
          <ac:spMkLst>
            <pc:docMk/>
            <pc:sldMk cId="2875525734" sldId="687"/>
            <ac:spMk id="4" creationId="{C69BE06D-A220-AA0B-AC32-235D90D3A7FE}"/>
          </ac:spMkLst>
        </pc:spChg>
        <pc:spChg chg="mod">
          <ac:chgData name="Hasan Jamal" userId="6724a5da2ffd1b8f" providerId="LiveId" clId="{0C177C6E-E5F3-4BD7-A9C3-3F2F65AA2CAB}" dt="2024-10-21T04:47:24.123" v="5367" actId="21"/>
          <ac:spMkLst>
            <pc:docMk/>
            <pc:sldMk cId="2875525734" sldId="687"/>
            <ac:spMk id="12" creationId="{A773B303-CEA4-39FE-8190-A77ECCC638B8}"/>
          </ac:spMkLst>
        </pc:spChg>
        <pc:spChg chg="mod">
          <ac:chgData name="Hasan Jamal" userId="6724a5da2ffd1b8f" providerId="LiveId" clId="{0C177C6E-E5F3-4BD7-A9C3-3F2F65AA2CAB}" dt="2024-10-21T04:50:52.037" v="5416" actId="20577"/>
          <ac:spMkLst>
            <pc:docMk/>
            <pc:sldMk cId="2875525734" sldId="687"/>
            <ac:spMk id="3074" creationId="{00000000-0000-0000-0000-000000000000}"/>
          </ac:spMkLst>
        </pc:spChg>
        <pc:graphicFrameChg chg="del">
          <ac:chgData name="Hasan Jamal" userId="6724a5da2ffd1b8f" providerId="LiveId" clId="{0C177C6E-E5F3-4BD7-A9C3-3F2F65AA2CAB}" dt="2024-10-21T04:49:18.414" v="5402" actId="21"/>
          <ac:graphicFrameMkLst>
            <pc:docMk/>
            <pc:sldMk cId="2875525734" sldId="687"/>
            <ac:graphicFrameMk id="2" creationId="{CE2AFFC6-7616-0313-6E71-348D29B74948}"/>
          </ac:graphicFrameMkLst>
        </pc:graphicFrameChg>
      </pc:sldChg>
      <pc:sldChg chg="modSp mod">
        <pc:chgData name="Hasan Jamal" userId="6724a5da2ffd1b8f" providerId="LiveId" clId="{0C177C6E-E5F3-4BD7-A9C3-3F2F65AA2CAB}" dt="2024-10-21T05:01:07.756" v="5704" actId="6549"/>
        <pc:sldMkLst>
          <pc:docMk/>
          <pc:sldMk cId="1292484748" sldId="688"/>
        </pc:sldMkLst>
        <pc:spChg chg="mod">
          <ac:chgData name="Hasan Jamal" userId="6724a5da2ffd1b8f" providerId="LiveId" clId="{0C177C6E-E5F3-4BD7-A9C3-3F2F65AA2CAB}" dt="2024-10-21T05:01:07.756" v="5704" actId="6549"/>
          <ac:spMkLst>
            <pc:docMk/>
            <pc:sldMk cId="1292484748" sldId="688"/>
            <ac:spMk id="12" creationId="{A773B303-CEA4-39FE-8190-A77ECCC638B8}"/>
          </ac:spMkLst>
        </pc:spChg>
        <pc:spChg chg="mod">
          <ac:chgData name="Hasan Jamal" userId="6724a5da2ffd1b8f" providerId="LiveId" clId="{0C177C6E-E5F3-4BD7-A9C3-3F2F65AA2CAB}" dt="2024-10-21T04:54:39.275" v="5577" actId="20577"/>
          <ac:spMkLst>
            <pc:docMk/>
            <pc:sldMk cId="1292484748" sldId="688"/>
            <ac:spMk id="3074" creationId="{00000000-0000-0000-0000-000000000000}"/>
          </ac:spMkLst>
        </pc:spChg>
      </pc:sldChg>
      <pc:sldChg chg="del">
        <pc:chgData name="Hasan Jamal" userId="6724a5da2ffd1b8f" providerId="LiveId" clId="{0C177C6E-E5F3-4BD7-A9C3-3F2F65AA2CAB}" dt="2024-10-21T13:01:21.410" v="11241" actId="2696"/>
        <pc:sldMkLst>
          <pc:docMk/>
          <pc:sldMk cId="219062299" sldId="690"/>
        </pc:sldMkLst>
      </pc:sldChg>
      <pc:sldChg chg="del">
        <pc:chgData name="Hasan Jamal" userId="6724a5da2ffd1b8f" providerId="LiveId" clId="{0C177C6E-E5F3-4BD7-A9C3-3F2F65AA2CAB}" dt="2024-10-21T13:01:21.410" v="11241" actId="2696"/>
        <pc:sldMkLst>
          <pc:docMk/>
          <pc:sldMk cId="2201822341" sldId="695"/>
        </pc:sldMkLst>
      </pc:sldChg>
      <pc:sldChg chg="modSp modAnim">
        <pc:chgData name="Hasan Jamal" userId="6724a5da2ffd1b8f" providerId="LiveId" clId="{0C177C6E-E5F3-4BD7-A9C3-3F2F65AA2CAB}" dt="2024-10-17T13:20:00.757" v="138" actId="20577"/>
        <pc:sldMkLst>
          <pc:docMk/>
          <pc:sldMk cId="98211189" sldId="723"/>
        </pc:sldMkLst>
        <pc:spChg chg="mod">
          <ac:chgData name="Hasan Jamal" userId="6724a5da2ffd1b8f" providerId="LiveId" clId="{0C177C6E-E5F3-4BD7-A9C3-3F2F65AA2CAB}" dt="2024-10-17T13:20:00.757" v="138" actId="20577"/>
          <ac:spMkLst>
            <pc:docMk/>
            <pc:sldMk cId="98211189" sldId="723"/>
            <ac:spMk id="12" creationId="{A773B303-CEA4-39FE-8190-A77ECCC638B8}"/>
          </ac:spMkLst>
        </pc:spChg>
      </pc:sldChg>
      <pc:sldChg chg="modAnim">
        <pc:chgData name="Hasan Jamal" userId="6724a5da2ffd1b8f" providerId="LiveId" clId="{0C177C6E-E5F3-4BD7-A9C3-3F2F65AA2CAB}" dt="2024-10-22T05:11:52.882" v="12029"/>
        <pc:sldMkLst>
          <pc:docMk/>
          <pc:sldMk cId="1102760886" sldId="726"/>
        </pc:sldMkLst>
      </pc:sldChg>
      <pc:sldChg chg="modSp mod modAnim">
        <pc:chgData name="Hasan Jamal" userId="6724a5da2ffd1b8f" providerId="LiveId" clId="{0C177C6E-E5F3-4BD7-A9C3-3F2F65AA2CAB}" dt="2024-10-22T06:56:47.458" v="12035" actId="6549"/>
        <pc:sldMkLst>
          <pc:docMk/>
          <pc:sldMk cId="3325734656" sldId="729"/>
        </pc:sldMkLst>
        <pc:spChg chg="mod">
          <ac:chgData name="Hasan Jamal" userId="6724a5da2ffd1b8f" providerId="LiveId" clId="{0C177C6E-E5F3-4BD7-A9C3-3F2F65AA2CAB}" dt="2024-10-22T06:56:47.458" v="12035" actId="6549"/>
          <ac:spMkLst>
            <pc:docMk/>
            <pc:sldMk cId="3325734656" sldId="729"/>
            <ac:spMk id="12" creationId="{A773B303-CEA4-39FE-8190-A77ECCC638B8}"/>
          </ac:spMkLst>
        </pc:spChg>
      </pc:sldChg>
      <pc:sldChg chg="del">
        <pc:chgData name="Hasan Jamal" userId="6724a5da2ffd1b8f" providerId="LiveId" clId="{0C177C6E-E5F3-4BD7-A9C3-3F2F65AA2CAB}" dt="2024-10-21T13:01:21.410" v="11241" actId="2696"/>
        <pc:sldMkLst>
          <pc:docMk/>
          <pc:sldMk cId="1650502878" sldId="730"/>
        </pc:sldMkLst>
      </pc:sldChg>
      <pc:sldChg chg="del">
        <pc:chgData name="Hasan Jamal" userId="6724a5da2ffd1b8f" providerId="LiveId" clId="{0C177C6E-E5F3-4BD7-A9C3-3F2F65AA2CAB}" dt="2024-10-21T05:58:40.442" v="7073" actId="47"/>
        <pc:sldMkLst>
          <pc:docMk/>
          <pc:sldMk cId="2766406494" sldId="732"/>
        </pc:sldMkLst>
      </pc:sldChg>
      <pc:sldChg chg="addSp delSp modSp del mod modAnim">
        <pc:chgData name="Hasan Jamal" userId="6724a5da2ffd1b8f" providerId="LiveId" clId="{0C177C6E-E5F3-4BD7-A9C3-3F2F65AA2CAB}" dt="2024-10-22T04:39:29.211" v="11999" actId="47"/>
        <pc:sldMkLst>
          <pc:docMk/>
          <pc:sldMk cId="2200015123" sldId="751"/>
        </pc:sldMkLst>
        <pc:spChg chg="mod">
          <ac:chgData name="Hasan Jamal" userId="6724a5da2ffd1b8f" providerId="LiveId" clId="{0C177C6E-E5F3-4BD7-A9C3-3F2F65AA2CAB}" dt="2024-10-22T04:38:36.874" v="11989" actId="21"/>
          <ac:spMkLst>
            <pc:docMk/>
            <pc:sldMk cId="2200015123" sldId="751"/>
            <ac:spMk id="12" creationId="{A773B303-CEA4-39FE-8190-A77ECCC638B8}"/>
          </ac:spMkLst>
        </pc:spChg>
        <pc:spChg chg="mod">
          <ac:chgData name="Hasan Jamal" userId="6724a5da2ffd1b8f" providerId="LiveId" clId="{0C177C6E-E5F3-4BD7-A9C3-3F2F65AA2CAB}" dt="2024-10-22T04:39:19.786" v="11997" actId="21"/>
          <ac:spMkLst>
            <pc:docMk/>
            <pc:sldMk cId="2200015123" sldId="751"/>
            <ac:spMk id="3074" creationId="{00000000-0000-0000-0000-000000000000}"/>
          </ac:spMkLst>
        </pc:spChg>
        <pc:picChg chg="add del mod">
          <ac:chgData name="Hasan Jamal" userId="6724a5da2ffd1b8f" providerId="LiveId" clId="{0C177C6E-E5F3-4BD7-A9C3-3F2F65AA2CAB}" dt="2024-10-22T04:38:52.817" v="11992" actId="21"/>
          <ac:picMkLst>
            <pc:docMk/>
            <pc:sldMk cId="2200015123" sldId="751"/>
            <ac:picMk id="6" creationId="{76521A0C-7DF5-886F-0A19-27F7E49AE47E}"/>
          </ac:picMkLst>
        </pc:picChg>
      </pc:sldChg>
      <pc:sldChg chg="modSp ord modAnim">
        <pc:chgData name="Hasan Jamal" userId="6724a5da2ffd1b8f" providerId="LiveId" clId="{0C177C6E-E5F3-4BD7-A9C3-3F2F65AA2CAB}" dt="2024-11-14T10:50:55.514" v="13390"/>
        <pc:sldMkLst>
          <pc:docMk/>
          <pc:sldMk cId="612253287" sldId="782"/>
        </pc:sldMkLst>
        <pc:spChg chg="mod">
          <ac:chgData name="Hasan Jamal" userId="6724a5da2ffd1b8f" providerId="LiveId" clId="{0C177C6E-E5F3-4BD7-A9C3-3F2F65AA2CAB}" dt="2024-10-21T12:54:10.983" v="11232" actId="33524"/>
          <ac:spMkLst>
            <pc:docMk/>
            <pc:sldMk cId="612253287" sldId="782"/>
            <ac:spMk id="12" creationId="{40340007-372F-C7D4-3056-56D5EBF0DE43}"/>
          </ac:spMkLst>
        </pc:spChg>
      </pc:sldChg>
      <pc:sldChg chg="delSp modSp del mod">
        <pc:chgData name="Hasan Jamal" userId="6724a5da2ffd1b8f" providerId="LiveId" clId="{0C177C6E-E5F3-4BD7-A9C3-3F2F65AA2CAB}" dt="2024-10-20T14:48:12.273" v="907" actId="47"/>
        <pc:sldMkLst>
          <pc:docMk/>
          <pc:sldMk cId="4152514301" sldId="786"/>
        </pc:sldMkLst>
        <pc:spChg chg="mod">
          <ac:chgData name="Hasan Jamal" userId="6724a5da2ffd1b8f" providerId="LiveId" clId="{0C177C6E-E5F3-4BD7-A9C3-3F2F65AA2CAB}" dt="2024-10-20T14:45:15.904" v="873" actId="21"/>
          <ac:spMkLst>
            <pc:docMk/>
            <pc:sldMk cId="4152514301" sldId="786"/>
            <ac:spMk id="12" creationId="{CAE9669F-A601-53A3-AB75-73C397A31EF9}"/>
          </ac:spMkLst>
        </pc:spChg>
        <pc:graphicFrameChg chg="del">
          <ac:chgData name="Hasan Jamal" userId="6724a5da2ffd1b8f" providerId="LiveId" clId="{0C177C6E-E5F3-4BD7-A9C3-3F2F65AA2CAB}" dt="2024-10-20T14:45:12.420" v="872" actId="478"/>
          <ac:graphicFrameMkLst>
            <pc:docMk/>
            <pc:sldMk cId="4152514301" sldId="786"/>
            <ac:graphicFrameMk id="2" creationId="{03F43AB8-8297-453A-04F9-2A56A6322FAE}"/>
          </ac:graphicFrameMkLst>
        </pc:graphicFrameChg>
      </pc:sldChg>
      <pc:sldChg chg="delSp modSp mod">
        <pc:chgData name="Hasan Jamal" userId="6724a5da2ffd1b8f" providerId="LiveId" clId="{0C177C6E-E5F3-4BD7-A9C3-3F2F65AA2CAB}" dt="2024-10-21T05:45:01.607" v="6859" actId="20577"/>
        <pc:sldMkLst>
          <pc:docMk/>
          <pc:sldMk cId="3638753230" sldId="787"/>
        </pc:sldMkLst>
        <pc:spChg chg="mod">
          <ac:chgData name="Hasan Jamal" userId="6724a5da2ffd1b8f" providerId="LiveId" clId="{0C177C6E-E5F3-4BD7-A9C3-3F2F65AA2CAB}" dt="2024-10-21T05:45:01.607" v="6859" actId="20577"/>
          <ac:spMkLst>
            <pc:docMk/>
            <pc:sldMk cId="3638753230" sldId="787"/>
            <ac:spMk id="12" creationId="{B7CAE453-E4EB-BAA8-087A-AFB19AE4B98C}"/>
          </ac:spMkLst>
        </pc:spChg>
        <pc:spChg chg="mod">
          <ac:chgData name="Hasan Jamal" userId="6724a5da2ffd1b8f" providerId="LiveId" clId="{0C177C6E-E5F3-4BD7-A9C3-3F2F65AA2CAB}" dt="2024-10-21T05:23:56.290" v="6207" actId="20577"/>
          <ac:spMkLst>
            <pc:docMk/>
            <pc:sldMk cId="3638753230" sldId="787"/>
            <ac:spMk id="3074" creationId="{F453EDA6-2CB9-4130-4661-1DC9DECFE661}"/>
          </ac:spMkLst>
        </pc:spChg>
        <pc:graphicFrameChg chg="del">
          <ac:chgData name="Hasan Jamal" userId="6724a5da2ffd1b8f" providerId="LiveId" clId="{0C177C6E-E5F3-4BD7-A9C3-3F2F65AA2CAB}" dt="2024-10-21T05:25:00.693" v="6209" actId="478"/>
          <ac:graphicFrameMkLst>
            <pc:docMk/>
            <pc:sldMk cId="3638753230" sldId="787"/>
            <ac:graphicFrameMk id="2" creationId="{D3CABE39-EAB7-744C-A204-62C9BE5EA105}"/>
          </ac:graphicFrameMkLst>
        </pc:graphicFrameChg>
      </pc:sldChg>
      <pc:sldChg chg="modSp del mod">
        <pc:chgData name="Hasan Jamal" userId="6724a5da2ffd1b8f" providerId="LiveId" clId="{0C177C6E-E5F3-4BD7-A9C3-3F2F65AA2CAB}" dt="2024-10-21T05:52:22.837" v="6971" actId="47"/>
        <pc:sldMkLst>
          <pc:docMk/>
          <pc:sldMk cId="4204198911" sldId="788"/>
        </pc:sldMkLst>
        <pc:spChg chg="mod">
          <ac:chgData name="Hasan Jamal" userId="6724a5da2ffd1b8f" providerId="LiveId" clId="{0C177C6E-E5F3-4BD7-A9C3-3F2F65AA2CAB}" dt="2024-10-21T05:52:01.401" v="6963" actId="21"/>
          <ac:spMkLst>
            <pc:docMk/>
            <pc:sldMk cId="4204198911" sldId="788"/>
            <ac:spMk id="12" creationId="{947600FA-ACC1-14D5-8850-781C92F32AFE}"/>
          </ac:spMkLst>
        </pc:spChg>
      </pc:sldChg>
      <pc:sldChg chg="modSp mod modAnim">
        <pc:chgData name="Hasan Jamal" userId="6724a5da2ffd1b8f" providerId="LiveId" clId="{0C177C6E-E5F3-4BD7-A9C3-3F2F65AA2CAB}" dt="2024-10-25T17:52:41.449" v="13387" actId="20577"/>
        <pc:sldMkLst>
          <pc:docMk/>
          <pc:sldMk cId="953277210" sldId="789"/>
        </pc:sldMkLst>
        <pc:spChg chg="mod">
          <ac:chgData name="Hasan Jamal" userId="6724a5da2ffd1b8f" providerId="LiveId" clId="{0C177C6E-E5F3-4BD7-A9C3-3F2F65AA2CAB}" dt="2024-10-25T17:52:41.449" v="13387" actId="20577"/>
          <ac:spMkLst>
            <pc:docMk/>
            <pc:sldMk cId="953277210" sldId="789"/>
            <ac:spMk id="6" creationId="{00000000-0000-0000-0000-000000000000}"/>
          </ac:spMkLst>
        </pc:spChg>
        <pc:spChg chg="mod">
          <ac:chgData name="Hasan Jamal" userId="6724a5da2ffd1b8f" providerId="LiveId" clId="{0C177C6E-E5F3-4BD7-A9C3-3F2F65AA2CAB}" dt="2024-10-21T05:56:26.625" v="7061" actId="1076"/>
          <ac:spMkLst>
            <pc:docMk/>
            <pc:sldMk cId="953277210" sldId="789"/>
            <ac:spMk id="8" creationId="{00000000-0000-0000-0000-000000000000}"/>
          </ac:spMkLst>
        </pc:spChg>
        <pc:spChg chg="mod">
          <ac:chgData name="Hasan Jamal" userId="6724a5da2ffd1b8f" providerId="LiveId" clId="{0C177C6E-E5F3-4BD7-A9C3-3F2F65AA2CAB}" dt="2024-10-21T05:56:20.009" v="7060" actId="255"/>
          <ac:spMkLst>
            <pc:docMk/>
            <pc:sldMk cId="953277210" sldId="789"/>
            <ac:spMk id="12" creationId="{4F44D2A7-DEEA-1DD8-70E0-DF45EF8E19D6}"/>
          </ac:spMkLst>
        </pc:spChg>
        <pc:spChg chg="mod">
          <ac:chgData name="Hasan Jamal" userId="6724a5da2ffd1b8f" providerId="LiveId" clId="{0C177C6E-E5F3-4BD7-A9C3-3F2F65AA2CAB}" dt="2024-10-21T05:52:39.833" v="6984" actId="20577"/>
          <ac:spMkLst>
            <pc:docMk/>
            <pc:sldMk cId="953277210" sldId="789"/>
            <ac:spMk id="3074" creationId="{3D54CF2C-632C-D02B-54ED-018AD56595ED}"/>
          </ac:spMkLst>
        </pc:spChg>
        <pc:grpChg chg="mod">
          <ac:chgData name="Hasan Jamal" userId="6724a5da2ffd1b8f" providerId="LiveId" clId="{0C177C6E-E5F3-4BD7-A9C3-3F2F65AA2CAB}" dt="2024-10-21T05:56:26.625" v="7061" actId="1076"/>
          <ac:grpSpMkLst>
            <pc:docMk/>
            <pc:sldMk cId="953277210" sldId="789"/>
            <ac:grpSpMk id="9" creationId="{00000000-0000-0000-0000-000000000000}"/>
          </ac:grpSpMkLst>
        </pc:grpChg>
      </pc:sldChg>
      <pc:sldChg chg="modSp mod">
        <pc:chgData name="Hasan Jamal" userId="6724a5da2ffd1b8f" providerId="LiveId" clId="{0C177C6E-E5F3-4BD7-A9C3-3F2F65AA2CAB}" dt="2024-10-21T05:57:14.322" v="7072" actId="20577"/>
        <pc:sldMkLst>
          <pc:docMk/>
          <pc:sldMk cId="2783443465" sldId="790"/>
        </pc:sldMkLst>
        <pc:spChg chg="mod">
          <ac:chgData name="Hasan Jamal" userId="6724a5da2ffd1b8f" providerId="LiveId" clId="{0C177C6E-E5F3-4BD7-A9C3-3F2F65AA2CAB}" dt="2024-10-21T05:57:14.322" v="7072" actId="20577"/>
          <ac:spMkLst>
            <pc:docMk/>
            <pc:sldMk cId="2783443465" sldId="790"/>
            <ac:spMk id="3074" creationId="{11B9D5DB-18B2-EE4F-D41B-218F0A55A263}"/>
          </ac:spMkLst>
        </pc:spChg>
      </pc:sldChg>
      <pc:sldChg chg="del ord">
        <pc:chgData name="Hasan Jamal" userId="6724a5da2ffd1b8f" providerId="LiveId" clId="{0C177C6E-E5F3-4BD7-A9C3-3F2F65AA2CAB}" dt="2024-10-21T13:01:21.410" v="11241" actId="2696"/>
        <pc:sldMkLst>
          <pc:docMk/>
          <pc:sldMk cId="467896520" sldId="793"/>
        </pc:sldMkLst>
      </pc:sldChg>
      <pc:sldChg chg="del">
        <pc:chgData name="Hasan Jamal" userId="6724a5da2ffd1b8f" providerId="LiveId" clId="{0C177C6E-E5F3-4BD7-A9C3-3F2F65AA2CAB}" dt="2024-10-22T04:55:36.266" v="12006" actId="47"/>
        <pc:sldMkLst>
          <pc:docMk/>
          <pc:sldMk cId="1492874776" sldId="794"/>
        </pc:sldMkLst>
      </pc:sldChg>
      <pc:sldChg chg="modSp mod">
        <pc:chgData name="Hasan Jamal" userId="6724a5da2ffd1b8f" providerId="LiveId" clId="{0C177C6E-E5F3-4BD7-A9C3-3F2F65AA2CAB}" dt="2024-10-22T04:29:39.053" v="11916" actId="27636"/>
        <pc:sldMkLst>
          <pc:docMk/>
          <pc:sldMk cId="651830277" sldId="796"/>
        </pc:sldMkLst>
        <pc:spChg chg="mod">
          <ac:chgData name="Hasan Jamal" userId="6724a5da2ffd1b8f" providerId="LiveId" clId="{0C177C6E-E5F3-4BD7-A9C3-3F2F65AA2CAB}" dt="2024-10-22T04:29:39.053" v="11916" actId="27636"/>
          <ac:spMkLst>
            <pc:docMk/>
            <pc:sldMk cId="651830277" sldId="796"/>
            <ac:spMk id="12" creationId="{3CFA7423-F578-3CE0-EE80-20A3FAEE6484}"/>
          </ac:spMkLst>
        </pc:spChg>
        <pc:spChg chg="mod">
          <ac:chgData name="Hasan Jamal" userId="6724a5da2ffd1b8f" providerId="LiveId" clId="{0C177C6E-E5F3-4BD7-A9C3-3F2F65AA2CAB}" dt="2024-10-22T04:22:17.024" v="11564" actId="20577"/>
          <ac:spMkLst>
            <pc:docMk/>
            <pc:sldMk cId="651830277" sldId="796"/>
            <ac:spMk id="3074" creationId="{1E80AB78-DF4F-CE1E-15FB-C4133CBB2E5E}"/>
          </ac:spMkLst>
        </pc:spChg>
      </pc:sldChg>
      <pc:sldChg chg="modAnim">
        <pc:chgData name="Hasan Jamal" userId="6724a5da2ffd1b8f" providerId="LiveId" clId="{0C177C6E-E5F3-4BD7-A9C3-3F2F65AA2CAB}" dt="2024-10-22T04:59:13.501" v="12009"/>
        <pc:sldMkLst>
          <pc:docMk/>
          <pc:sldMk cId="694793788" sldId="798"/>
        </pc:sldMkLst>
      </pc:sldChg>
      <pc:sldChg chg="modAnim">
        <pc:chgData name="Hasan Jamal" userId="6724a5da2ffd1b8f" providerId="LiveId" clId="{0C177C6E-E5F3-4BD7-A9C3-3F2F65AA2CAB}" dt="2024-10-22T05:03:50.828" v="12012"/>
        <pc:sldMkLst>
          <pc:docMk/>
          <pc:sldMk cId="2321442274" sldId="802"/>
        </pc:sldMkLst>
      </pc:sldChg>
      <pc:sldChg chg="modSp mod">
        <pc:chgData name="Hasan Jamal" userId="6724a5da2ffd1b8f" providerId="LiveId" clId="{0C177C6E-E5F3-4BD7-A9C3-3F2F65AA2CAB}" dt="2024-10-22T05:04:50.758" v="12025" actId="1038"/>
        <pc:sldMkLst>
          <pc:docMk/>
          <pc:sldMk cId="525096735" sldId="803"/>
        </pc:sldMkLst>
        <pc:spChg chg="mod">
          <ac:chgData name="Hasan Jamal" userId="6724a5da2ffd1b8f" providerId="LiveId" clId="{0C177C6E-E5F3-4BD7-A9C3-3F2F65AA2CAB}" dt="2024-10-22T05:04:42.398" v="12016" actId="14100"/>
          <ac:spMkLst>
            <pc:docMk/>
            <pc:sldMk cId="525096735" sldId="803"/>
            <ac:spMk id="12" creationId="{814FE0E4-5D96-EA17-3D0B-DB9601BAA923}"/>
          </ac:spMkLst>
        </pc:spChg>
        <pc:picChg chg="mod">
          <ac:chgData name="Hasan Jamal" userId="6724a5da2ffd1b8f" providerId="LiveId" clId="{0C177C6E-E5F3-4BD7-A9C3-3F2F65AA2CAB}" dt="2024-10-22T05:04:50.758" v="12025" actId="1038"/>
          <ac:picMkLst>
            <pc:docMk/>
            <pc:sldMk cId="525096735" sldId="803"/>
            <ac:picMk id="4" creationId="{044BF991-5CA4-9C32-6464-AEE824E72D0D}"/>
          </ac:picMkLst>
        </pc:picChg>
      </pc:sldChg>
      <pc:sldChg chg="addSp delSp modSp mod modAnim">
        <pc:chgData name="Hasan Jamal" userId="6724a5da2ffd1b8f" providerId="LiveId" clId="{0C177C6E-E5F3-4BD7-A9C3-3F2F65AA2CAB}" dt="2024-10-20T18:05:43.487" v="4982"/>
        <pc:sldMkLst>
          <pc:docMk/>
          <pc:sldMk cId="3124739223" sldId="804"/>
        </pc:sldMkLst>
        <pc:spChg chg="mod">
          <ac:chgData name="Hasan Jamal" userId="6724a5da2ffd1b8f" providerId="LiveId" clId="{0C177C6E-E5F3-4BD7-A9C3-3F2F65AA2CAB}" dt="2024-10-20T18:03:57.357" v="4968" actId="1036"/>
          <ac:spMkLst>
            <pc:docMk/>
            <pc:sldMk cId="3124739223" sldId="804"/>
            <ac:spMk id="5" creationId="{00000000-0000-0000-0000-000000000000}"/>
          </ac:spMkLst>
        </pc:spChg>
        <pc:spChg chg="mod">
          <ac:chgData name="Hasan Jamal" userId="6724a5da2ffd1b8f" providerId="LiveId" clId="{0C177C6E-E5F3-4BD7-A9C3-3F2F65AA2CAB}" dt="2024-10-20T18:03:57.357" v="4968" actId="1036"/>
          <ac:spMkLst>
            <pc:docMk/>
            <pc:sldMk cId="3124739223" sldId="804"/>
            <ac:spMk id="7" creationId="{00000000-0000-0000-0000-000000000000}"/>
          </ac:spMkLst>
        </pc:spChg>
        <pc:spChg chg="mod topLvl">
          <ac:chgData name="Hasan Jamal" userId="6724a5da2ffd1b8f" providerId="LiveId" clId="{0C177C6E-E5F3-4BD7-A9C3-3F2F65AA2CAB}" dt="2024-10-20T18:05:10.302" v="4979" actId="164"/>
          <ac:spMkLst>
            <pc:docMk/>
            <pc:sldMk cId="3124739223" sldId="804"/>
            <ac:spMk id="8" creationId="{00000000-0000-0000-0000-000000000000}"/>
          </ac:spMkLst>
        </pc:spChg>
        <pc:spChg chg="mod topLvl">
          <ac:chgData name="Hasan Jamal" userId="6724a5da2ffd1b8f" providerId="LiveId" clId="{0C177C6E-E5F3-4BD7-A9C3-3F2F65AA2CAB}" dt="2024-10-20T18:05:10.302" v="4979" actId="164"/>
          <ac:spMkLst>
            <pc:docMk/>
            <pc:sldMk cId="3124739223" sldId="804"/>
            <ac:spMk id="9" creationId="{00000000-0000-0000-0000-000000000000}"/>
          </ac:spMkLst>
        </pc:spChg>
        <pc:spChg chg="mod topLvl">
          <ac:chgData name="Hasan Jamal" userId="6724a5da2ffd1b8f" providerId="LiveId" clId="{0C177C6E-E5F3-4BD7-A9C3-3F2F65AA2CAB}" dt="2024-10-20T18:05:10.302" v="4979" actId="164"/>
          <ac:spMkLst>
            <pc:docMk/>
            <pc:sldMk cId="3124739223" sldId="804"/>
            <ac:spMk id="10" creationId="{00000000-0000-0000-0000-000000000000}"/>
          </ac:spMkLst>
        </pc:spChg>
        <pc:spChg chg="mod">
          <ac:chgData name="Hasan Jamal" userId="6724a5da2ffd1b8f" providerId="LiveId" clId="{0C177C6E-E5F3-4BD7-A9C3-3F2F65AA2CAB}" dt="2024-10-17T12:41:46.384" v="1" actId="20577"/>
          <ac:spMkLst>
            <pc:docMk/>
            <pc:sldMk cId="3124739223" sldId="804"/>
            <ac:spMk id="12" creationId="{54301DFC-F6A3-ED8A-6FC2-67D93A8EB176}"/>
          </ac:spMkLst>
        </pc:spChg>
        <pc:grpChg chg="del mod">
          <ac:chgData name="Hasan Jamal" userId="6724a5da2ffd1b8f" providerId="LiveId" clId="{0C177C6E-E5F3-4BD7-A9C3-3F2F65AA2CAB}" dt="2024-10-20T18:04:06.118" v="4971" actId="165"/>
          <ac:grpSpMkLst>
            <pc:docMk/>
            <pc:sldMk cId="3124739223" sldId="804"/>
            <ac:grpSpMk id="2" creationId="{F0542D21-248E-3AC9-3E86-4E09817E8078}"/>
          </ac:grpSpMkLst>
        </pc:grpChg>
        <pc:grpChg chg="add mod">
          <ac:chgData name="Hasan Jamal" userId="6724a5da2ffd1b8f" providerId="LiveId" clId="{0C177C6E-E5F3-4BD7-A9C3-3F2F65AA2CAB}" dt="2024-10-20T18:05:10.302" v="4979" actId="164"/>
          <ac:grpSpMkLst>
            <pc:docMk/>
            <pc:sldMk cId="3124739223" sldId="804"/>
            <ac:grpSpMk id="4" creationId="{B0599170-9C3F-90BA-E37E-D970163DBBA7}"/>
          </ac:grpSpMkLst>
        </pc:grpChg>
      </pc:sldChg>
      <pc:sldChg chg="delSp modSp del mod">
        <pc:chgData name="Hasan Jamal" userId="6724a5da2ffd1b8f" providerId="LiveId" clId="{0C177C6E-E5F3-4BD7-A9C3-3F2F65AA2CAB}" dt="2024-10-17T13:23:19.931" v="181" actId="47"/>
        <pc:sldMkLst>
          <pc:docMk/>
          <pc:sldMk cId="221630755" sldId="805"/>
        </pc:sldMkLst>
        <pc:picChg chg="del mod">
          <ac:chgData name="Hasan Jamal" userId="6724a5da2ffd1b8f" providerId="LiveId" clId="{0C177C6E-E5F3-4BD7-A9C3-3F2F65AA2CAB}" dt="2024-10-17T13:22:37.441" v="162" actId="21"/>
          <ac:picMkLst>
            <pc:docMk/>
            <pc:sldMk cId="221630755" sldId="805"/>
            <ac:picMk id="6" creationId="{76521A0C-7DF5-886F-0A19-27F7E49AE47E}"/>
          </ac:picMkLst>
        </pc:picChg>
      </pc:sldChg>
      <pc:sldChg chg="delSp modSp mod delAnim modAnim">
        <pc:chgData name="Hasan Jamal" userId="6724a5da2ffd1b8f" providerId="LiveId" clId="{0C177C6E-E5F3-4BD7-A9C3-3F2F65AA2CAB}" dt="2024-10-22T06:04:44.661" v="12034" actId="20577"/>
        <pc:sldMkLst>
          <pc:docMk/>
          <pc:sldMk cId="2434505501" sldId="806"/>
        </pc:sldMkLst>
        <pc:spChg chg="mod">
          <ac:chgData name="Hasan Jamal" userId="6724a5da2ffd1b8f" providerId="LiveId" clId="{0C177C6E-E5F3-4BD7-A9C3-3F2F65AA2CAB}" dt="2024-10-17T13:15:18.652" v="16" actId="20577"/>
          <ac:spMkLst>
            <pc:docMk/>
            <pc:sldMk cId="2434505501" sldId="806"/>
            <ac:spMk id="2" creationId="{5579411A-8BFE-BBFE-6EFD-0F011654C1B0}"/>
          </ac:spMkLst>
        </pc:spChg>
        <pc:spChg chg="mod">
          <ac:chgData name="Hasan Jamal" userId="6724a5da2ffd1b8f" providerId="LiveId" clId="{0C177C6E-E5F3-4BD7-A9C3-3F2F65AA2CAB}" dt="2024-10-17T13:15:22.229" v="17" actId="20577"/>
          <ac:spMkLst>
            <pc:docMk/>
            <pc:sldMk cId="2434505501" sldId="806"/>
            <ac:spMk id="4" creationId="{55D8DB12-D63C-DAFC-586A-6B9AF60A1B6F}"/>
          </ac:spMkLst>
        </pc:spChg>
        <pc:spChg chg="mod">
          <ac:chgData name="Hasan Jamal" userId="6724a5da2ffd1b8f" providerId="LiveId" clId="{0C177C6E-E5F3-4BD7-A9C3-3F2F65AA2CAB}" dt="2024-10-17T13:15:09.390" v="11" actId="20577"/>
          <ac:spMkLst>
            <pc:docMk/>
            <pc:sldMk cId="2434505501" sldId="806"/>
            <ac:spMk id="5" creationId="{58D7E82D-BFEE-ECBF-D3D2-81658C2022D4}"/>
          </ac:spMkLst>
        </pc:spChg>
        <pc:spChg chg="mod">
          <ac:chgData name="Hasan Jamal" userId="6724a5da2ffd1b8f" providerId="LiveId" clId="{0C177C6E-E5F3-4BD7-A9C3-3F2F65AA2CAB}" dt="2024-10-17T13:15:02.891" v="9" actId="20577"/>
          <ac:spMkLst>
            <pc:docMk/>
            <pc:sldMk cId="2434505501" sldId="806"/>
            <ac:spMk id="6" creationId="{226EA5A8-0459-8159-51C9-7FFE1CCFA233}"/>
          </ac:spMkLst>
        </pc:spChg>
        <pc:spChg chg="mod">
          <ac:chgData name="Hasan Jamal" userId="6724a5da2ffd1b8f" providerId="LiveId" clId="{0C177C6E-E5F3-4BD7-A9C3-3F2F65AA2CAB}" dt="2024-10-17T13:15:06.187" v="10" actId="20577"/>
          <ac:spMkLst>
            <pc:docMk/>
            <pc:sldMk cId="2434505501" sldId="806"/>
            <ac:spMk id="7" creationId="{7A5B66F5-E78A-276E-E3C8-66401F3C90ED}"/>
          </ac:spMkLst>
        </pc:spChg>
        <pc:spChg chg="mod">
          <ac:chgData name="Hasan Jamal" userId="6724a5da2ffd1b8f" providerId="LiveId" clId="{0C177C6E-E5F3-4BD7-A9C3-3F2F65AA2CAB}" dt="2024-10-22T06:04:44.661" v="12034" actId="20577"/>
          <ac:spMkLst>
            <pc:docMk/>
            <pc:sldMk cId="2434505501" sldId="806"/>
            <ac:spMk id="12" creationId="{28F7E2F0-50DD-93F0-99AC-658E8CB73B35}"/>
          </ac:spMkLst>
        </pc:spChg>
        <pc:picChg chg="del mod">
          <ac:chgData name="Hasan Jamal" userId="6724a5da2ffd1b8f" providerId="LiveId" clId="{0C177C6E-E5F3-4BD7-A9C3-3F2F65AA2CAB}" dt="2024-10-17T13:14:51.975" v="6" actId="478"/>
          <ac:picMkLst>
            <pc:docMk/>
            <pc:sldMk cId="2434505501" sldId="806"/>
            <ac:picMk id="9" creationId="{65599177-1694-7690-87AF-B7AC9050E57E}"/>
          </ac:picMkLst>
        </pc:picChg>
        <pc:picChg chg="del">
          <ac:chgData name="Hasan Jamal" userId="6724a5da2ffd1b8f" providerId="LiveId" clId="{0C177C6E-E5F3-4BD7-A9C3-3F2F65AA2CAB}" dt="2024-10-17T13:14:51.975" v="6" actId="478"/>
          <ac:picMkLst>
            <pc:docMk/>
            <pc:sldMk cId="2434505501" sldId="806"/>
            <ac:picMk id="11" creationId="{71690B18-461A-027F-210F-17AD79A41B6A}"/>
          </ac:picMkLst>
        </pc:picChg>
      </pc:sldChg>
      <pc:sldChg chg="del">
        <pc:chgData name="Hasan Jamal" userId="6724a5da2ffd1b8f" providerId="LiveId" clId="{0C177C6E-E5F3-4BD7-A9C3-3F2F65AA2CAB}" dt="2024-10-17T13:20:09.047" v="139" actId="47"/>
        <pc:sldMkLst>
          <pc:docMk/>
          <pc:sldMk cId="1333554890" sldId="807"/>
        </pc:sldMkLst>
      </pc:sldChg>
      <pc:sldChg chg="modSp mod">
        <pc:chgData name="Hasan Jamal" userId="6724a5da2ffd1b8f" providerId="LiveId" clId="{0C177C6E-E5F3-4BD7-A9C3-3F2F65AA2CAB}" dt="2024-10-17T13:24:33.881" v="207"/>
        <pc:sldMkLst>
          <pc:docMk/>
          <pc:sldMk cId="3520491377" sldId="808"/>
        </pc:sldMkLst>
        <pc:spChg chg="mod">
          <ac:chgData name="Hasan Jamal" userId="6724a5da2ffd1b8f" providerId="LiveId" clId="{0C177C6E-E5F3-4BD7-A9C3-3F2F65AA2CAB}" dt="2024-10-17T12:43:10.679" v="4" actId="20577"/>
          <ac:spMkLst>
            <pc:docMk/>
            <pc:sldMk cId="3520491377" sldId="808"/>
            <ac:spMk id="6" creationId="{9900D349-5660-9D0A-B6A4-490334E726CC}"/>
          </ac:spMkLst>
        </pc:spChg>
        <pc:spChg chg="mod">
          <ac:chgData name="Hasan Jamal" userId="6724a5da2ffd1b8f" providerId="LiveId" clId="{0C177C6E-E5F3-4BD7-A9C3-3F2F65AA2CAB}" dt="2024-10-17T13:24:33.881" v="207"/>
          <ac:spMkLst>
            <pc:docMk/>
            <pc:sldMk cId="3520491377" sldId="808"/>
            <ac:spMk id="12" creationId="{499226E8-2D4B-9DF3-A5F3-FC1D530980FD}"/>
          </ac:spMkLst>
        </pc:spChg>
      </pc:sldChg>
      <pc:sldChg chg="modSp add mod">
        <pc:chgData name="Hasan Jamal" userId="6724a5da2ffd1b8f" providerId="LiveId" clId="{0C177C6E-E5F3-4BD7-A9C3-3F2F65AA2CAB}" dt="2024-10-20T14:36:15.503" v="749" actId="6549"/>
        <pc:sldMkLst>
          <pc:docMk/>
          <pc:sldMk cId="3031527186" sldId="809"/>
        </pc:sldMkLst>
        <pc:spChg chg="mod">
          <ac:chgData name="Hasan Jamal" userId="6724a5da2ffd1b8f" providerId="LiveId" clId="{0C177C6E-E5F3-4BD7-A9C3-3F2F65AA2CAB}" dt="2024-10-20T14:36:15.503" v="749" actId="6549"/>
          <ac:spMkLst>
            <pc:docMk/>
            <pc:sldMk cId="3031527186" sldId="809"/>
            <ac:spMk id="12" creationId="{FD027DCF-1F18-79C7-E904-B6B9B4F6432D}"/>
          </ac:spMkLst>
        </pc:spChg>
      </pc:sldChg>
      <pc:sldChg chg="delSp modSp add mod ord modAnim">
        <pc:chgData name="Hasan Jamal" userId="6724a5da2ffd1b8f" providerId="LiveId" clId="{0C177C6E-E5F3-4BD7-A9C3-3F2F65AA2CAB}" dt="2024-10-25T17:44:15.262" v="13385" actId="14734"/>
        <pc:sldMkLst>
          <pc:docMk/>
          <pc:sldMk cId="3512164281" sldId="810"/>
        </pc:sldMkLst>
        <pc:spChg chg="mod">
          <ac:chgData name="Hasan Jamal" userId="6724a5da2ffd1b8f" providerId="LiveId" clId="{0C177C6E-E5F3-4BD7-A9C3-3F2F65AA2CAB}" dt="2024-10-22T06:59:22.823" v="12068" actId="113"/>
          <ac:spMkLst>
            <pc:docMk/>
            <pc:sldMk cId="3512164281" sldId="810"/>
            <ac:spMk id="12" creationId="{502BF15C-1DCC-F704-61D6-46E15878BFEB}"/>
          </ac:spMkLst>
        </pc:spChg>
        <pc:spChg chg="mod">
          <ac:chgData name="Hasan Jamal" userId="6724a5da2ffd1b8f" providerId="LiveId" clId="{0C177C6E-E5F3-4BD7-A9C3-3F2F65AA2CAB}" dt="2024-10-20T14:37:26.558" v="751" actId="20577"/>
          <ac:spMkLst>
            <pc:docMk/>
            <pc:sldMk cId="3512164281" sldId="810"/>
            <ac:spMk id="3074" creationId="{9076245F-BF14-E2FC-E7C4-51187707B72C}"/>
          </ac:spMkLst>
        </pc:spChg>
        <pc:grpChg chg="del">
          <ac:chgData name="Hasan Jamal" userId="6724a5da2ffd1b8f" providerId="LiveId" clId="{0C177C6E-E5F3-4BD7-A9C3-3F2F65AA2CAB}" dt="2024-10-20T14:37:41.490" v="754" actId="478"/>
          <ac:grpSpMkLst>
            <pc:docMk/>
            <pc:sldMk cId="3512164281" sldId="810"/>
            <ac:grpSpMk id="4" creationId="{FAAE9B8B-832E-8159-CE45-61BD30B79FF8}"/>
          </ac:grpSpMkLst>
        </pc:grpChg>
        <pc:graphicFrameChg chg="mod modGraphic">
          <ac:chgData name="Hasan Jamal" userId="6724a5da2ffd1b8f" providerId="LiveId" clId="{0C177C6E-E5F3-4BD7-A9C3-3F2F65AA2CAB}" dt="2024-10-25T17:44:15.262" v="13385" actId="14734"/>
          <ac:graphicFrameMkLst>
            <pc:docMk/>
            <pc:sldMk cId="3512164281" sldId="810"/>
            <ac:graphicFrameMk id="2" creationId="{5046A3D8-ABB6-3B38-2858-36A3DF8D4310}"/>
          </ac:graphicFrameMkLst>
        </pc:graphicFrameChg>
      </pc:sldChg>
      <pc:sldChg chg="addSp delSp modSp add mod modAnim">
        <pc:chgData name="Hasan Jamal" userId="6724a5da2ffd1b8f" providerId="LiveId" clId="{0C177C6E-E5F3-4BD7-A9C3-3F2F65AA2CAB}" dt="2024-10-20T15:05:24.316" v="1424" actId="1035"/>
        <pc:sldMkLst>
          <pc:docMk/>
          <pc:sldMk cId="1402703582" sldId="811"/>
        </pc:sldMkLst>
        <pc:spChg chg="mod">
          <ac:chgData name="Hasan Jamal" userId="6724a5da2ffd1b8f" providerId="LiveId" clId="{0C177C6E-E5F3-4BD7-A9C3-3F2F65AA2CAB}" dt="2024-10-20T15:05:18.982" v="1409" actId="1035"/>
          <ac:spMkLst>
            <pc:docMk/>
            <pc:sldMk cId="1402703582" sldId="811"/>
            <ac:spMk id="2" creationId="{209FE6E6-039B-98E3-7021-2BBD7D25E853}"/>
          </ac:spMkLst>
        </pc:spChg>
        <pc:spChg chg="del">
          <ac:chgData name="Hasan Jamal" userId="6724a5da2ffd1b8f" providerId="LiveId" clId="{0C177C6E-E5F3-4BD7-A9C3-3F2F65AA2CAB}" dt="2024-10-20T14:52:53.629" v="974" actId="478"/>
          <ac:spMkLst>
            <pc:docMk/>
            <pc:sldMk cId="1402703582" sldId="811"/>
            <ac:spMk id="4" creationId="{33DBF6BA-0E6D-5095-3931-A3C62918AD11}"/>
          </ac:spMkLst>
        </pc:spChg>
        <pc:spChg chg="add mod">
          <ac:chgData name="Hasan Jamal" userId="6724a5da2ffd1b8f" providerId="LiveId" clId="{0C177C6E-E5F3-4BD7-A9C3-3F2F65AA2CAB}" dt="2024-10-20T15:05:18.982" v="1409" actId="1035"/>
          <ac:spMkLst>
            <pc:docMk/>
            <pc:sldMk cId="1402703582" sldId="811"/>
            <ac:spMk id="5" creationId="{7419E5DC-C000-DEB6-AF40-ECEF76E90811}"/>
          </ac:spMkLst>
        </pc:spChg>
        <pc:spChg chg="add mod">
          <ac:chgData name="Hasan Jamal" userId="6724a5da2ffd1b8f" providerId="LiveId" clId="{0C177C6E-E5F3-4BD7-A9C3-3F2F65AA2CAB}" dt="2024-10-20T15:05:18.982" v="1409" actId="1035"/>
          <ac:spMkLst>
            <pc:docMk/>
            <pc:sldMk cId="1402703582" sldId="811"/>
            <ac:spMk id="6" creationId="{8E08451A-DE6A-3D69-0AC5-C5C403AB3FC7}"/>
          </ac:spMkLst>
        </pc:spChg>
        <pc:spChg chg="add del mod">
          <ac:chgData name="Hasan Jamal" userId="6724a5da2ffd1b8f" providerId="LiveId" clId="{0C177C6E-E5F3-4BD7-A9C3-3F2F65AA2CAB}" dt="2024-10-20T15:00:19.976" v="1131" actId="478"/>
          <ac:spMkLst>
            <pc:docMk/>
            <pc:sldMk cId="1402703582" sldId="811"/>
            <ac:spMk id="7" creationId="{95FA69EB-9D9F-F411-06C9-1FAA0030B105}"/>
          </ac:spMkLst>
        </pc:spChg>
        <pc:spChg chg="add del mod">
          <ac:chgData name="Hasan Jamal" userId="6724a5da2ffd1b8f" providerId="LiveId" clId="{0C177C6E-E5F3-4BD7-A9C3-3F2F65AA2CAB}" dt="2024-10-20T14:58:46.003" v="1073" actId="478"/>
          <ac:spMkLst>
            <pc:docMk/>
            <pc:sldMk cId="1402703582" sldId="811"/>
            <ac:spMk id="8" creationId="{7D231E6F-76A9-E584-9D6F-F240E580B939}"/>
          </ac:spMkLst>
        </pc:spChg>
        <pc:spChg chg="add mod">
          <ac:chgData name="Hasan Jamal" userId="6724a5da2ffd1b8f" providerId="LiveId" clId="{0C177C6E-E5F3-4BD7-A9C3-3F2F65AA2CAB}" dt="2024-10-20T15:05:18.982" v="1409" actId="1035"/>
          <ac:spMkLst>
            <pc:docMk/>
            <pc:sldMk cId="1402703582" sldId="811"/>
            <ac:spMk id="9" creationId="{8B34CAF4-5D67-DD0D-8993-CE3ABDC480E2}"/>
          </ac:spMkLst>
        </pc:spChg>
        <pc:spChg chg="add mod">
          <ac:chgData name="Hasan Jamal" userId="6724a5da2ffd1b8f" providerId="LiveId" clId="{0C177C6E-E5F3-4BD7-A9C3-3F2F65AA2CAB}" dt="2024-10-20T15:05:18.982" v="1409" actId="1035"/>
          <ac:spMkLst>
            <pc:docMk/>
            <pc:sldMk cId="1402703582" sldId="811"/>
            <ac:spMk id="10" creationId="{A5AEBE25-8C55-1D00-4E5E-249A8DE7E195}"/>
          </ac:spMkLst>
        </pc:spChg>
        <pc:spChg chg="add mod">
          <ac:chgData name="Hasan Jamal" userId="6724a5da2ffd1b8f" providerId="LiveId" clId="{0C177C6E-E5F3-4BD7-A9C3-3F2F65AA2CAB}" dt="2024-10-20T15:05:18.982" v="1409" actId="1035"/>
          <ac:spMkLst>
            <pc:docMk/>
            <pc:sldMk cId="1402703582" sldId="811"/>
            <ac:spMk id="11" creationId="{73CCC4D6-7B6A-B086-A1D8-442452CF7635}"/>
          </ac:spMkLst>
        </pc:spChg>
        <pc:spChg chg="mod">
          <ac:chgData name="Hasan Jamal" userId="6724a5da2ffd1b8f" providerId="LiveId" clId="{0C177C6E-E5F3-4BD7-A9C3-3F2F65AA2CAB}" dt="2024-10-20T15:05:24.316" v="1424" actId="1035"/>
          <ac:spMkLst>
            <pc:docMk/>
            <pc:sldMk cId="1402703582" sldId="811"/>
            <ac:spMk id="12" creationId="{3827D22A-C8EE-0429-3B8C-BE886F03B9FC}"/>
          </ac:spMkLst>
        </pc:spChg>
        <pc:spChg chg="add mod">
          <ac:chgData name="Hasan Jamal" userId="6724a5da2ffd1b8f" providerId="LiveId" clId="{0C177C6E-E5F3-4BD7-A9C3-3F2F65AA2CAB}" dt="2024-10-20T15:05:18.982" v="1409" actId="1035"/>
          <ac:spMkLst>
            <pc:docMk/>
            <pc:sldMk cId="1402703582" sldId="811"/>
            <ac:spMk id="13" creationId="{BB54571C-0D95-CE36-9411-2A1225233C69}"/>
          </ac:spMkLst>
        </pc:spChg>
        <pc:spChg chg="mod">
          <ac:chgData name="Hasan Jamal" userId="6724a5da2ffd1b8f" providerId="LiveId" clId="{0C177C6E-E5F3-4BD7-A9C3-3F2F65AA2CAB}" dt="2024-10-20T14:50:29.010" v="919" actId="20577"/>
          <ac:spMkLst>
            <pc:docMk/>
            <pc:sldMk cId="1402703582" sldId="811"/>
            <ac:spMk id="3074" creationId="{51C4BDC5-9E81-64B6-3B3F-C90CE95BE4B4}"/>
          </ac:spMkLst>
        </pc:spChg>
        <pc:cxnChg chg="add mod">
          <ac:chgData name="Hasan Jamal" userId="6724a5da2ffd1b8f" providerId="LiveId" clId="{0C177C6E-E5F3-4BD7-A9C3-3F2F65AA2CAB}" dt="2024-10-20T15:05:18.982" v="1409" actId="1035"/>
          <ac:cxnSpMkLst>
            <pc:docMk/>
            <pc:sldMk cId="1402703582" sldId="811"/>
            <ac:cxnSpMk id="14" creationId="{1DAFBA2D-4077-7951-D29F-BCF7F2531B01}"/>
          </ac:cxnSpMkLst>
        </pc:cxnChg>
      </pc:sldChg>
      <pc:sldChg chg="addSp delSp modSp add mod delAnim modAnim">
        <pc:chgData name="Hasan Jamal" userId="6724a5da2ffd1b8f" providerId="LiveId" clId="{0C177C6E-E5F3-4BD7-A9C3-3F2F65AA2CAB}" dt="2024-10-22T07:00:52.074" v="12069"/>
        <pc:sldMkLst>
          <pc:docMk/>
          <pc:sldMk cId="1564862862" sldId="812"/>
        </pc:sldMkLst>
        <pc:spChg chg="mod ord">
          <ac:chgData name="Hasan Jamal" userId="6724a5da2ffd1b8f" providerId="LiveId" clId="{0C177C6E-E5F3-4BD7-A9C3-3F2F65AA2CAB}" dt="2024-10-20T15:17:43.649" v="1947" actId="1038"/>
          <ac:spMkLst>
            <pc:docMk/>
            <pc:sldMk cId="1564862862" sldId="812"/>
            <ac:spMk id="2" creationId="{80A28D07-BF25-4266-9282-8FDB1DB1750A}"/>
          </ac:spMkLst>
        </pc:spChg>
        <pc:spChg chg="add mod">
          <ac:chgData name="Hasan Jamal" userId="6724a5da2ffd1b8f" providerId="LiveId" clId="{0C177C6E-E5F3-4BD7-A9C3-3F2F65AA2CAB}" dt="2024-10-20T15:22:55.198" v="2130" actId="113"/>
          <ac:spMkLst>
            <pc:docMk/>
            <pc:sldMk cId="1564862862" sldId="812"/>
            <ac:spMk id="4" creationId="{DEFD1A7E-25C6-95B4-7133-F3E5C1087CBA}"/>
          </ac:spMkLst>
        </pc:spChg>
        <pc:spChg chg="mod ord">
          <ac:chgData name="Hasan Jamal" userId="6724a5da2ffd1b8f" providerId="LiveId" clId="{0C177C6E-E5F3-4BD7-A9C3-3F2F65AA2CAB}" dt="2024-10-20T15:17:49.930" v="1963" actId="1037"/>
          <ac:spMkLst>
            <pc:docMk/>
            <pc:sldMk cId="1564862862" sldId="812"/>
            <ac:spMk id="5" creationId="{2B0EE644-31AA-A998-474F-4EDF5A2E3E5F}"/>
          </ac:spMkLst>
        </pc:spChg>
        <pc:spChg chg="del">
          <ac:chgData name="Hasan Jamal" userId="6724a5da2ffd1b8f" providerId="LiveId" clId="{0C177C6E-E5F3-4BD7-A9C3-3F2F65AA2CAB}" dt="2024-10-20T15:08:30.976" v="1443" actId="478"/>
          <ac:spMkLst>
            <pc:docMk/>
            <pc:sldMk cId="1564862862" sldId="812"/>
            <ac:spMk id="6" creationId="{2102607D-D2E3-A8D7-8F86-78C3850FFB7C}"/>
          </ac:spMkLst>
        </pc:spChg>
        <pc:spChg chg="add del">
          <ac:chgData name="Hasan Jamal" userId="6724a5da2ffd1b8f" providerId="LiveId" clId="{0C177C6E-E5F3-4BD7-A9C3-3F2F65AA2CAB}" dt="2024-10-20T15:16:45.852" v="1846" actId="22"/>
          <ac:spMkLst>
            <pc:docMk/>
            <pc:sldMk cId="1564862862" sldId="812"/>
            <ac:spMk id="8" creationId="{74565741-E106-B7E4-FCF0-15E1D14FBB99}"/>
          </ac:spMkLst>
        </pc:spChg>
        <pc:spChg chg="del">
          <ac:chgData name="Hasan Jamal" userId="6724a5da2ffd1b8f" providerId="LiveId" clId="{0C177C6E-E5F3-4BD7-A9C3-3F2F65AA2CAB}" dt="2024-10-20T15:08:24.521" v="1442" actId="478"/>
          <ac:spMkLst>
            <pc:docMk/>
            <pc:sldMk cId="1564862862" sldId="812"/>
            <ac:spMk id="9" creationId="{877900D4-2986-C183-3516-D29A00983A64}"/>
          </ac:spMkLst>
        </pc:spChg>
        <pc:spChg chg="del">
          <ac:chgData name="Hasan Jamal" userId="6724a5da2ffd1b8f" providerId="LiveId" clId="{0C177C6E-E5F3-4BD7-A9C3-3F2F65AA2CAB}" dt="2024-10-20T15:08:24.521" v="1442" actId="478"/>
          <ac:spMkLst>
            <pc:docMk/>
            <pc:sldMk cId="1564862862" sldId="812"/>
            <ac:spMk id="10" creationId="{8F2F3B7E-47F0-F615-90FF-6E3A8C689DEA}"/>
          </ac:spMkLst>
        </pc:spChg>
        <pc:spChg chg="del">
          <ac:chgData name="Hasan Jamal" userId="6724a5da2ffd1b8f" providerId="LiveId" clId="{0C177C6E-E5F3-4BD7-A9C3-3F2F65AA2CAB}" dt="2024-10-20T15:08:24.521" v="1442" actId="478"/>
          <ac:spMkLst>
            <pc:docMk/>
            <pc:sldMk cId="1564862862" sldId="812"/>
            <ac:spMk id="11" creationId="{BB515437-1049-A293-4C5D-7F36A8CDE8E6}"/>
          </ac:spMkLst>
        </pc:spChg>
        <pc:spChg chg="del mod">
          <ac:chgData name="Hasan Jamal" userId="6724a5da2ffd1b8f" providerId="LiveId" clId="{0C177C6E-E5F3-4BD7-A9C3-3F2F65AA2CAB}" dt="2024-10-20T15:08:41.433" v="1445" actId="478"/>
          <ac:spMkLst>
            <pc:docMk/>
            <pc:sldMk cId="1564862862" sldId="812"/>
            <ac:spMk id="12" creationId="{38414C50-B89D-D370-180E-BC1688D419EA}"/>
          </ac:spMkLst>
        </pc:spChg>
        <pc:spChg chg="del">
          <ac:chgData name="Hasan Jamal" userId="6724a5da2ffd1b8f" providerId="LiveId" clId="{0C177C6E-E5F3-4BD7-A9C3-3F2F65AA2CAB}" dt="2024-10-20T15:08:24.521" v="1442" actId="478"/>
          <ac:spMkLst>
            <pc:docMk/>
            <pc:sldMk cId="1564862862" sldId="812"/>
            <ac:spMk id="13" creationId="{91B1A697-48D9-BCE2-4501-13A83A57226D}"/>
          </ac:spMkLst>
        </pc:spChg>
        <pc:spChg chg="add mod">
          <ac:chgData name="Hasan Jamal" userId="6724a5da2ffd1b8f" providerId="LiveId" clId="{0C177C6E-E5F3-4BD7-A9C3-3F2F65AA2CAB}" dt="2024-10-20T15:21:01.859" v="2020" actId="1035"/>
          <ac:spMkLst>
            <pc:docMk/>
            <pc:sldMk cId="1564862862" sldId="812"/>
            <ac:spMk id="15" creationId="{E10EEAEA-DD46-C720-F6F5-A610BAFC3BAF}"/>
          </ac:spMkLst>
        </pc:spChg>
        <pc:spChg chg="mod">
          <ac:chgData name="Hasan Jamal" userId="6724a5da2ffd1b8f" providerId="LiveId" clId="{0C177C6E-E5F3-4BD7-A9C3-3F2F65AA2CAB}" dt="2024-10-20T15:08:17.689" v="1441" actId="20577"/>
          <ac:spMkLst>
            <pc:docMk/>
            <pc:sldMk cId="1564862862" sldId="812"/>
            <ac:spMk id="3074" creationId="{9F6987C8-D17B-16F3-7526-0B8E3E42A5A6}"/>
          </ac:spMkLst>
        </pc:spChg>
        <pc:cxnChg chg="del">
          <ac:chgData name="Hasan Jamal" userId="6724a5da2ffd1b8f" providerId="LiveId" clId="{0C177C6E-E5F3-4BD7-A9C3-3F2F65AA2CAB}" dt="2024-10-20T15:08:24.521" v="1442" actId="478"/>
          <ac:cxnSpMkLst>
            <pc:docMk/>
            <pc:sldMk cId="1564862862" sldId="812"/>
            <ac:cxnSpMk id="14" creationId="{68860268-6E1A-269F-D7A8-FF2B89BC9D53}"/>
          </ac:cxnSpMkLst>
        </pc:cxnChg>
        <pc:cxnChg chg="add del mod">
          <ac:chgData name="Hasan Jamal" userId="6724a5da2ffd1b8f" providerId="LiveId" clId="{0C177C6E-E5F3-4BD7-A9C3-3F2F65AA2CAB}" dt="2024-10-20T15:18:20.488" v="1967" actId="11529"/>
          <ac:cxnSpMkLst>
            <pc:docMk/>
            <pc:sldMk cId="1564862862" sldId="812"/>
            <ac:cxnSpMk id="17" creationId="{690311F8-5B8E-5DBB-7CB4-A8A1AF10BC1A}"/>
          </ac:cxnSpMkLst>
        </pc:cxnChg>
        <pc:cxnChg chg="add mod">
          <ac:chgData name="Hasan Jamal" userId="6724a5da2ffd1b8f" providerId="LiveId" clId="{0C177C6E-E5F3-4BD7-A9C3-3F2F65AA2CAB}" dt="2024-10-20T15:20:45.458" v="2011" actId="208"/>
          <ac:cxnSpMkLst>
            <pc:docMk/>
            <pc:sldMk cId="1564862862" sldId="812"/>
            <ac:cxnSpMk id="20" creationId="{ADD4FE54-176C-DCBD-10BA-E342A42C8042}"/>
          </ac:cxnSpMkLst>
        </pc:cxnChg>
        <pc:cxnChg chg="add mod">
          <ac:chgData name="Hasan Jamal" userId="6724a5da2ffd1b8f" providerId="LiveId" clId="{0C177C6E-E5F3-4BD7-A9C3-3F2F65AA2CAB}" dt="2024-10-20T15:21:01.859" v="2020" actId="1035"/>
          <ac:cxnSpMkLst>
            <pc:docMk/>
            <pc:sldMk cId="1564862862" sldId="812"/>
            <ac:cxnSpMk id="22" creationId="{4DBA1A1D-3494-2F7A-0C4C-4D84FFDEBFF6}"/>
          </ac:cxnSpMkLst>
        </pc:cxnChg>
        <pc:cxnChg chg="add mod">
          <ac:chgData name="Hasan Jamal" userId="6724a5da2ffd1b8f" providerId="LiveId" clId="{0C177C6E-E5F3-4BD7-A9C3-3F2F65AA2CAB}" dt="2024-10-20T15:20:21.797" v="2008" actId="13822"/>
          <ac:cxnSpMkLst>
            <pc:docMk/>
            <pc:sldMk cId="1564862862" sldId="812"/>
            <ac:cxnSpMk id="25" creationId="{0CFF4225-6726-9D32-EB5F-F97865712A09}"/>
          </ac:cxnSpMkLst>
        </pc:cxnChg>
        <pc:cxnChg chg="add mod">
          <ac:chgData name="Hasan Jamal" userId="6724a5da2ffd1b8f" providerId="LiveId" clId="{0C177C6E-E5F3-4BD7-A9C3-3F2F65AA2CAB}" dt="2024-10-20T15:21:01.859" v="2020" actId="1035"/>
          <ac:cxnSpMkLst>
            <pc:docMk/>
            <pc:sldMk cId="1564862862" sldId="812"/>
            <ac:cxnSpMk id="26" creationId="{D4F26D06-E7C2-AAC0-9682-4498672C8451}"/>
          </ac:cxnSpMkLst>
        </pc:cxnChg>
      </pc:sldChg>
      <pc:sldChg chg="delSp modSp add mod delAnim modAnim">
        <pc:chgData name="Hasan Jamal" userId="6724a5da2ffd1b8f" providerId="LiveId" clId="{0C177C6E-E5F3-4BD7-A9C3-3F2F65AA2CAB}" dt="2024-10-21T12:40:15.487" v="11036" actId="20577"/>
        <pc:sldMkLst>
          <pc:docMk/>
          <pc:sldMk cId="547710292" sldId="813"/>
        </pc:sldMkLst>
        <pc:spChg chg="del">
          <ac:chgData name="Hasan Jamal" userId="6724a5da2ffd1b8f" providerId="LiveId" clId="{0C177C6E-E5F3-4BD7-A9C3-3F2F65AA2CAB}" dt="2024-10-20T16:42:26.182" v="2146" actId="478"/>
          <ac:spMkLst>
            <pc:docMk/>
            <pc:sldMk cId="547710292" sldId="813"/>
            <ac:spMk id="2" creationId="{D30A244F-9477-DCBD-771E-4AAC0E639E0D}"/>
          </ac:spMkLst>
        </pc:spChg>
        <pc:spChg chg="mod">
          <ac:chgData name="Hasan Jamal" userId="6724a5da2ffd1b8f" providerId="LiveId" clId="{0C177C6E-E5F3-4BD7-A9C3-3F2F65AA2CAB}" dt="2024-10-21T12:40:15.487" v="11036" actId="20577"/>
          <ac:spMkLst>
            <pc:docMk/>
            <pc:sldMk cId="547710292" sldId="813"/>
            <ac:spMk id="4" creationId="{5FCAECDB-311F-74B7-61FF-1B10056351ED}"/>
          </ac:spMkLst>
        </pc:spChg>
        <pc:spChg chg="del">
          <ac:chgData name="Hasan Jamal" userId="6724a5da2ffd1b8f" providerId="LiveId" clId="{0C177C6E-E5F3-4BD7-A9C3-3F2F65AA2CAB}" dt="2024-10-20T16:42:26.182" v="2146" actId="478"/>
          <ac:spMkLst>
            <pc:docMk/>
            <pc:sldMk cId="547710292" sldId="813"/>
            <ac:spMk id="5" creationId="{D4637E44-0313-29BE-E59C-D7D391046CEB}"/>
          </ac:spMkLst>
        </pc:spChg>
        <pc:spChg chg="del">
          <ac:chgData name="Hasan Jamal" userId="6724a5da2ffd1b8f" providerId="LiveId" clId="{0C177C6E-E5F3-4BD7-A9C3-3F2F65AA2CAB}" dt="2024-10-20T16:42:26.182" v="2146" actId="478"/>
          <ac:spMkLst>
            <pc:docMk/>
            <pc:sldMk cId="547710292" sldId="813"/>
            <ac:spMk id="15" creationId="{C25AD47D-0CC7-0669-50C0-A5D06088E982}"/>
          </ac:spMkLst>
        </pc:spChg>
        <pc:cxnChg chg="del mod">
          <ac:chgData name="Hasan Jamal" userId="6724a5da2ffd1b8f" providerId="LiveId" clId="{0C177C6E-E5F3-4BD7-A9C3-3F2F65AA2CAB}" dt="2024-10-20T16:42:26.182" v="2146" actId="478"/>
          <ac:cxnSpMkLst>
            <pc:docMk/>
            <pc:sldMk cId="547710292" sldId="813"/>
            <ac:cxnSpMk id="20" creationId="{42CD5F26-077A-CA03-F83F-B8EEF2E8F766}"/>
          </ac:cxnSpMkLst>
        </pc:cxnChg>
        <pc:cxnChg chg="del mod">
          <ac:chgData name="Hasan Jamal" userId="6724a5da2ffd1b8f" providerId="LiveId" clId="{0C177C6E-E5F3-4BD7-A9C3-3F2F65AA2CAB}" dt="2024-10-20T16:42:26.182" v="2146" actId="478"/>
          <ac:cxnSpMkLst>
            <pc:docMk/>
            <pc:sldMk cId="547710292" sldId="813"/>
            <ac:cxnSpMk id="22" creationId="{4699F3D6-9C9F-09B3-07C5-76CE0BE4FB62}"/>
          </ac:cxnSpMkLst>
        </pc:cxnChg>
        <pc:cxnChg chg="del">
          <ac:chgData name="Hasan Jamal" userId="6724a5da2ffd1b8f" providerId="LiveId" clId="{0C177C6E-E5F3-4BD7-A9C3-3F2F65AA2CAB}" dt="2024-10-20T16:42:26.182" v="2146" actId="478"/>
          <ac:cxnSpMkLst>
            <pc:docMk/>
            <pc:sldMk cId="547710292" sldId="813"/>
            <ac:cxnSpMk id="25" creationId="{9BBB987B-7ABF-9BF1-C187-FB4167B3E23E}"/>
          </ac:cxnSpMkLst>
        </pc:cxnChg>
        <pc:cxnChg chg="del">
          <ac:chgData name="Hasan Jamal" userId="6724a5da2ffd1b8f" providerId="LiveId" clId="{0C177C6E-E5F3-4BD7-A9C3-3F2F65AA2CAB}" dt="2024-10-20T16:42:26.182" v="2146" actId="478"/>
          <ac:cxnSpMkLst>
            <pc:docMk/>
            <pc:sldMk cId="547710292" sldId="813"/>
            <ac:cxnSpMk id="26" creationId="{178DAA57-148C-29AE-9965-979ADC814F5C}"/>
          </ac:cxnSpMkLst>
        </pc:cxnChg>
      </pc:sldChg>
      <pc:sldChg chg="addSp modSp add mod modAnim">
        <pc:chgData name="Hasan Jamal" userId="6724a5da2ffd1b8f" providerId="LiveId" clId="{0C177C6E-E5F3-4BD7-A9C3-3F2F65AA2CAB}" dt="2024-10-22T07:11:24.453" v="12074"/>
        <pc:sldMkLst>
          <pc:docMk/>
          <pc:sldMk cId="1103444707" sldId="814"/>
        </pc:sldMkLst>
        <pc:spChg chg="add mod">
          <ac:chgData name="Hasan Jamal" userId="6724a5da2ffd1b8f" providerId="LiveId" clId="{0C177C6E-E5F3-4BD7-A9C3-3F2F65AA2CAB}" dt="2024-10-20T16:54:16.429" v="3142" actId="1076"/>
          <ac:spMkLst>
            <pc:docMk/>
            <pc:sldMk cId="1103444707" sldId="814"/>
            <ac:spMk id="2" creationId="{E08B6D95-DB41-4CE0-E008-42DB2397E9EC}"/>
          </ac:spMkLst>
        </pc:spChg>
        <pc:spChg chg="mod">
          <ac:chgData name="Hasan Jamal" userId="6724a5da2ffd1b8f" providerId="LiveId" clId="{0C177C6E-E5F3-4BD7-A9C3-3F2F65AA2CAB}" dt="2024-10-22T07:10:59.549" v="12073"/>
          <ac:spMkLst>
            <pc:docMk/>
            <pc:sldMk cId="1103444707" sldId="814"/>
            <ac:spMk id="4" creationId="{79B21A0A-71C1-A5D9-80C1-946533BCF08C}"/>
          </ac:spMkLst>
        </pc:spChg>
        <pc:spChg chg="mod">
          <ac:chgData name="Hasan Jamal" userId="6724a5da2ffd1b8f" providerId="LiveId" clId="{0C177C6E-E5F3-4BD7-A9C3-3F2F65AA2CAB}" dt="2024-10-20T16:49:28.949" v="2727" actId="20577"/>
          <ac:spMkLst>
            <pc:docMk/>
            <pc:sldMk cId="1103444707" sldId="814"/>
            <ac:spMk id="3074" creationId="{CFFB57FB-FA2C-08AB-A99F-520252F81521}"/>
          </ac:spMkLst>
        </pc:spChg>
      </pc:sldChg>
      <pc:sldChg chg="addSp delSp modSp add mod">
        <pc:chgData name="Hasan Jamal" userId="6724a5da2ffd1b8f" providerId="LiveId" clId="{0C177C6E-E5F3-4BD7-A9C3-3F2F65AA2CAB}" dt="2024-10-20T16:59:24.406" v="3340" actId="1036"/>
        <pc:sldMkLst>
          <pc:docMk/>
          <pc:sldMk cId="3041005747" sldId="815"/>
        </pc:sldMkLst>
        <pc:spChg chg="del">
          <ac:chgData name="Hasan Jamal" userId="6724a5da2ffd1b8f" providerId="LiveId" clId="{0C177C6E-E5F3-4BD7-A9C3-3F2F65AA2CAB}" dt="2024-10-20T16:56:57.556" v="3220" actId="478"/>
          <ac:spMkLst>
            <pc:docMk/>
            <pc:sldMk cId="3041005747" sldId="815"/>
            <ac:spMk id="2" creationId="{6DF96FDB-6624-270C-BBF8-82BC2C8DC910}"/>
          </ac:spMkLst>
        </pc:spChg>
        <pc:spChg chg="mod">
          <ac:chgData name="Hasan Jamal" userId="6724a5da2ffd1b8f" providerId="LiveId" clId="{0C177C6E-E5F3-4BD7-A9C3-3F2F65AA2CAB}" dt="2024-10-20T16:59:06.892" v="3338" actId="5793"/>
          <ac:spMkLst>
            <pc:docMk/>
            <pc:sldMk cId="3041005747" sldId="815"/>
            <ac:spMk id="4" creationId="{D3410F3E-2CEB-0FCE-B4C1-D816C5E901E4}"/>
          </ac:spMkLst>
        </pc:spChg>
        <pc:spChg chg="add mod">
          <ac:chgData name="Hasan Jamal" userId="6724a5da2ffd1b8f" providerId="LiveId" clId="{0C177C6E-E5F3-4BD7-A9C3-3F2F65AA2CAB}" dt="2024-10-20T16:59:24.406" v="3340" actId="1036"/>
          <ac:spMkLst>
            <pc:docMk/>
            <pc:sldMk cId="3041005747" sldId="815"/>
            <ac:spMk id="5" creationId="{59BDEFDD-3723-FD84-6D35-C26CF063291B}"/>
          </ac:spMkLst>
        </pc:spChg>
        <pc:spChg chg="mod">
          <ac:chgData name="Hasan Jamal" userId="6724a5da2ffd1b8f" providerId="LiveId" clId="{0C177C6E-E5F3-4BD7-A9C3-3F2F65AA2CAB}" dt="2024-10-20T16:56:19.615" v="3149" actId="20577"/>
          <ac:spMkLst>
            <pc:docMk/>
            <pc:sldMk cId="3041005747" sldId="815"/>
            <ac:spMk id="3074" creationId="{5BAD01F6-F965-5518-AE04-82A6585FBC07}"/>
          </ac:spMkLst>
        </pc:spChg>
      </pc:sldChg>
      <pc:sldChg chg="addSp delSp modSp add mod">
        <pc:chgData name="Hasan Jamal" userId="6724a5da2ffd1b8f" providerId="LiveId" clId="{0C177C6E-E5F3-4BD7-A9C3-3F2F65AA2CAB}" dt="2024-10-22T07:40:01.393" v="12122" actId="14100"/>
        <pc:sldMkLst>
          <pc:docMk/>
          <pc:sldMk cId="1054034208" sldId="816"/>
        </pc:sldMkLst>
        <pc:spChg chg="mod">
          <ac:chgData name="Hasan Jamal" userId="6724a5da2ffd1b8f" providerId="LiveId" clId="{0C177C6E-E5F3-4BD7-A9C3-3F2F65AA2CAB}" dt="2024-10-22T07:40:01.393" v="12122" actId="14100"/>
          <ac:spMkLst>
            <pc:docMk/>
            <pc:sldMk cId="1054034208" sldId="816"/>
            <ac:spMk id="12" creationId="{BE70E620-0D96-F0C7-13EB-76380941CB77}"/>
          </ac:spMkLst>
        </pc:spChg>
        <pc:graphicFrameChg chg="add del mod">
          <ac:chgData name="Hasan Jamal" userId="6724a5da2ffd1b8f" providerId="LiveId" clId="{0C177C6E-E5F3-4BD7-A9C3-3F2F65AA2CAB}" dt="2024-10-21T05:43:32.506" v="6832" actId="478"/>
          <ac:graphicFrameMkLst>
            <pc:docMk/>
            <pc:sldMk cId="1054034208" sldId="816"/>
            <ac:graphicFrameMk id="2" creationId="{CE2AFFC6-7616-0313-6E71-348D29B74948}"/>
          </ac:graphicFrameMkLst>
        </pc:graphicFrameChg>
      </pc:sldChg>
      <pc:sldChg chg="add del">
        <pc:chgData name="Hasan Jamal" userId="6724a5da2ffd1b8f" providerId="LiveId" clId="{0C177C6E-E5F3-4BD7-A9C3-3F2F65AA2CAB}" dt="2024-10-20T16:59:56.031" v="3342" actId="2890"/>
        <pc:sldMkLst>
          <pc:docMk/>
          <pc:sldMk cId="4014416881" sldId="816"/>
        </pc:sldMkLst>
      </pc:sldChg>
      <pc:sldChg chg="addSp modSp add mod">
        <pc:chgData name="Hasan Jamal" userId="6724a5da2ffd1b8f" providerId="LiveId" clId="{0C177C6E-E5F3-4BD7-A9C3-3F2F65AA2CAB}" dt="2024-10-20T17:06:12.993" v="3803" actId="1038"/>
        <pc:sldMkLst>
          <pc:docMk/>
          <pc:sldMk cId="1415965798" sldId="817"/>
        </pc:sldMkLst>
        <pc:spChg chg="add mod">
          <ac:chgData name="Hasan Jamal" userId="6724a5da2ffd1b8f" providerId="LiveId" clId="{0C177C6E-E5F3-4BD7-A9C3-3F2F65AA2CAB}" dt="2024-10-20T17:06:12.993" v="3803" actId="1038"/>
          <ac:spMkLst>
            <pc:docMk/>
            <pc:sldMk cId="1415965798" sldId="817"/>
            <ac:spMk id="2" creationId="{1879912D-AEC2-AB14-130A-011B5CE22187}"/>
          </ac:spMkLst>
        </pc:spChg>
        <pc:spChg chg="mod">
          <ac:chgData name="Hasan Jamal" userId="6724a5da2ffd1b8f" providerId="LiveId" clId="{0C177C6E-E5F3-4BD7-A9C3-3F2F65AA2CAB}" dt="2024-10-20T17:04:51.699" v="3735" actId="20577"/>
          <ac:spMkLst>
            <pc:docMk/>
            <pc:sldMk cId="1415965798" sldId="817"/>
            <ac:spMk id="12" creationId="{AAF6C379-A1EC-83CE-A233-F977798E700D}"/>
          </ac:spMkLst>
        </pc:spChg>
        <pc:spChg chg="mod">
          <ac:chgData name="Hasan Jamal" userId="6724a5da2ffd1b8f" providerId="LiveId" clId="{0C177C6E-E5F3-4BD7-A9C3-3F2F65AA2CAB}" dt="2024-10-20T17:03:28.176" v="3533" actId="20577"/>
          <ac:spMkLst>
            <pc:docMk/>
            <pc:sldMk cId="1415965798" sldId="817"/>
            <ac:spMk id="3074" creationId="{5B170B51-0FDD-7D12-A4AD-E3EB2B81CFE4}"/>
          </ac:spMkLst>
        </pc:spChg>
      </pc:sldChg>
      <pc:sldChg chg="modSp add mod">
        <pc:chgData name="Hasan Jamal" userId="6724a5da2ffd1b8f" providerId="LiveId" clId="{0C177C6E-E5F3-4BD7-A9C3-3F2F65AA2CAB}" dt="2024-10-20T17:10:44.776" v="4183"/>
        <pc:sldMkLst>
          <pc:docMk/>
          <pc:sldMk cId="3830698193" sldId="818"/>
        </pc:sldMkLst>
        <pc:spChg chg="mod">
          <ac:chgData name="Hasan Jamal" userId="6724a5da2ffd1b8f" providerId="LiveId" clId="{0C177C6E-E5F3-4BD7-A9C3-3F2F65AA2CAB}" dt="2024-10-20T17:10:44.776" v="4183"/>
          <ac:spMkLst>
            <pc:docMk/>
            <pc:sldMk cId="3830698193" sldId="818"/>
            <ac:spMk id="12" creationId="{6E3146C6-9FCB-FCC6-F09B-8B812E112B5E}"/>
          </ac:spMkLst>
        </pc:spChg>
        <pc:spChg chg="mod">
          <ac:chgData name="Hasan Jamal" userId="6724a5da2ffd1b8f" providerId="LiveId" clId="{0C177C6E-E5F3-4BD7-A9C3-3F2F65AA2CAB}" dt="2024-10-20T17:07:04.580" v="3829" actId="20577"/>
          <ac:spMkLst>
            <pc:docMk/>
            <pc:sldMk cId="3830698193" sldId="818"/>
            <ac:spMk id="3074" creationId="{630ED04D-7C2E-5D24-F451-F576A51C3EAD}"/>
          </ac:spMkLst>
        </pc:spChg>
      </pc:sldChg>
      <pc:sldChg chg="addSp modSp add mod modAnim">
        <pc:chgData name="Hasan Jamal" userId="6724a5da2ffd1b8f" providerId="LiveId" clId="{0C177C6E-E5F3-4BD7-A9C3-3F2F65AA2CAB}" dt="2024-10-20T17:26:57.330" v="4507" actId="108"/>
        <pc:sldMkLst>
          <pc:docMk/>
          <pc:sldMk cId="465575792" sldId="819"/>
        </pc:sldMkLst>
        <pc:spChg chg="add mod">
          <ac:chgData name="Hasan Jamal" userId="6724a5da2ffd1b8f" providerId="LiveId" clId="{0C177C6E-E5F3-4BD7-A9C3-3F2F65AA2CAB}" dt="2024-10-20T17:24:15.544" v="4456" actId="1076"/>
          <ac:spMkLst>
            <pc:docMk/>
            <pc:sldMk cId="465575792" sldId="819"/>
            <ac:spMk id="2" creationId="{67473412-FE84-4EAD-F6AE-360A2C6FDBCE}"/>
          </ac:spMkLst>
        </pc:spChg>
        <pc:spChg chg="add mod">
          <ac:chgData name="Hasan Jamal" userId="6724a5da2ffd1b8f" providerId="LiveId" clId="{0C177C6E-E5F3-4BD7-A9C3-3F2F65AA2CAB}" dt="2024-10-20T17:24:15.544" v="4456" actId="1076"/>
          <ac:spMkLst>
            <pc:docMk/>
            <pc:sldMk cId="465575792" sldId="819"/>
            <ac:spMk id="4" creationId="{FF9C35EF-5667-2852-AA11-CB05D1BCF1FE}"/>
          </ac:spMkLst>
        </pc:spChg>
        <pc:spChg chg="add mod">
          <ac:chgData name="Hasan Jamal" userId="6724a5da2ffd1b8f" providerId="LiveId" clId="{0C177C6E-E5F3-4BD7-A9C3-3F2F65AA2CAB}" dt="2024-10-20T17:24:15.544" v="4456" actId="1076"/>
          <ac:spMkLst>
            <pc:docMk/>
            <pc:sldMk cId="465575792" sldId="819"/>
            <ac:spMk id="5" creationId="{E261510C-2D38-C4B4-26FB-6203A61B3F25}"/>
          </ac:spMkLst>
        </pc:spChg>
        <pc:spChg chg="add mod">
          <ac:chgData name="Hasan Jamal" userId="6724a5da2ffd1b8f" providerId="LiveId" clId="{0C177C6E-E5F3-4BD7-A9C3-3F2F65AA2CAB}" dt="2024-10-20T17:24:47.537" v="4466" actId="207"/>
          <ac:spMkLst>
            <pc:docMk/>
            <pc:sldMk cId="465575792" sldId="819"/>
            <ac:spMk id="6" creationId="{AD26E5A7-28BD-0D05-C415-28BF63700B7F}"/>
          </ac:spMkLst>
        </pc:spChg>
        <pc:spChg chg="add mod">
          <ac:chgData name="Hasan Jamal" userId="6724a5da2ffd1b8f" providerId="LiveId" clId="{0C177C6E-E5F3-4BD7-A9C3-3F2F65AA2CAB}" dt="2024-10-20T17:24:47.537" v="4466" actId="207"/>
          <ac:spMkLst>
            <pc:docMk/>
            <pc:sldMk cId="465575792" sldId="819"/>
            <ac:spMk id="7" creationId="{03143141-C769-2014-B497-E6D1D3EA695D}"/>
          </ac:spMkLst>
        </pc:spChg>
        <pc:spChg chg="mod">
          <ac:chgData name="Hasan Jamal" userId="6724a5da2ffd1b8f" providerId="LiveId" clId="{0C177C6E-E5F3-4BD7-A9C3-3F2F65AA2CAB}" dt="2024-10-20T17:26:57.330" v="4507" actId="108"/>
          <ac:spMkLst>
            <pc:docMk/>
            <pc:sldMk cId="465575792" sldId="819"/>
            <ac:spMk id="12" creationId="{33D1C717-069E-5312-6356-D22BECBE27B1}"/>
          </ac:spMkLst>
        </pc:spChg>
        <pc:spChg chg="mod">
          <ac:chgData name="Hasan Jamal" userId="6724a5da2ffd1b8f" providerId="LiveId" clId="{0C177C6E-E5F3-4BD7-A9C3-3F2F65AA2CAB}" dt="2024-10-20T17:13:40.211" v="4218" actId="20577"/>
          <ac:spMkLst>
            <pc:docMk/>
            <pc:sldMk cId="465575792" sldId="819"/>
            <ac:spMk id="3074" creationId="{192AD14E-6436-CA19-4CBE-D7BBD56C85B2}"/>
          </ac:spMkLst>
        </pc:spChg>
      </pc:sldChg>
      <pc:sldChg chg="delSp modSp add mod delAnim">
        <pc:chgData name="Hasan Jamal" userId="6724a5da2ffd1b8f" providerId="LiveId" clId="{0C177C6E-E5F3-4BD7-A9C3-3F2F65AA2CAB}" dt="2024-10-21T04:36:23.333" v="5152" actId="207"/>
        <pc:sldMkLst>
          <pc:docMk/>
          <pc:sldMk cId="4045099029" sldId="820"/>
        </pc:sldMkLst>
        <pc:spChg chg="del">
          <ac:chgData name="Hasan Jamal" userId="6724a5da2ffd1b8f" providerId="LiveId" clId="{0C177C6E-E5F3-4BD7-A9C3-3F2F65AA2CAB}" dt="2024-10-20T17:26:06.057" v="4468" actId="478"/>
          <ac:spMkLst>
            <pc:docMk/>
            <pc:sldMk cId="4045099029" sldId="820"/>
            <ac:spMk id="2" creationId="{8C586C05-139B-FD63-099C-460E71AB1F78}"/>
          </ac:spMkLst>
        </pc:spChg>
        <pc:spChg chg="del">
          <ac:chgData name="Hasan Jamal" userId="6724a5da2ffd1b8f" providerId="LiveId" clId="{0C177C6E-E5F3-4BD7-A9C3-3F2F65AA2CAB}" dt="2024-10-20T17:26:06.057" v="4468" actId="478"/>
          <ac:spMkLst>
            <pc:docMk/>
            <pc:sldMk cId="4045099029" sldId="820"/>
            <ac:spMk id="4" creationId="{6E2E33E2-FC56-289D-A99C-363636CCD7C1}"/>
          </ac:spMkLst>
        </pc:spChg>
        <pc:spChg chg="del">
          <ac:chgData name="Hasan Jamal" userId="6724a5da2ffd1b8f" providerId="LiveId" clId="{0C177C6E-E5F3-4BD7-A9C3-3F2F65AA2CAB}" dt="2024-10-20T17:26:06.057" v="4468" actId="478"/>
          <ac:spMkLst>
            <pc:docMk/>
            <pc:sldMk cId="4045099029" sldId="820"/>
            <ac:spMk id="5" creationId="{29F8780A-DFD0-AB24-F2EA-CF8A6376A500}"/>
          </ac:spMkLst>
        </pc:spChg>
        <pc:spChg chg="del">
          <ac:chgData name="Hasan Jamal" userId="6724a5da2ffd1b8f" providerId="LiveId" clId="{0C177C6E-E5F3-4BD7-A9C3-3F2F65AA2CAB}" dt="2024-10-20T17:26:06.057" v="4468" actId="478"/>
          <ac:spMkLst>
            <pc:docMk/>
            <pc:sldMk cId="4045099029" sldId="820"/>
            <ac:spMk id="6" creationId="{4362C4DF-209F-6E45-D45F-279101037FB5}"/>
          </ac:spMkLst>
        </pc:spChg>
        <pc:spChg chg="del">
          <ac:chgData name="Hasan Jamal" userId="6724a5da2ffd1b8f" providerId="LiveId" clId="{0C177C6E-E5F3-4BD7-A9C3-3F2F65AA2CAB}" dt="2024-10-20T17:26:06.057" v="4468" actId="478"/>
          <ac:spMkLst>
            <pc:docMk/>
            <pc:sldMk cId="4045099029" sldId="820"/>
            <ac:spMk id="7" creationId="{C2FF2AD8-88BB-D163-6DC8-322477739F31}"/>
          </ac:spMkLst>
        </pc:spChg>
        <pc:spChg chg="mod">
          <ac:chgData name="Hasan Jamal" userId="6724a5da2ffd1b8f" providerId="LiveId" clId="{0C177C6E-E5F3-4BD7-A9C3-3F2F65AA2CAB}" dt="2024-10-21T04:36:23.333" v="5152" actId="207"/>
          <ac:spMkLst>
            <pc:docMk/>
            <pc:sldMk cId="4045099029" sldId="820"/>
            <ac:spMk id="12" creationId="{E287095D-D859-B733-50F8-1BE1F3CC39B4}"/>
          </ac:spMkLst>
        </pc:spChg>
        <pc:spChg chg="mod">
          <ac:chgData name="Hasan Jamal" userId="6724a5da2ffd1b8f" providerId="LiveId" clId="{0C177C6E-E5F3-4BD7-A9C3-3F2F65AA2CAB}" dt="2024-10-20T17:26:22.285" v="4499" actId="20577"/>
          <ac:spMkLst>
            <pc:docMk/>
            <pc:sldMk cId="4045099029" sldId="820"/>
            <ac:spMk id="3074" creationId="{550198D1-5A7C-3DD7-8CC4-DD63F9470560}"/>
          </ac:spMkLst>
        </pc:spChg>
      </pc:sldChg>
      <pc:sldChg chg="addSp delSp modSp add mod ord delAnim modAnim">
        <pc:chgData name="Hasan Jamal" userId="6724a5da2ffd1b8f" providerId="LiveId" clId="{0C177C6E-E5F3-4BD7-A9C3-3F2F65AA2CAB}" dt="2024-10-21T04:33:41.226" v="5047"/>
        <pc:sldMkLst>
          <pc:docMk/>
          <pc:sldMk cId="2441620833" sldId="821"/>
        </pc:sldMkLst>
        <pc:spChg chg="mod">
          <ac:chgData name="Hasan Jamal" userId="6724a5da2ffd1b8f" providerId="LiveId" clId="{0C177C6E-E5F3-4BD7-A9C3-3F2F65AA2CAB}" dt="2024-10-20T17:43:48.004" v="4772" actId="1076"/>
          <ac:spMkLst>
            <pc:docMk/>
            <pc:sldMk cId="2441620833" sldId="821"/>
            <ac:spMk id="2" creationId="{9A25F7C2-FAAD-3A2B-F2BE-029B6B3E4295}"/>
          </ac:spMkLst>
        </pc:spChg>
        <pc:spChg chg="mod">
          <ac:chgData name="Hasan Jamal" userId="6724a5da2ffd1b8f" providerId="LiveId" clId="{0C177C6E-E5F3-4BD7-A9C3-3F2F65AA2CAB}" dt="2024-10-20T17:46:10.628" v="4841" actId="14100"/>
          <ac:spMkLst>
            <pc:docMk/>
            <pc:sldMk cId="2441620833" sldId="821"/>
            <ac:spMk id="4" creationId="{83DE6DDB-F81B-FCE3-E835-409529A8C15C}"/>
          </ac:spMkLst>
        </pc:spChg>
        <pc:spChg chg="del">
          <ac:chgData name="Hasan Jamal" userId="6724a5da2ffd1b8f" providerId="LiveId" clId="{0C177C6E-E5F3-4BD7-A9C3-3F2F65AA2CAB}" dt="2024-10-20T17:30:01.697" v="4543" actId="478"/>
          <ac:spMkLst>
            <pc:docMk/>
            <pc:sldMk cId="2441620833" sldId="821"/>
            <ac:spMk id="5" creationId="{CDCDDFE2-2B7C-1CF8-8FB9-31203440344B}"/>
          </ac:spMkLst>
        </pc:spChg>
        <pc:spChg chg="add mod">
          <ac:chgData name="Hasan Jamal" userId="6724a5da2ffd1b8f" providerId="LiveId" clId="{0C177C6E-E5F3-4BD7-A9C3-3F2F65AA2CAB}" dt="2024-10-20T17:43:33.539" v="4771" actId="14100"/>
          <ac:spMkLst>
            <pc:docMk/>
            <pc:sldMk cId="2441620833" sldId="821"/>
            <ac:spMk id="6" creationId="{437B7B8F-A523-3378-7859-F7FBD50E6EDF}"/>
          </ac:spMkLst>
        </pc:spChg>
        <pc:spChg chg="add mod">
          <ac:chgData name="Hasan Jamal" userId="6724a5da2ffd1b8f" providerId="LiveId" clId="{0C177C6E-E5F3-4BD7-A9C3-3F2F65AA2CAB}" dt="2024-10-20T17:44:04.503" v="4774" actId="1076"/>
          <ac:spMkLst>
            <pc:docMk/>
            <pc:sldMk cId="2441620833" sldId="821"/>
            <ac:spMk id="7" creationId="{0921A8AD-9BE9-5B5D-541A-262535D16FBA}"/>
          </ac:spMkLst>
        </pc:spChg>
        <pc:spChg chg="add mod">
          <ac:chgData name="Hasan Jamal" userId="6724a5da2ffd1b8f" providerId="LiveId" clId="{0C177C6E-E5F3-4BD7-A9C3-3F2F65AA2CAB}" dt="2024-10-20T17:47:47.010" v="4902" actId="1036"/>
          <ac:spMkLst>
            <pc:docMk/>
            <pc:sldMk cId="2441620833" sldId="821"/>
            <ac:spMk id="8" creationId="{D5053E7A-905E-F8A9-7071-E032C8300570}"/>
          </ac:spMkLst>
        </pc:spChg>
        <pc:spChg chg="add mod">
          <ac:chgData name="Hasan Jamal" userId="6724a5da2ffd1b8f" providerId="LiveId" clId="{0C177C6E-E5F3-4BD7-A9C3-3F2F65AA2CAB}" dt="2024-10-20T17:45:13.382" v="4815"/>
          <ac:spMkLst>
            <pc:docMk/>
            <pc:sldMk cId="2441620833" sldId="821"/>
            <ac:spMk id="9" creationId="{1E01EE17-F3D9-BC95-4200-1914066AF1C7}"/>
          </ac:spMkLst>
        </pc:spChg>
        <pc:spChg chg="add mod">
          <ac:chgData name="Hasan Jamal" userId="6724a5da2ffd1b8f" providerId="LiveId" clId="{0C177C6E-E5F3-4BD7-A9C3-3F2F65AA2CAB}" dt="2024-10-20T17:46:50.094" v="4855" actId="1037"/>
          <ac:spMkLst>
            <pc:docMk/>
            <pc:sldMk cId="2441620833" sldId="821"/>
            <ac:spMk id="10" creationId="{96C80FE9-8541-B743-1BA6-D6C0DE3083E6}"/>
          </ac:spMkLst>
        </pc:spChg>
        <pc:spChg chg="add mod">
          <ac:chgData name="Hasan Jamal" userId="6724a5da2ffd1b8f" providerId="LiveId" clId="{0C177C6E-E5F3-4BD7-A9C3-3F2F65AA2CAB}" dt="2024-10-20T17:47:37.190" v="4900" actId="1037"/>
          <ac:spMkLst>
            <pc:docMk/>
            <pc:sldMk cId="2441620833" sldId="821"/>
            <ac:spMk id="11" creationId="{6E296E4D-DE77-3B10-28EC-545FFB87E0E9}"/>
          </ac:spMkLst>
        </pc:spChg>
        <pc:spChg chg="add mod">
          <ac:chgData name="Hasan Jamal" userId="6724a5da2ffd1b8f" providerId="LiveId" clId="{0C177C6E-E5F3-4BD7-A9C3-3F2F65AA2CAB}" dt="2024-10-20T17:47:32.603" v="4898" actId="14100"/>
          <ac:spMkLst>
            <pc:docMk/>
            <pc:sldMk cId="2441620833" sldId="821"/>
            <ac:spMk id="12" creationId="{6EF2E0F5-BC08-F741-3B85-F61D74C6C517}"/>
          </ac:spMkLst>
        </pc:spChg>
        <pc:spChg chg="del">
          <ac:chgData name="Hasan Jamal" userId="6724a5da2ffd1b8f" providerId="LiveId" clId="{0C177C6E-E5F3-4BD7-A9C3-3F2F65AA2CAB}" dt="2024-10-20T17:30:01.697" v="4543" actId="478"/>
          <ac:spMkLst>
            <pc:docMk/>
            <pc:sldMk cId="2441620833" sldId="821"/>
            <ac:spMk id="15" creationId="{37B59745-27DD-4970-356E-699F0BF7E175}"/>
          </ac:spMkLst>
        </pc:spChg>
        <pc:cxnChg chg="add mod">
          <ac:chgData name="Hasan Jamal" userId="6724a5da2ffd1b8f" providerId="LiveId" clId="{0C177C6E-E5F3-4BD7-A9C3-3F2F65AA2CAB}" dt="2024-10-20T17:49:58.919" v="4913" actId="14100"/>
          <ac:cxnSpMkLst>
            <pc:docMk/>
            <pc:sldMk cId="2441620833" sldId="821"/>
            <ac:cxnSpMk id="14" creationId="{687DF444-FD12-09B2-D801-448EC7173423}"/>
          </ac:cxnSpMkLst>
        </pc:cxnChg>
        <pc:cxnChg chg="add mod">
          <ac:chgData name="Hasan Jamal" userId="6724a5da2ffd1b8f" providerId="LiveId" clId="{0C177C6E-E5F3-4BD7-A9C3-3F2F65AA2CAB}" dt="2024-10-20T17:50:02.473" v="4914" actId="14100"/>
          <ac:cxnSpMkLst>
            <pc:docMk/>
            <pc:sldMk cId="2441620833" sldId="821"/>
            <ac:cxnSpMk id="16" creationId="{22847A41-E2A9-ADCA-5671-DF98FD10741F}"/>
          </ac:cxnSpMkLst>
        </pc:cxnChg>
        <pc:cxnChg chg="del mod">
          <ac:chgData name="Hasan Jamal" userId="6724a5da2ffd1b8f" providerId="LiveId" clId="{0C177C6E-E5F3-4BD7-A9C3-3F2F65AA2CAB}" dt="2024-10-20T17:30:01.697" v="4543" actId="478"/>
          <ac:cxnSpMkLst>
            <pc:docMk/>
            <pc:sldMk cId="2441620833" sldId="821"/>
            <ac:cxnSpMk id="20" creationId="{2E25DBA9-F2B6-8AFB-6139-800C2D5A5E6E}"/>
          </ac:cxnSpMkLst>
        </pc:cxnChg>
        <pc:cxnChg chg="del mod">
          <ac:chgData name="Hasan Jamal" userId="6724a5da2ffd1b8f" providerId="LiveId" clId="{0C177C6E-E5F3-4BD7-A9C3-3F2F65AA2CAB}" dt="2024-10-20T17:30:01.697" v="4543" actId="478"/>
          <ac:cxnSpMkLst>
            <pc:docMk/>
            <pc:sldMk cId="2441620833" sldId="821"/>
            <ac:cxnSpMk id="22" creationId="{2F108DEC-3B98-AA7D-D657-572490955BD0}"/>
          </ac:cxnSpMkLst>
        </pc:cxnChg>
        <pc:cxnChg chg="del">
          <ac:chgData name="Hasan Jamal" userId="6724a5da2ffd1b8f" providerId="LiveId" clId="{0C177C6E-E5F3-4BD7-A9C3-3F2F65AA2CAB}" dt="2024-10-20T17:30:01.697" v="4543" actId="478"/>
          <ac:cxnSpMkLst>
            <pc:docMk/>
            <pc:sldMk cId="2441620833" sldId="821"/>
            <ac:cxnSpMk id="25" creationId="{5EDBBEE6-1DF7-8593-0DB7-04D5685DB4FA}"/>
          </ac:cxnSpMkLst>
        </pc:cxnChg>
        <pc:cxnChg chg="del">
          <ac:chgData name="Hasan Jamal" userId="6724a5da2ffd1b8f" providerId="LiveId" clId="{0C177C6E-E5F3-4BD7-A9C3-3F2F65AA2CAB}" dt="2024-10-20T17:30:01.697" v="4543" actId="478"/>
          <ac:cxnSpMkLst>
            <pc:docMk/>
            <pc:sldMk cId="2441620833" sldId="821"/>
            <ac:cxnSpMk id="26" creationId="{7507F21F-A723-CE28-5366-13DAC84D8A14}"/>
          </ac:cxnSpMkLst>
        </pc:cxnChg>
        <pc:cxnChg chg="add mod">
          <ac:chgData name="Hasan Jamal" userId="6724a5da2ffd1b8f" providerId="LiveId" clId="{0C177C6E-E5F3-4BD7-A9C3-3F2F65AA2CAB}" dt="2024-10-20T17:50:42.143" v="4938" actId="14100"/>
          <ac:cxnSpMkLst>
            <pc:docMk/>
            <pc:sldMk cId="2441620833" sldId="821"/>
            <ac:cxnSpMk id="27" creationId="{E78E2690-5E5C-93BF-6D11-92EEE2E96DB0}"/>
          </ac:cxnSpMkLst>
        </pc:cxnChg>
        <pc:cxnChg chg="add mod">
          <ac:chgData name="Hasan Jamal" userId="6724a5da2ffd1b8f" providerId="LiveId" clId="{0C177C6E-E5F3-4BD7-A9C3-3F2F65AA2CAB}" dt="2024-10-20T17:50:30.297" v="4937" actId="14100"/>
          <ac:cxnSpMkLst>
            <pc:docMk/>
            <pc:sldMk cId="2441620833" sldId="821"/>
            <ac:cxnSpMk id="29" creationId="{EC93F2E2-5218-3F6B-F105-57514989CC28}"/>
          </ac:cxnSpMkLst>
        </pc:cxnChg>
      </pc:sldChg>
      <pc:sldChg chg="addSp delSp modSp add mod ord delAnim modAnim">
        <pc:chgData name="Hasan Jamal" userId="6724a5da2ffd1b8f" providerId="LiveId" clId="{0C177C6E-E5F3-4BD7-A9C3-3F2F65AA2CAB}" dt="2024-10-21T05:45:30.174" v="6875" actId="20577"/>
        <pc:sldMkLst>
          <pc:docMk/>
          <pc:sldMk cId="736700286" sldId="822"/>
        </pc:sldMkLst>
        <pc:spChg chg="mod">
          <ac:chgData name="Hasan Jamal" userId="6724a5da2ffd1b8f" providerId="LiveId" clId="{0C177C6E-E5F3-4BD7-A9C3-3F2F65AA2CAB}" dt="2024-10-21T05:45:11.825" v="6861" actId="20577"/>
          <ac:spMkLst>
            <pc:docMk/>
            <pc:sldMk cId="736700286" sldId="822"/>
            <ac:spMk id="2" creationId="{7859256E-DDB6-AAD1-8892-70274A0B09FC}"/>
          </ac:spMkLst>
        </pc:spChg>
        <pc:spChg chg="add mod">
          <ac:chgData name="Hasan Jamal" userId="6724a5da2ffd1b8f" providerId="LiveId" clId="{0C177C6E-E5F3-4BD7-A9C3-3F2F65AA2CAB}" dt="2024-10-21T05:03:50.876" v="5840" actId="14100"/>
          <ac:spMkLst>
            <pc:docMk/>
            <pc:sldMk cId="736700286" sldId="822"/>
            <ac:spMk id="4" creationId="{E53E1914-0ECA-0524-B54B-A506347B5B82}"/>
          </ac:spMkLst>
        </pc:spChg>
        <pc:spChg chg="mod">
          <ac:chgData name="Hasan Jamal" userId="6724a5da2ffd1b8f" providerId="LiveId" clId="{0C177C6E-E5F3-4BD7-A9C3-3F2F65AA2CAB}" dt="2024-10-21T05:09:57.635" v="5939" actId="1035"/>
          <ac:spMkLst>
            <pc:docMk/>
            <pc:sldMk cId="736700286" sldId="822"/>
            <ac:spMk id="5" creationId="{39A46179-6E81-FFE0-6D4E-C415346E8753}"/>
          </ac:spMkLst>
        </pc:spChg>
        <pc:spChg chg="mod">
          <ac:chgData name="Hasan Jamal" userId="6724a5da2ffd1b8f" providerId="LiveId" clId="{0C177C6E-E5F3-4BD7-A9C3-3F2F65AA2CAB}" dt="2024-10-21T05:09:53.227" v="5934" actId="1036"/>
          <ac:spMkLst>
            <pc:docMk/>
            <pc:sldMk cId="736700286" sldId="822"/>
            <ac:spMk id="6" creationId="{E7B5D638-07B0-F82B-EAAC-A3DFFB46EAA5}"/>
          </ac:spMkLst>
        </pc:spChg>
        <pc:spChg chg="add mod">
          <ac:chgData name="Hasan Jamal" userId="6724a5da2ffd1b8f" providerId="LiveId" clId="{0C177C6E-E5F3-4BD7-A9C3-3F2F65AA2CAB}" dt="2024-10-21T05:45:23.460" v="6869" actId="20577"/>
          <ac:spMkLst>
            <pc:docMk/>
            <pc:sldMk cId="736700286" sldId="822"/>
            <ac:spMk id="7" creationId="{89A78374-C7A6-B32B-9F7C-5055EAA19790}"/>
          </ac:spMkLst>
        </pc:spChg>
        <pc:spChg chg="add mod">
          <ac:chgData name="Hasan Jamal" userId="6724a5da2ffd1b8f" providerId="LiveId" clId="{0C177C6E-E5F3-4BD7-A9C3-3F2F65AA2CAB}" dt="2024-10-21T05:45:28.456" v="6873" actId="20577"/>
          <ac:spMkLst>
            <pc:docMk/>
            <pc:sldMk cId="736700286" sldId="822"/>
            <ac:spMk id="8" creationId="{BD365FAC-F0A1-6D92-8A90-DE8054CE52DA}"/>
          </ac:spMkLst>
        </pc:spChg>
        <pc:spChg chg="mod">
          <ac:chgData name="Hasan Jamal" userId="6724a5da2ffd1b8f" providerId="LiveId" clId="{0C177C6E-E5F3-4BD7-A9C3-3F2F65AA2CAB}" dt="2024-10-21T05:45:16.697" v="6863" actId="20577"/>
          <ac:spMkLst>
            <pc:docMk/>
            <pc:sldMk cId="736700286" sldId="822"/>
            <ac:spMk id="9" creationId="{5608CA24-FFC2-F70D-89F1-47C9F064D7F5}"/>
          </ac:spMkLst>
        </pc:spChg>
        <pc:spChg chg="mod">
          <ac:chgData name="Hasan Jamal" userId="6724a5da2ffd1b8f" providerId="LiveId" clId="{0C177C6E-E5F3-4BD7-A9C3-3F2F65AA2CAB}" dt="2024-10-21T05:45:21.426" v="6867" actId="20577"/>
          <ac:spMkLst>
            <pc:docMk/>
            <pc:sldMk cId="736700286" sldId="822"/>
            <ac:spMk id="10" creationId="{36F53137-96B1-9540-A719-EB6145F5BCD6}"/>
          </ac:spMkLst>
        </pc:spChg>
        <pc:spChg chg="mod">
          <ac:chgData name="Hasan Jamal" userId="6724a5da2ffd1b8f" providerId="LiveId" clId="{0C177C6E-E5F3-4BD7-A9C3-3F2F65AA2CAB}" dt="2024-10-21T05:45:26.710" v="6871" actId="20577"/>
          <ac:spMkLst>
            <pc:docMk/>
            <pc:sldMk cId="736700286" sldId="822"/>
            <ac:spMk id="11" creationId="{EE06DC7B-7C81-B376-67A0-9E77716E5DA7}"/>
          </ac:spMkLst>
        </pc:spChg>
        <pc:spChg chg="del mod">
          <ac:chgData name="Hasan Jamal" userId="6724a5da2ffd1b8f" providerId="LiveId" clId="{0C177C6E-E5F3-4BD7-A9C3-3F2F65AA2CAB}" dt="2024-10-21T05:04:52.737" v="5912" actId="478"/>
          <ac:spMkLst>
            <pc:docMk/>
            <pc:sldMk cId="736700286" sldId="822"/>
            <ac:spMk id="12" creationId="{327E6350-30A7-8F39-97C0-84214B364D92}"/>
          </ac:spMkLst>
        </pc:spChg>
        <pc:spChg chg="mod">
          <ac:chgData name="Hasan Jamal" userId="6724a5da2ffd1b8f" providerId="LiveId" clId="{0C177C6E-E5F3-4BD7-A9C3-3F2F65AA2CAB}" dt="2024-10-21T05:45:30.174" v="6875" actId="20577"/>
          <ac:spMkLst>
            <pc:docMk/>
            <pc:sldMk cId="736700286" sldId="822"/>
            <ac:spMk id="13" creationId="{07D9A2F8-8520-04EC-6BA0-7DCBF0229439}"/>
          </ac:spMkLst>
        </pc:spChg>
        <pc:spChg chg="add mod">
          <ac:chgData name="Hasan Jamal" userId="6724a5da2ffd1b8f" providerId="LiveId" clId="{0C177C6E-E5F3-4BD7-A9C3-3F2F65AA2CAB}" dt="2024-10-21T05:15:29.692" v="6082" actId="1037"/>
          <ac:spMkLst>
            <pc:docMk/>
            <pc:sldMk cId="736700286" sldId="822"/>
            <ac:spMk id="15" creationId="{AA48A3A7-9641-56C9-11FD-13C8A5B2CDC2}"/>
          </ac:spMkLst>
        </pc:spChg>
        <pc:spChg chg="add mod">
          <ac:chgData name="Hasan Jamal" userId="6724a5da2ffd1b8f" providerId="LiveId" clId="{0C177C6E-E5F3-4BD7-A9C3-3F2F65AA2CAB}" dt="2024-10-21T05:16:39.705" v="6140" actId="14100"/>
          <ac:spMkLst>
            <pc:docMk/>
            <pc:sldMk cId="736700286" sldId="822"/>
            <ac:spMk id="25" creationId="{6DC114ED-7159-C6CE-AB6B-144BE5A72BC3}"/>
          </ac:spMkLst>
        </pc:spChg>
        <pc:spChg chg="mod">
          <ac:chgData name="Hasan Jamal" userId="6724a5da2ffd1b8f" providerId="LiveId" clId="{0C177C6E-E5F3-4BD7-A9C3-3F2F65AA2CAB}" dt="2024-10-21T05:02:16.693" v="5715" actId="20577"/>
          <ac:spMkLst>
            <pc:docMk/>
            <pc:sldMk cId="736700286" sldId="822"/>
            <ac:spMk id="3074" creationId="{B34D76E1-A2BE-1233-E9A6-67926164E20D}"/>
          </ac:spMkLst>
        </pc:spChg>
        <pc:cxnChg chg="mod">
          <ac:chgData name="Hasan Jamal" userId="6724a5da2ffd1b8f" providerId="LiveId" clId="{0C177C6E-E5F3-4BD7-A9C3-3F2F65AA2CAB}" dt="2024-10-21T05:13:34.192" v="6045" actId="1036"/>
          <ac:cxnSpMkLst>
            <pc:docMk/>
            <pc:sldMk cId="736700286" sldId="822"/>
            <ac:cxnSpMk id="14" creationId="{D164CA3A-2A1D-C62F-8263-E51E4B436651}"/>
          </ac:cxnSpMkLst>
        </pc:cxnChg>
        <pc:cxnChg chg="add mod">
          <ac:chgData name="Hasan Jamal" userId="6724a5da2ffd1b8f" providerId="LiveId" clId="{0C177C6E-E5F3-4BD7-A9C3-3F2F65AA2CAB}" dt="2024-10-21T05:15:24.338" v="6074" actId="14100"/>
          <ac:cxnSpMkLst>
            <pc:docMk/>
            <pc:sldMk cId="736700286" sldId="822"/>
            <ac:cxnSpMk id="17" creationId="{7D410A66-018A-0BBB-CFB4-D1FB82AC00B7}"/>
          </ac:cxnSpMkLst>
        </pc:cxnChg>
        <pc:cxnChg chg="add mod">
          <ac:chgData name="Hasan Jamal" userId="6724a5da2ffd1b8f" providerId="LiveId" clId="{0C177C6E-E5F3-4BD7-A9C3-3F2F65AA2CAB}" dt="2024-10-21T05:15:04.699" v="6070" actId="14100"/>
          <ac:cxnSpMkLst>
            <pc:docMk/>
            <pc:sldMk cId="736700286" sldId="822"/>
            <ac:cxnSpMk id="18" creationId="{1A798DC0-EB45-EF1B-3E05-3D84D7059C2E}"/>
          </ac:cxnSpMkLst>
        </pc:cxnChg>
        <pc:cxnChg chg="add mod">
          <ac:chgData name="Hasan Jamal" userId="6724a5da2ffd1b8f" providerId="LiveId" clId="{0C177C6E-E5F3-4BD7-A9C3-3F2F65AA2CAB}" dt="2024-10-21T05:17:13.825" v="6188" actId="14100"/>
          <ac:cxnSpMkLst>
            <pc:docMk/>
            <pc:sldMk cId="736700286" sldId="822"/>
            <ac:cxnSpMk id="26" creationId="{8DD1BE07-C016-D6D8-7BA3-CD8CA29A9831}"/>
          </ac:cxnSpMkLst>
        </pc:cxnChg>
        <pc:cxnChg chg="add mod">
          <ac:chgData name="Hasan Jamal" userId="6724a5da2ffd1b8f" providerId="LiveId" clId="{0C177C6E-E5F3-4BD7-A9C3-3F2F65AA2CAB}" dt="2024-10-21T05:17:18.859" v="6189" actId="14100"/>
          <ac:cxnSpMkLst>
            <pc:docMk/>
            <pc:sldMk cId="736700286" sldId="822"/>
            <ac:cxnSpMk id="27" creationId="{B74E86E8-73CB-2FA5-3F32-05A8324503A7}"/>
          </ac:cxnSpMkLst>
        </pc:cxnChg>
      </pc:sldChg>
      <pc:sldChg chg="addSp delSp modSp add mod">
        <pc:chgData name="Hasan Jamal" userId="6724a5da2ffd1b8f" providerId="LiveId" clId="{0C177C6E-E5F3-4BD7-A9C3-3F2F65AA2CAB}" dt="2024-10-22T07:42:14.032" v="12123" actId="14100"/>
        <pc:sldMkLst>
          <pc:docMk/>
          <pc:sldMk cId="1428040278" sldId="823"/>
        </pc:sldMkLst>
        <pc:spChg chg="add mod">
          <ac:chgData name="Hasan Jamal" userId="6724a5da2ffd1b8f" providerId="LiveId" clId="{0C177C6E-E5F3-4BD7-A9C3-3F2F65AA2CAB}" dt="2024-10-21T05:42:16.471" v="6831"/>
          <ac:spMkLst>
            <pc:docMk/>
            <pc:sldMk cId="1428040278" sldId="823"/>
            <ac:spMk id="4" creationId="{F7A5631A-1C92-89DA-7799-482F591441F3}"/>
          </ac:spMkLst>
        </pc:spChg>
        <pc:spChg chg="add mod">
          <ac:chgData name="Hasan Jamal" userId="6724a5da2ffd1b8f" providerId="LiveId" clId="{0C177C6E-E5F3-4BD7-A9C3-3F2F65AA2CAB}" dt="2024-10-22T07:42:14.032" v="12123" actId="14100"/>
          <ac:spMkLst>
            <pc:docMk/>
            <pc:sldMk cId="1428040278" sldId="823"/>
            <ac:spMk id="5" creationId="{1E87B398-1A5E-D74D-5BE5-5028A39FC925}"/>
          </ac:spMkLst>
        </pc:spChg>
        <pc:spChg chg="add del mod">
          <ac:chgData name="Hasan Jamal" userId="6724a5da2ffd1b8f" providerId="LiveId" clId="{0C177C6E-E5F3-4BD7-A9C3-3F2F65AA2CAB}" dt="2024-10-21T05:41:54.955" v="6829" actId="14100"/>
          <ac:spMkLst>
            <pc:docMk/>
            <pc:sldMk cId="1428040278" sldId="823"/>
            <ac:spMk id="12" creationId="{3C5266F1-ACF7-4639-4AD2-64AAC74D79EB}"/>
          </ac:spMkLst>
        </pc:spChg>
        <pc:spChg chg="mod">
          <ac:chgData name="Hasan Jamal" userId="6724a5da2ffd1b8f" providerId="LiveId" clId="{0C177C6E-E5F3-4BD7-A9C3-3F2F65AA2CAB}" dt="2024-10-21T05:34:46.965" v="6563" actId="20577"/>
          <ac:spMkLst>
            <pc:docMk/>
            <pc:sldMk cId="1428040278" sldId="823"/>
            <ac:spMk id="3074" creationId="{FD2270AE-A9DD-AB31-3CD6-3315CCA87BCF}"/>
          </ac:spMkLst>
        </pc:spChg>
        <pc:graphicFrameChg chg="del">
          <ac:chgData name="Hasan Jamal" userId="6724a5da2ffd1b8f" providerId="LiveId" clId="{0C177C6E-E5F3-4BD7-A9C3-3F2F65AA2CAB}" dt="2024-10-21T05:35:19.765" v="6594" actId="478"/>
          <ac:graphicFrameMkLst>
            <pc:docMk/>
            <pc:sldMk cId="1428040278" sldId="823"/>
            <ac:graphicFrameMk id="2" creationId="{1905E8EC-B93B-6679-AD03-85E8BC066453}"/>
          </ac:graphicFrameMkLst>
        </pc:graphicFrameChg>
      </pc:sldChg>
      <pc:sldChg chg="modSp add mod modAnim">
        <pc:chgData name="Hasan Jamal" userId="6724a5da2ffd1b8f" providerId="LiveId" clId="{0C177C6E-E5F3-4BD7-A9C3-3F2F65AA2CAB}" dt="2024-10-21T05:52:11.174" v="6970" actId="1036"/>
        <pc:sldMkLst>
          <pc:docMk/>
          <pc:sldMk cId="3406667675" sldId="824"/>
        </pc:sldMkLst>
        <pc:spChg chg="mod">
          <ac:chgData name="Hasan Jamal" userId="6724a5da2ffd1b8f" providerId="LiveId" clId="{0C177C6E-E5F3-4BD7-A9C3-3F2F65AA2CAB}" dt="2024-10-21T05:52:05.792" v="6964"/>
          <ac:spMkLst>
            <pc:docMk/>
            <pc:sldMk cId="3406667675" sldId="824"/>
            <ac:spMk id="12" creationId="{EEE85CB2-7E06-590B-7C8A-54B0EEB15277}"/>
          </ac:spMkLst>
        </pc:spChg>
        <pc:spChg chg="mod">
          <ac:chgData name="Hasan Jamal" userId="6724a5da2ffd1b8f" providerId="LiveId" clId="{0C177C6E-E5F3-4BD7-A9C3-3F2F65AA2CAB}" dt="2024-10-21T05:48:59.209" v="6916" actId="14100"/>
          <ac:spMkLst>
            <pc:docMk/>
            <pc:sldMk cId="3406667675" sldId="824"/>
            <ac:spMk id="3074" creationId="{DBCFD705-6B68-09FB-7147-6026A2207EB3}"/>
          </ac:spMkLst>
        </pc:spChg>
        <pc:graphicFrameChg chg="mod modGraphic">
          <ac:chgData name="Hasan Jamal" userId="6724a5da2ffd1b8f" providerId="LiveId" clId="{0C177C6E-E5F3-4BD7-A9C3-3F2F65AA2CAB}" dt="2024-10-21T05:52:11.174" v="6970" actId="1036"/>
          <ac:graphicFrameMkLst>
            <pc:docMk/>
            <pc:sldMk cId="3406667675" sldId="824"/>
            <ac:graphicFrameMk id="2" creationId="{0DE407BF-F3EA-60DC-726E-F2ACE231FFBA}"/>
          </ac:graphicFrameMkLst>
        </pc:graphicFrameChg>
      </pc:sldChg>
      <pc:sldChg chg="delSp modSp add mod delAnim modAnim">
        <pc:chgData name="Hasan Jamal" userId="6724a5da2ffd1b8f" providerId="LiveId" clId="{0C177C6E-E5F3-4BD7-A9C3-3F2F65AA2CAB}" dt="2024-10-22T07:53:55.223" v="12141" actId="20577"/>
        <pc:sldMkLst>
          <pc:docMk/>
          <pc:sldMk cId="2744684931" sldId="825"/>
        </pc:sldMkLst>
        <pc:spChg chg="del">
          <ac:chgData name="Hasan Jamal" userId="6724a5da2ffd1b8f" providerId="LiveId" clId="{0C177C6E-E5F3-4BD7-A9C3-3F2F65AA2CAB}" dt="2024-10-21T06:02:06.987" v="7095" actId="478"/>
          <ac:spMkLst>
            <pc:docMk/>
            <pc:sldMk cId="2744684931" sldId="825"/>
            <ac:spMk id="7" creationId="{7FBD4E29-6416-85C4-1426-40A00DC355F3}"/>
          </ac:spMkLst>
        </pc:spChg>
        <pc:spChg chg="mod">
          <ac:chgData name="Hasan Jamal" userId="6724a5da2ffd1b8f" providerId="LiveId" clId="{0C177C6E-E5F3-4BD7-A9C3-3F2F65AA2CAB}" dt="2024-10-22T07:53:55.223" v="12141" actId="20577"/>
          <ac:spMkLst>
            <pc:docMk/>
            <pc:sldMk cId="2744684931" sldId="825"/>
            <ac:spMk id="12" creationId="{716A753D-1FF7-3F82-BCA6-9803F55FA36D}"/>
          </ac:spMkLst>
        </pc:spChg>
        <pc:spChg chg="mod">
          <ac:chgData name="Hasan Jamal" userId="6724a5da2ffd1b8f" providerId="LiveId" clId="{0C177C6E-E5F3-4BD7-A9C3-3F2F65AA2CAB}" dt="2024-10-21T06:03:22.465" v="7134" actId="20577"/>
          <ac:spMkLst>
            <pc:docMk/>
            <pc:sldMk cId="2744684931" sldId="825"/>
            <ac:spMk id="3074" creationId="{99A7FB9C-28F7-8FC0-D957-30DFFA474A90}"/>
          </ac:spMkLst>
        </pc:spChg>
        <pc:graphicFrameChg chg="del">
          <ac:chgData name="Hasan Jamal" userId="6724a5da2ffd1b8f" providerId="LiveId" clId="{0C177C6E-E5F3-4BD7-A9C3-3F2F65AA2CAB}" dt="2024-10-21T06:02:04.554" v="7094" actId="478"/>
          <ac:graphicFrameMkLst>
            <pc:docMk/>
            <pc:sldMk cId="2744684931" sldId="825"/>
            <ac:graphicFrameMk id="4" creationId="{C8E3C73B-2A9B-F3E4-494B-97C18C1C1E11}"/>
          </ac:graphicFrameMkLst>
        </pc:graphicFrameChg>
      </pc:sldChg>
      <pc:sldChg chg="addSp modSp add mod modAnim">
        <pc:chgData name="Hasan Jamal" userId="6724a5da2ffd1b8f" providerId="LiveId" clId="{0C177C6E-E5F3-4BD7-A9C3-3F2F65AA2CAB}" dt="2024-10-22T08:03:39.780" v="12476"/>
        <pc:sldMkLst>
          <pc:docMk/>
          <pc:sldMk cId="490968368" sldId="826"/>
        </pc:sldMkLst>
        <pc:spChg chg="mod">
          <ac:chgData name="Hasan Jamal" userId="6724a5da2ffd1b8f" providerId="LiveId" clId="{0C177C6E-E5F3-4BD7-A9C3-3F2F65AA2CAB}" dt="2024-10-21T06:12:58.338" v="7346" actId="14100"/>
          <ac:spMkLst>
            <pc:docMk/>
            <pc:sldMk cId="490968368" sldId="826"/>
            <ac:spMk id="12" creationId="{408FFD99-EBCA-DEB5-E371-B821B54A6358}"/>
          </ac:spMkLst>
        </pc:spChg>
        <pc:spChg chg="mod">
          <ac:chgData name="Hasan Jamal" userId="6724a5da2ffd1b8f" providerId="LiveId" clId="{0C177C6E-E5F3-4BD7-A9C3-3F2F65AA2CAB}" dt="2024-10-21T06:04:19.434" v="7140"/>
          <ac:spMkLst>
            <pc:docMk/>
            <pc:sldMk cId="490968368" sldId="826"/>
            <ac:spMk id="3074" creationId="{DE23C9BD-1079-6753-22F3-62B0364B396D}"/>
          </ac:spMkLst>
        </pc:spChg>
        <pc:graphicFrameChg chg="add mod modGraphic">
          <ac:chgData name="Hasan Jamal" userId="6724a5da2ffd1b8f" providerId="LiveId" clId="{0C177C6E-E5F3-4BD7-A9C3-3F2F65AA2CAB}" dt="2024-10-21T06:08:34.803" v="7276" actId="1035"/>
          <ac:graphicFrameMkLst>
            <pc:docMk/>
            <pc:sldMk cId="490968368" sldId="826"/>
            <ac:graphicFrameMk id="2" creationId="{02A229BE-2D5A-A320-D049-47D0587D3BC0}"/>
          </ac:graphicFrameMkLst>
        </pc:graphicFrameChg>
      </pc:sldChg>
      <pc:sldChg chg="modSp add mod">
        <pc:chgData name="Hasan Jamal" userId="6724a5da2ffd1b8f" providerId="LiveId" clId="{0C177C6E-E5F3-4BD7-A9C3-3F2F65AA2CAB}" dt="2024-10-21T06:17:15.889" v="7488" actId="207"/>
        <pc:sldMkLst>
          <pc:docMk/>
          <pc:sldMk cId="2797904385" sldId="827"/>
        </pc:sldMkLst>
        <pc:spChg chg="mod">
          <ac:chgData name="Hasan Jamal" userId="6724a5da2ffd1b8f" providerId="LiveId" clId="{0C177C6E-E5F3-4BD7-A9C3-3F2F65AA2CAB}" dt="2024-10-21T06:17:15.889" v="7488" actId="207"/>
          <ac:spMkLst>
            <pc:docMk/>
            <pc:sldMk cId="2797904385" sldId="827"/>
            <ac:spMk id="12" creationId="{3C0B3D0D-E18D-16BF-40EC-ACF4759AD391}"/>
          </ac:spMkLst>
        </pc:spChg>
        <pc:spChg chg="mod">
          <ac:chgData name="Hasan Jamal" userId="6724a5da2ffd1b8f" providerId="LiveId" clId="{0C177C6E-E5F3-4BD7-A9C3-3F2F65AA2CAB}" dt="2024-10-21T06:14:29.341" v="7356" actId="20577"/>
          <ac:spMkLst>
            <pc:docMk/>
            <pc:sldMk cId="2797904385" sldId="827"/>
            <ac:spMk id="3074" creationId="{482099A8-85B0-4BD4-9693-1A49A343EB52}"/>
          </ac:spMkLst>
        </pc:spChg>
      </pc:sldChg>
      <pc:sldChg chg="modSp add mod">
        <pc:chgData name="Hasan Jamal" userId="6724a5da2ffd1b8f" providerId="LiveId" clId="{0C177C6E-E5F3-4BD7-A9C3-3F2F65AA2CAB}" dt="2024-10-21T06:26:39.376" v="7844" actId="20577"/>
        <pc:sldMkLst>
          <pc:docMk/>
          <pc:sldMk cId="2337953599" sldId="828"/>
        </pc:sldMkLst>
        <pc:spChg chg="mod">
          <ac:chgData name="Hasan Jamal" userId="6724a5da2ffd1b8f" providerId="LiveId" clId="{0C177C6E-E5F3-4BD7-A9C3-3F2F65AA2CAB}" dt="2024-10-21T06:26:39.376" v="7844" actId="20577"/>
          <ac:spMkLst>
            <pc:docMk/>
            <pc:sldMk cId="2337953599" sldId="828"/>
            <ac:spMk id="12" creationId="{EF0103A9-5651-5DD5-4896-4F41D6AC8FB0}"/>
          </ac:spMkLst>
        </pc:spChg>
        <pc:spChg chg="mod">
          <ac:chgData name="Hasan Jamal" userId="6724a5da2ffd1b8f" providerId="LiveId" clId="{0C177C6E-E5F3-4BD7-A9C3-3F2F65AA2CAB}" dt="2024-10-21T06:22:14.054" v="7497" actId="20577"/>
          <ac:spMkLst>
            <pc:docMk/>
            <pc:sldMk cId="2337953599" sldId="828"/>
            <ac:spMk id="3074" creationId="{CA47A105-0621-416E-E0A9-1345A9A613B1}"/>
          </ac:spMkLst>
        </pc:spChg>
      </pc:sldChg>
      <pc:sldChg chg="modSp add mod">
        <pc:chgData name="Hasan Jamal" userId="6724a5da2ffd1b8f" providerId="LiveId" clId="{0C177C6E-E5F3-4BD7-A9C3-3F2F65AA2CAB}" dt="2024-10-21T06:31:02.473" v="7988"/>
        <pc:sldMkLst>
          <pc:docMk/>
          <pc:sldMk cId="2145772478" sldId="829"/>
        </pc:sldMkLst>
        <pc:spChg chg="mod">
          <ac:chgData name="Hasan Jamal" userId="6724a5da2ffd1b8f" providerId="LiveId" clId="{0C177C6E-E5F3-4BD7-A9C3-3F2F65AA2CAB}" dt="2024-10-21T06:31:02.473" v="7988"/>
          <ac:spMkLst>
            <pc:docMk/>
            <pc:sldMk cId="2145772478" sldId="829"/>
            <ac:spMk id="12" creationId="{DB62EF7B-FE98-C7B5-1A3B-7B92DF08354A}"/>
          </ac:spMkLst>
        </pc:spChg>
        <pc:spChg chg="mod">
          <ac:chgData name="Hasan Jamal" userId="6724a5da2ffd1b8f" providerId="LiveId" clId="{0C177C6E-E5F3-4BD7-A9C3-3F2F65AA2CAB}" dt="2024-10-21T06:27:01.540" v="7856" actId="20577"/>
          <ac:spMkLst>
            <pc:docMk/>
            <pc:sldMk cId="2145772478" sldId="829"/>
            <ac:spMk id="3074" creationId="{A20F2CB3-CD08-5303-AE16-D0AD38BEB250}"/>
          </ac:spMkLst>
        </pc:spChg>
      </pc:sldChg>
      <pc:sldChg chg="delSp modSp add mod">
        <pc:chgData name="Hasan Jamal" userId="6724a5da2ffd1b8f" providerId="LiveId" clId="{0C177C6E-E5F3-4BD7-A9C3-3F2F65AA2CAB}" dt="2024-10-21T10:02:52.046" v="8635" actId="20577"/>
        <pc:sldMkLst>
          <pc:docMk/>
          <pc:sldMk cId="2929076733" sldId="830"/>
        </pc:sldMkLst>
        <pc:spChg chg="mod">
          <ac:chgData name="Hasan Jamal" userId="6724a5da2ffd1b8f" providerId="LiveId" clId="{0C177C6E-E5F3-4BD7-A9C3-3F2F65AA2CAB}" dt="2024-10-21T10:02:52.046" v="8635" actId="20577"/>
          <ac:spMkLst>
            <pc:docMk/>
            <pc:sldMk cId="2929076733" sldId="830"/>
            <ac:spMk id="2" creationId="{0B5B56A0-E7F9-8C91-93D3-B51B34865CD7}"/>
          </ac:spMkLst>
        </pc:spChg>
        <pc:spChg chg="mod">
          <ac:chgData name="Hasan Jamal" userId="6724a5da2ffd1b8f" providerId="LiveId" clId="{0C177C6E-E5F3-4BD7-A9C3-3F2F65AA2CAB}" dt="2024-10-21T06:45:01.609" v="8356" actId="1076"/>
          <ac:spMkLst>
            <pc:docMk/>
            <pc:sldMk cId="2929076733" sldId="830"/>
            <ac:spMk id="4" creationId="{A80941EF-AC95-6473-B5F4-13BFAC8003F2}"/>
          </ac:spMkLst>
        </pc:spChg>
        <pc:spChg chg="del mod">
          <ac:chgData name="Hasan Jamal" userId="6724a5da2ffd1b8f" providerId="LiveId" clId="{0C177C6E-E5F3-4BD7-A9C3-3F2F65AA2CAB}" dt="2024-10-21T06:41:16.269" v="8141" actId="478"/>
          <ac:spMkLst>
            <pc:docMk/>
            <pc:sldMk cId="2929076733" sldId="830"/>
            <ac:spMk id="5" creationId="{84D99131-CEB1-9F4F-DC29-28043447E9B7}"/>
          </ac:spMkLst>
        </pc:spChg>
        <pc:spChg chg="del mod">
          <ac:chgData name="Hasan Jamal" userId="6724a5da2ffd1b8f" providerId="LiveId" clId="{0C177C6E-E5F3-4BD7-A9C3-3F2F65AA2CAB}" dt="2024-10-21T06:41:16.269" v="8141" actId="478"/>
          <ac:spMkLst>
            <pc:docMk/>
            <pc:sldMk cId="2929076733" sldId="830"/>
            <ac:spMk id="6" creationId="{A5B6C0F0-5A12-E299-5926-0B94D3010873}"/>
          </ac:spMkLst>
        </pc:spChg>
        <pc:spChg chg="mod">
          <ac:chgData name="Hasan Jamal" userId="6724a5da2ffd1b8f" providerId="LiveId" clId="{0C177C6E-E5F3-4BD7-A9C3-3F2F65AA2CAB}" dt="2024-10-21T06:39:42.646" v="8114"/>
          <ac:spMkLst>
            <pc:docMk/>
            <pc:sldMk cId="2929076733" sldId="830"/>
            <ac:spMk id="7" creationId="{EB2B7D02-F793-B2DF-0563-BE3466DA8C4E}"/>
          </ac:spMkLst>
        </pc:spChg>
        <pc:spChg chg="mod">
          <ac:chgData name="Hasan Jamal" userId="6724a5da2ffd1b8f" providerId="LiveId" clId="{0C177C6E-E5F3-4BD7-A9C3-3F2F65AA2CAB}" dt="2024-10-21T06:44:19.113" v="8301" actId="1076"/>
          <ac:spMkLst>
            <pc:docMk/>
            <pc:sldMk cId="2929076733" sldId="830"/>
            <ac:spMk id="8" creationId="{6165E256-4493-9D95-B2A9-E412F7D7DE52}"/>
          </ac:spMkLst>
        </pc:spChg>
        <pc:spChg chg="mod">
          <ac:chgData name="Hasan Jamal" userId="6724a5da2ffd1b8f" providerId="LiveId" clId="{0C177C6E-E5F3-4BD7-A9C3-3F2F65AA2CAB}" dt="2024-10-21T06:43:56.337" v="8297" actId="1076"/>
          <ac:spMkLst>
            <pc:docMk/>
            <pc:sldMk cId="2929076733" sldId="830"/>
            <ac:spMk id="9" creationId="{56D87FE6-7588-C2A9-62A8-5F3C08D58C7C}"/>
          </ac:spMkLst>
        </pc:spChg>
        <pc:spChg chg="mod">
          <ac:chgData name="Hasan Jamal" userId="6724a5da2ffd1b8f" providerId="LiveId" clId="{0C177C6E-E5F3-4BD7-A9C3-3F2F65AA2CAB}" dt="2024-10-21T06:39:37.962" v="8113"/>
          <ac:spMkLst>
            <pc:docMk/>
            <pc:sldMk cId="2929076733" sldId="830"/>
            <ac:spMk id="10" creationId="{0736630A-248D-2909-8C11-FA4286B1A001}"/>
          </ac:spMkLst>
        </pc:spChg>
        <pc:spChg chg="mod">
          <ac:chgData name="Hasan Jamal" userId="6724a5da2ffd1b8f" providerId="LiveId" clId="{0C177C6E-E5F3-4BD7-A9C3-3F2F65AA2CAB}" dt="2024-10-21T06:44:04.276" v="8300" actId="14100"/>
          <ac:spMkLst>
            <pc:docMk/>
            <pc:sldMk cId="2929076733" sldId="830"/>
            <ac:spMk id="11" creationId="{09129CE0-D125-7824-D5CB-670BA2E51B8D}"/>
          </ac:spMkLst>
        </pc:spChg>
        <pc:spChg chg="mod">
          <ac:chgData name="Hasan Jamal" userId="6724a5da2ffd1b8f" providerId="LiveId" clId="{0C177C6E-E5F3-4BD7-A9C3-3F2F65AA2CAB}" dt="2024-10-21T06:44:30.522" v="8304" actId="1076"/>
          <ac:spMkLst>
            <pc:docMk/>
            <pc:sldMk cId="2929076733" sldId="830"/>
            <ac:spMk id="13" creationId="{E12E8595-8715-1A4B-2979-35AA57C948AD}"/>
          </ac:spMkLst>
        </pc:spChg>
        <pc:spChg chg="mod">
          <ac:chgData name="Hasan Jamal" userId="6724a5da2ffd1b8f" providerId="LiveId" clId="{0C177C6E-E5F3-4BD7-A9C3-3F2F65AA2CAB}" dt="2024-10-21T06:41:37.282" v="8195" actId="1035"/>
          <ac:spMkLst>
            <pc:docMk/>
            <pc:sldMk cId="2929076733" sldId="830"/>
            <ac:spMk id="15" creationId="{EBE313CA-AADF-9CCC-9ED9-77CC650435D0}"/>
          </ac:spMkLst>
        </pc:spChg>
        <pc:spChg chg="mod">
          <ac:chgData name="Hasan Jamal" userId="6724a5da2ffd1b8f" providerId="LiveId" clId="{0C177C6E-E5F3-4BD7-A9C3-3F2F65AA2CAB}" dt="2024-10-21T06:44:42.068" v="8330" actId="1035"/>
          <ac:spMkLst>
            <pc:docMk/>
            <pc:sldMk cId="2929076733" sldId="830"/>
            <ac:spMk id="25" creationId="{6D9D6C92-62D8-2299-89D1-88C318446DAD}"/>
          </ac:spMkLst>
        </pc:spChg>
        <pc:spChg chg="mod">
          <ac:chgData name="Hasan Jamal" userId="6724a5da2ffd1b8f" providerId="LiveId" clId="{0C177C6E-E5F3-4BD7-A9C3-3F2F65AA2CAB}" dt="2024-10-21T06:36:40.016" v="8004" actId="20577"/>
          <ac:spMkLst>
            <pc:docMk/>
            <pc:sldMk cId="2929076733" sldId="830"/>
            <ac:spMk id="3074" creationId="{26B5F793-59AC-4345-9898-ACA6DD401880}"/>
          </ac:spMkLst>
        </pc:spChg>
        <pc:cxnChg chg="mod">
          <ac:chgData name="Hasan Jamal" userId="6724a5da2ffd1b8f" providerId="LiveId" clId="{0C177C6E-E5F3-4BD7-A9C3-3F2F65AA2CAB}" dt="2024-10-21T06:44:54.276" v="8354" actId="1036"/>
          <ac:cxnSpMkLst>
            <pc:docMk/>
            <pc:sldMk cId="2929076733" sldId="830"/>
            <ac:cxnSpMk id="14" creationId="{375BDF44-2F4B-6B76-DEB2-0111569BAF04}"/>
          </ac:cxnSpMkLst>
        </pc:cxnChg>
        <pc:cxnChg chg="mod">
          <ac:chgData name="Hasan Jamal" userId="6724a5da2ffd1b8f" providerId="LiveId" clId="{0C177C6E-E5F3-4BD7-A9C3-3F2F65AA2CAB}" dt="2024-10-21T06:37:08.042" v="8025" actId="1035"/>
          <ac:cxnSpMkLst>
            <pc:docMk/>
            <pc:sldMk cId="2929076733" sldId="830"/>
            <ac:cxnSpMk id="17" creationId="{6F4BFBAA-0CC4-349E-410F-CDE6DA2A8A3B}"/>
          </ac:cxnSpMkLst>
        </pc:cxnChg>
        <pc:cxnChg chg="mod">
          <ac:chgData name="Hasan Jamal" userId="6724a5da2ffd1b8f" providerId="LiveId" clId="{0C177C6E-E5F3-4BD7-A9C3-3F2F65AA2CAB}" dt="2024-10-21T06:37:08.042" v="8025" actId="1035"/>
          <ac:cxnSpMkLst>
            <pc:docMk/>
            <pc:sldMk cId="2929076733" sldId="830"/>
            <ac:cxnSpMk id="18" creationId="{1C03B5C1-129C-7904-73D9-E2DA4665DF7D}"/>
          </ac:cxnSpMkLst>
        </pc:cxnChg>
        <pc:cxnChg chg="mod">
          <ac:chgData name="Hasan Jamal" userId="6724a5da2ffd1b8f" providerId="LiveId" clId="{0C177C6E-E5F3-4BD7-A9C3-3F2F65AA2CAB}" dt="2024-10-21T06:44:42.068" v="8330" actId="1035"/>
          <ac:cxnSpMkLst>
            <pc:docMk/>
            <pc:sldMk cId="2929076733" sldId="830"/>
            <ac:cxnSpMk id="26" creationId="{D15B8A14-FC38-AE9A-13FA-54DD575A3D05}"/>
          </ac:cxnSpMkLst>
        </pc:cxnChg>
        <pc:cxnChg chg="mod">
          <ac:chgData name="Hasan Jamal" userId="6724a5da2ffd1b8f" providerId="LiveId" clId="{0C177C6E-E5F3-4BD7-A9C3-3F2F65AA2CAB}" dt="2024-10-21T06:44:42.068" v="8330" actId="1035"/>
          <ac:cxnSpMkLst>
            <pc:docMk/>
            <pc:sldMk cId="2929076733" sldId="830"/>
            <ac:cxnSpMk id="27" creationId="{EA017406-6B1B-3E77-0604-FDA26AC3C373}"/>
          </ac:cxnSpMkLst>
        </pc:cxnChg>
      </pc:sldChg>
      <pc:sldChg chg="addSp modSp add mod">
        <pc:chgData name="Hasan Jamal" userId="6724a5da2ffd1b8f" providerId="LiveId" clId="{0C177C6E-E5F3-4BD7-A9C3-3F2F65AA2CAB}" dt="2024-10-21T10:05:11.888" v="8677" actId="1037"/>
        <pc:sldMkLst>
          <pc:docMk/>
          <pc:sldMk cId="33197305" sldId="831"/>
        </pc:sldMkLst>
        <pc:spChg chg="add mod">
          <ac:chgData name="Hasan Jamal" userId="6724a5da2ffd1b8f" providerId="LiveId" clId="{0C177C6E-E5F3-4BD7-A9C3-3F2F65AA2CAB}" dt="2024-10-21T10:05:11.888" v="8677" actId="1037"/>
          <ac:spMkLst>
            <pc:docMk/>
            <pc:sldMk cId="33197305" sldId="831"/>
            <ac:spMk id="2" creationId="{ABFD7869-C7C1-ACF6-FB23-FCD49CE5FD1C}"/>
          </ac:spMkLst>
        </pc:spChg>
        <pc:spChg chg="mod">
          <ac:chgData name="Hasan Jamal" userId="6724a5da2ffd1b8f" providerId="LiveId" clId="{0C177C6E-E5F3-4BD7-A9C3-3F2F65AA2CAB}" dt="2024-10-21T10:01:26.215" v="8556" actId="6549"/>
          <ac:spMkLst>
            <pc:docMk/>
            <pc:sldMk cId="33197305" sldId="831"/>
            <ac:spMk id="12" creationId="{1D85BD79-9B92-A0EF-9340-EAB09DD8311C}"/>
          </ac:spMkLst>
        </pc:spChg>
        <pc:spChg chg="mod">
          <ac:chgData name="Hasan Jamal" userId="6724a5da2ffd1b8f" providerId="LiveId" clId="{0C177C6E-E5F3-4BD7-A9C3-3F2F65AA2CAB}" dt="2024-10-21T09:59:31.989" v="8378" actId="20577"/>
          <ac:spMkLst>
            <pc:docMk/>
            <pc:sldMk cId="33197305" sldId="831"/>
            <ac:spMk id="3074" creationId="{9181BF80-8109-A7BF-AECC-5C6CCE98828D}"/>
          </ac:spMkLst>
        </pc:spChg>
      </pc:sldChg>
      <pc:sldChg chg="delSp modSp add mod">
        <pc:chgData name="Hasan Jamal" userId="6724a5da2ffd1b8f" providerId="LiveId" clId="{0C177C6E-E5F3-4BD7-A9C3-3F2F65AA2CAB}" dt="2024-10-21T10:14:37.695" v="8979" actId="2711"/>
        <pc:sldMkLst>
          <pc:docMk/>
          <pc:sldMk cId="3988028389" sldId="832"/>
        </pc:sldMkLst>
        <pc:spChg chg="del">
          <ac:chgData name="Hasan Jamal" userId="6724a5da2ffd1b8f" providerId="LiveId" clId="{0C177C6E-E5F3-4BD7-A9C3-3F2F65AA2CAB}" dt="2024-10-21T10:05:43.801" v="8679" actId="478"/>
          <ac:spMkLst>
            <pc:docMk/>
            <pc:sldMk cId="3988028389" sldId="832"/>
            <ac:spMk id="2" creationId="{9BCB1A10-7556-7603-C4B7-5371D0900E77}"/>
          </ac:spMkLst>
        </pc:spChg>
        <pc:spChg chg="mod">
          <ac:chgData name="Hasan Jamal" userId="6724a5da2ffd1b8f" providerId="LiveId" clId="{0C177C6E-E5F3-4BD7-A9C3-3F2F65AA2CAB}" dt="2024-10-21T10:14:37.695" v="8979" actId="2711"/>
          <ac:spMkLst>
            <pc:docMk/>
            <pc:sldMk cId="3988028389" sldId="832"/>
            <ac:spMk id="12" creationId="{A147D44C-8F93-F836-D903-69F767F94A03}"/>
          </ac:spMkLst>
        </pc:spChg>
      </pc:sldChg>
      <pc:sldChg chg="modSp add mod">
        <pc:chgData name="Hasan Jamal" userId="6724a5da2ffd1b8f" providerId="LiveId" clId="{0C177C6E-E5F3-4BD7-A9C3-3F2F65AA2CAB}" dt="2024-10-21T10:19:57.054" v="9110" actId="113"/>
        <pc:sldMkLst>
          <pc:docMk/>
          <pc:sldMk cId="1524573923" sldId="833"/>
        </pc:sldMkLst>
        <pc:spChg chg="mod">
          <ac:chgData name="Hasan Jamal" userId="6724a5da2ffd1b8f" providerId="LiveId" clId="{0C177C6E-E5F3-4BD7-A9C3-3F2F65AA2CAB}" dt="2024-10-21T10:19:57.054" v="9110" actId="113"/>
          <ac:spMkLst>
            <pc:docMk/>
            <pc:sldMk cId="1524573923" sldId="833"/>
            <ac:spMk id="12" creationId="{7538B74B-5126-1676-76AF-931D4A12979D}"/>
          </ac:spMkLst>
        </pc:spChg>
        <pc:spChg chg="mod">
          <ac:chgData name="Hasan Jamal" userId="6724a5da2ffd1b8f" providerId="LiveId" clId="{0C177C6E-E5F3-4BD7-A9C3-3F2F65AA2CAB}" dt="2024-10-21T10:15:17.265" v="8996" actId="20577"/>
          <ac:spMkLst>
            <pc:docMk/>
            <pc:sldMk cId="1524573923" sldId="833"/>
            <ac:spMk id="3074" creationId="{8E1FA472-2290-EA68-F277-E410B83B6A5F}"/>
          </ac:spMkLst>
        </pc:spChg>
      </pc:sldChg>
      <pc:sldChg chg="modSp add mod">
        <pc:chgData name="Hasan Jamal" userId="6724a5da2ffd1b8f" providerId="LiveId" clId="{0C177C6E-E5F3-4BD7-A9C3-3F2F65AA2CAB}" dt="2024-10-21T10:30:36.232" v="9295" actId="207"/>
        <pc:sldMkLst>
          <pc:docMk/>
          <pc:sldMk cId="2655579869" sldId="834"/>
        </pc:sldMkLst>
        <pc:spChg chg="mod">
          <ac:chgData name="Hasan Jamal" userId="6724a5da2ffd1b8f" providerId="LiveId" clId="{0C177C6E-E5F3-4BD7-A9C3-3F2F65AA2CAB}" dt="2024-10-21T10:30:36.232" v="9295" actId="207"/>
          <ac:spMkLst>
            <pc:docMk/>
            <pc:sldMk cId="2655579869" sldId="834"/>
            <ac:spMk id="12" creationId="{4D7DDF8C-665C-9C21-43E0-6EE4B56B0D0B}"/>
          </ac:spMkLst>
        </pc:spChg>
        <pc:spChg chg="mod">
          <ac:chgData name="Hasan Jamal" userId="6724a5da2ffd1b8f" providerId="LiveId" clId="{0C177C6E-E5F3-4BD7-A9C3-3F2F65AA2CAB}" dt="2024-10-21T10:20:21.792" v="9131" actId="20577"/>
          <ac:spMkLst>
            <pc:docMk/>
            <pc:sldMk cId="2655579869" sldId="834"/>
            <ac:spMk id="3074" creationId="{ED2C120E-C7EE-7EEC-CA23-CF2164A03D03}"/>
          </ac:spMkLst>
        </pc:spChg>
      </pc:sldChg>
      <pc:sldChg chg="addSp modSp add mod">
        <pc:chgData name="Hasan Jamal" userId="6724a5da2ffd1b8f" providerId="LiveId" clId="{0C177C6E-E5F3-4BD7-A9C3-3F2F65AA2CAB}" dt="2024-11-14T10:47:29.266" v="13389" actId="20577"/>
        <pc:sldMkLst>
          <pc:docMk/>
          <pc:sldMk cId="273887641" sldId="835"/>
        </pc:sldMkLst>
        <pc:spChg chg="add mod">
          <ac:chgData name="Hasan Jamal" userId="6724a5da2ffd1b8f" providerId="LiveId" clId="{0C177C6E-E5F3-4BD7-A9C3-3F2F65AA2CAB}" dt="2024-10-21T10:40:00.784" v="9748" actId="207"/>
          <ac:spMkLst>
            <pc:docMk/>
            <pc:sldMk cId="273887641" sldId="835"/>
            <ac:spMk id="2" creationId="{4622F9A5-3AE5-8B35-3B3A-659F842CEBEF}"/>
          </ac:spMkLst>
        </pc:spChg>
        <pc:spChg chg="add mod">
          <ac:chgData name="Hasan Jamal" userId="6724a5da2ffd1b8f" providerId="LiveId" clId="{0C177C6E-E5F3-4BD7-A9C3-3F2F65AA2CAB}" dt="2024-10-21T10:41:41.200" v="9774" actId="1036"/>
          <ac:spMkLst>
            <pc:docMk/>
            <pc:sldMk cId="273887641" sldId="835"/>
            <ac:spMk id="4" creationId="{9FDC5D1B-56D6-0F90-2A3E-722A53413D59}"/>
          </ac:spMkLst>
        </pc:spChg>
        <pc:spChg chg="add mod">
          <ac:chgData name="Hasan Jamal" userId="6724a5da2ffd1b8f" providerId="LiveId" clId="{0C177C6E-E5F3-4BD7-A9C3-3F2F65AA2CAB}" dt="2024-10-21T10:41:54.211" v="9782" actId="1035"/>
          <ac:spMkLst>
            <pc:docMk/>
            <pc:sldMk cId="273887641" sldId="835"/>
            <ac:spMk id="5" creationId="{689373F3-1F76-033F-19C5-825D4FE8441C}"/>
          </ac:spMkLst>
        </pc:spChg>
        <pc:spChg chg="mod">
          <ac:chgData name="Hasan Jamal" userId="6724a5da2ffd1b8f" providerId="LiveId" clId="{0C177C6E-E5F3-4BD7-A9C3-3F2F65AA2CAB}" dt="2024-11-14T10:47:29.266" v="13389" actId="20577"/>
          <ac:spMkLst>
            <pc:docMk/>
            <pc:sldMk cId="273887641" sldId="835"/>
            <ac:spMk id="12" creationId="{E875A2D6-A456-DA17-B45D-4499BD8D247B}"/>
          </ac:spMkLst>
        </pc:spChg>
        <pc:spChg chg="mod">
          <ac:chgData name="Hasan Jamal" userId="6724a5da2ffd1b8f" providerId="LiveId" clId="{0C177C6E-E5F3-4BD7-A9C3-3F2F65AA2CAB}" dt="2024-10-21T10:32:58.167" v="9323" actId="20577"/>
          <ac:spMkLst>
            <pc:docMk/>
            <pc:sldMk cId="273887641" sldId="835"/>
            <ac:spMk id="3074" creationId="{FA5C0E87-11FE-2F07-49B9-C10052D915B7}"/>
          </ac:spMkLst>
        </pc:spChg>
        <pc:cxnChg chg="add mod">
          <ac:chgData name="Hasan Jamal" userId="6724a5da2ffd1b8f" providerId="LiveId" clId="{0C177C6E-E5F3-4BD7-A9C3-3F2F65AA2CAB}" dt="2024-10-21T10:41:11.380" v="9759" actId="208"/>
          <ac:cxnSpMkLst>
            <pc:docMk/>
            <pc:sldMk cId="273887641" sldId="835"/>
            <ac:cxnSpMk id="7" creationId="{18077838-AD32-F7F8-A0AB-9BB3D257D5C5}"/>
          </ac:cxnSpMkLst>
        </pc:cxnChg>
        <pc:cxnChg chg="add mod">
          <ac:chgData name="Hasan Jamal" userId="6724a5da2ffd1b8f" providerId="LiveId" clId="{0C177C6E-E5F3-4BD7-A9C3-3F2F65AA2CAB}" dt="2024-10-21T10:41:47.067" v="9775" actId="1076"/>
          <ac:cxnSpMkLst>
            <pc:docMk/>
            <pc:sldMk cId="273887641" sldId="835"/>
            <ac:cxnSpMk id="8" creationId="{E6746790-75CC-37BE-0613-2F3B4343417F}"/>
          </ac:cxnSpMkLst>
        </pc:cxnChg>
        <pc:cxnChg chg="add mod">
          <ac:chgData name="Hasan Jamal" userId="6724a5da2ffd1b8f" providerId="LiveId" clId="{0C177C6E-E5F3-4BD7-A9C3-3F2F65AA2CAB}" dt="2024-10-21T10:42:07.619" v="9788" actId="14100"/>
          <ac:cxnSpMkLst>
            <pc:docMk/>
            <pc:sldMk cId="273887641" sldId="835"/>
            <ac:cxnSpMk id="9" creationId="{39B7B0CA-FAB5-ABA6-31DF-15ECDE8A8C9F}"/>
          </ac:cxnSpMkLst>
        </pc:cxnChg>
      </pc:sldChg>
      <pc:sldChg chg="modSp add mod">
        <pc:chgData name="Hasan Jamal" userId="6724a5da2ffd1b8f" providerId="LiveId" clId="{0C177C6E-E5F3-4BD7-A9C3-3F2F65AA2CAB}" dt="2024-10-21T10:51:31.181" v="9919" actId="27636"/>
        <pc:sldMkLst>
          <pc:docMk/>
          <pc:sldMk cId="3236061358" sldId="836"/>
        </pc:sldMkLst>
        <pc:spChg chg="mod">
          <ac:chgData name="Hasan Jamal" userId="6724a5da2ffd1b8f" providerId="LiveId" clId="{0C177C6E-E5F3-4BD7-A9C3-3F2F65AA2CAB}" dt="2024-10-21T10:51:31.181" v="9919" actId="27636"/>
          <ac:spMkLst>
            <pc:docMk/>
            <pc:sldMk cId="3236061358" sldId="836"/>
            <ac:spMk id="12" creationId="{7996032A-BDED-6996-A52C-D144D6AB3A93}"/>
          </ac:spMkLst>
        </pc:spChg>
        <pc:spChg chg="mod">
          <ac:chgData name="Hasan Jamal" userId="6724a5da2ffd1b8f" providerId="LiveId" clId="{0C177C6E-E5F3-4BD7-A9C3-3F2F65AA2CAB}" dt="2024-10-21T10:44:41.656" v="9821" actId="20577"/>
          <ac:spMkLst>
            <pc:docMk/>
            <pc:sldMk cId="3236061358" sldId="836"/>
            <ac:spMk id="3074" creationId="{9232123C-D254-1437-5A03-6F49AF8E5E2C}"/>
          </ac:spMkLst>
        </pc:spChg>
      </pc:sldChg>
      <pc:sldChg chg="addSp modSp add mod">
        <pc:chgData name="Hasan Jamal" userId="6724a5da2ffd1b8f" providerId="LiveId" clId="{0C177C6E-E5F3-4BD7-A9C3-3F2F65AA2CAB}" dt="2024-10-21T11:09:20.141" v="10151" actId="1076"/>
        <pc:sldMkLst>
          <pc:docMk/>
          <pc:sldMk cId="2873902577" sldId="837"/>
        </pc:sldMkLst>
        <pc:spChg chg="add mod">
          <ac:chgData name="Hasan Jamal" userId="6724a5da2ffd1b8f" providerId="LiveId" clId="{0C177C6E-E5F3-4BD7-A9C3-3F2F65AA2CAB}" dt="2024-10-21T11:09:01.912" v="10148" actId="14100"/>
          <ac:spMkLst>
            <pc:docMk/>
            <pc:sldMk cId="2873902577" sldId="837"/>
            <ac:spMk id="2" creationId="{34257197-B50C-B849-3AF9-620CF39F481E}"/>
          </ac:spMkLst>
        </pc:spChg>
        <pc:spChg chg="add mod">
          <ac:chgData name="Hasan Jamal" userId="6724a5da2ffd1b8f" providerId="LiveId" clId="{0C177C6E-E5F3-4BD7-A9C3-3F2F65AA2CAB}" dt="2024-10-21T11:08:55.801" v="10147" actId="207"/>
          <ac:spMkLst>
            <pc:docMk/>
            <pc:sldMk cId="2873902577" sldId="837"/>
            <ac:spMk id="4" creationId="{5ACEEDC4-688F-1206-432C-76562B0025E4}"/>
          </ac:spMkLst>
        </pc:spChg>
        <pc:spChg chg="add mod">
          <ac:chgData name="Hasan Jamal" userId="6724a5da2ffd1b8f" providerId="LiveId" clId="{0C177C6E-E5F3-4BD7-A9C3-3F2F65AA2CAB}" dt="2024-10-21T11:09:13.964" v="10150" actId="1076"/>
          <ac:spMkLst>
            <pc:docMk/>
            <pc:sldMk cId="2873902577" sldId="837"/>
            <ac:spMk id="5" creationId="{1F05958C-2CDB-04A6-523D-635CAFBDCAF0}"/>
          </ac:spMkLst>
        </pc:spChg>
        <pc:spChg chg="add mod">
          <ac:chgData name="Hasan Jamal" userId="6724a5da2ffd1b8f" providerId="LiveId" clId="{0C177C6E-E5F3-4BD7-A9C3-3F2F65AA2CAB}" dt="2024-10-21T11:09:20.141" v="10151" actId="1076"/>
          <ac:spMkLst>
            <pc:docMk/>
            <pc:sldMk cId="2873902577" sldId="837"/>
            <ac:spMk id="6" creationId="{A7CE8E28-F0BF-57C6-7BCA-3DE4F395E881}"/>
          </ac:spMkLst>
        </pc:spChg>
        <pc:spChg chg="mod">
          <ac:chgData name="Hasan Jamal" userId="6724a5da2ffd1b8f" providerId="LiveId" clId="{0C177C6E-E5F3-4BD7-A9C3-3F2F65AA2CAB}" dt="2024-10-21T11:03:14.385" v="9945"/>
          <ac:spMkLst>
            <pc:docMk/>
            <pc:sldMk cId="2873902577" sldId="837"/>
            <ac:spMk id="12" creationId="{5C5E9CE0-0B10-4BF8-E811-4ED2B152A62E}"/>
          </ac:spMkLst>
        </pc:spChg>
      </pc:sldChg>
      <pc:sldChg chg="addSp delSp modSp add mod modAnim">
        <pc:chgData name="Hasan Jamal" userId="6724a5da2ffd1b8f" providerId="LiveId" clId="{0C177C6E-E5F3-4BD7-A9C3-3F2F65AA2CAB}" dt="2024-10-21T11:41:09.732" v="10587" actId="14100"/>
        <pc:sldMkLst>
          <pc:docMk/>
          <pc:sldMk cId="2270364909" sldId="838"/>
        </pc:sldMkLst>
        <pc:spChg chg="mod">
          <ac:chgData name="Hasan Jamal" userId="6724a5da2ffd1b8f" providerId="LiveId" clId="{0C177C6E-E5F3-4BD7-A9C3-3F2F65AA2CAB}" dt="2024-10-21T11:34:22.626" v="10487" actId="1035"/>
          <ac:spMkLst>
            <pc:docMk/>
            <pc:sldMk cId="2270364909" sldId="838"/>
            <ac:spMk id="2" creationId="{ABBDA3D1-8A07-DFE5-ABF7-39799E07255B}"/>
          </ac:spMkLst>
        </pc:spChg>
        <pc:spChg chg="del">
          <ac:chgData name="Hasan Jamal" userId="6724a5da2ffd1b8f" providerId="LiveId" clId="{0C177C6E-E5F3-4BD7-A9C3-3F2F65AA2CAB}" dt="2024-10-21T11:12:41.009" v="10243" actId="478"/>
          <ac:spMkLst>
            <pc:docMk/>
            <pc:sldMk cId="2270364909" sldId="838"/>
            <ac:spMk id="4" creationId="{81C20802-C553-80F6-949A-FD1DB6C7F267}"/>
          </ac:spMkLst>
        </pc:spChg>
        <pc:spChg chg="del">
          <ac:chgData name="Hasan Jamal" userId="6724a5da2ffd1b8f" providerId="LiveId" clId="{0C177C6E-E5F3-4BD7-A9C3-3F2F65AA2CAB}" dt="2024-10-21T11:12:36.963" v="10242" actId="478"/>
          <ac:spMkLst>
            <pc:docMk/>
            <pc:sldMk cId="2270364909" sldId="838"/>
            <ac:spMk id="5" creationId="{EB3FE806-8B45-E488-3060-97CFD29BB072}"/>
          </ac:spMkLst>
        </pc:spChg>
        <pc:spChg chg="del">
          <ac:chgData name="Hasan Jamal" userId="6724a5da2ffd1b8f" providerId="LiveId" clId="{0C177C6E-E5F3-4BD7-A9C3-3F2F65AA2CAB}" dt="2024-10-21T11:12:36.963" v="10242" actId="478"/>
          <ac:spMkLst>
            <pc:docMk/>
            <pc:sldMk cId="2270364909" sldId="838"/>
            <ac:spMk id="6" creationId="{90150A59-2BE3-8E46-C3EF-E9E52021158E}"/>
          </ac:spMkLst>
        </pc:spChg>
        <pc:spChg chg="add mod">
          <ac:chgData name="Hasan Jamal" userId="6724a5da2ffd1b8f" providerId="LiveId" clId="{0C177C6E-E5F3-4BD7-A9C3-3F2F65AA2CAB}" dt="2024-10-21T11:39:58.545" v="10573" actId="14100"/>
          <ac:spMkLst>
            <pc:docMk/>
            <pc:sldMk cId="2270364909" sldId="838"/>
            <ac:spMk id="7" creationId="{20A57248-7D8F-B582-165E-24E970555FDD}"/>
          </ac:spMkLst>
        </pc:spChg>
        <pc:spChg chg="add mod">
          <ac:chgData name="Hasan Jamal" userId="6724a5da2ffd1b8f" providerId="LiveId" clId="{0C177C6E-E5F3-4BD7-A9C3-3F2F65AA2CAB}" dt="2024-10-21T11:39:34.396" v="10569" actId="1036"/>
          <ac:spMkLst>
            <pc:docMk/>
            <pc:sldMk cId="2270364909" sldId="838"/>
            <ac:spMk id="8" creationId="{FD93AC6D-EE3E-4F2A-78A1-F95B4349C2A2}"/>
          </ac:spMkLst>
        </pc:spChg>
        <pc:spChg chg="mod">
          <ac:chgData name="Hasan Jamal" userId="6724a5da2ffd1b8f" providerId="LiveId" clId="{0C177C6E-E5F3-4BD7-A9C3-3F2F65AA2CAB}" dt="2024-10-21T11:35:33.852" v="10490" actId="14100"/>
          <ac:spMkLst>
            <pc:docMk/>
            <pc:sldMk cId="2270364909" sldId="838"/>
            <ac:spMk id="12" creationId="{E8FDD3B7-D8D5-21A9-A3CC-93895D639CE2}"/>
          </ac:spMkLst>
        </pc:spChg>
        <pc:spChg chg="add mod">
          <ac:chgData name="Hasan Jamal" userId="6724a5da2ffd1b8f" providerId="LiveId" clId="{0C177C6E-E5F3-4BD7-A9C3-3F2F65AA2CAB}" dt="2024-10-21T11:40:52.130" v="10583" actId="14100"/>
          <ac:spMkLst>
            <pc:docMk/>
            <pc:sldMk cId="2270364909" sldId="838"/>
            <ac:spMk id="14" creationId="{24FD7A98-E78A-776A-E1E2-D6F683DC53F9}"/>
          </ac:spMkLst>
        </pc:spChg>
        <pc:spChg chg="mod">
          <ac:chgData name="Hasan Jamal" userId="6724a5da2ffd1b8f" providerId="LiveId" clId="{0C177C6E-E5F3-4BD7-A9C3-3F2F65AA2CAB}" dt="2024-10-21T11:12:08.910" v="10174" actId="20577"/>
          <ac:spMkLst>
            <pc:docMk/>
            <pc:sldMk cId="2270364909" sldId="838"/>
            <ac:spMk id="3074" creationId="{86EE2601-78D2-6717-E9CF-74C24DF86EE3}"/>
          </ac:spMkLst>
        </pc:spChg>
        <pc:cxnChg chg="add mod">
          <ac:chgData name="Hasan Jamal" userId="6724a5da2ffd1b8f" providerId="LiveId" clId="{0C177C6E-E5F3-4BD7-A9C3-3F2F65AA2CAB}" dt="2024-10-21T11:40:03.142" v="10575" actId="14100"/>
          <ac:cxnSpMkLst>
            <pc:docMk/>
            <pc:sldMk cId="2270364909" sldId="838"/>
            <ac:cxnSpMk id="9" creationId="{BF5355F1-04CF-EA27-930E-495575D0A219}"/>
          </ac:cxnSpMkLst>
        </pc:cxnChg>
        <pc:cxnChg chg="add mod">
          <ac:chgData name="Hasan Jamal" userId="6724a5da2ffd1b8f" providerId="LiveId" clId="{0C177C6E-E5F3-4BD7-A9C3-3F2F65AA2CAB}" dt="2024-10-21T11:39:34.396" v="10569" actId="1036"/>
          <ac:cxnSpMkLst>
            <pc:docMk/>
            <pc:sldMk cId="2270364909" sldId="838"/>
            <ac:cxnSpMk id="10" creationId="{AC320A58-7647-7342-9CD2-CFFD2BD4C222}"/>
          </ac:cxnSpMkLst>
        </pc:cxnChg>
        <pc:cxnChg chg="add mod">
          <ac:chgData name="Hasan Jamal" userId="6724a5da2ffd1b8f" providerId="LiveId" clId="{0C177C6E-E5F3-4BD7-A9C3-3F2F65AA2CAB}" dt="2024-10-21T11:40:17.195" v="10578" actId="14100"/>
          <ac:cxnSpMkLst>
            <pc:docMk/>
            <pc:sldMk cId="2270364909" sldId="838"/>
            <ac:cxnSpMk id="11" creationId="{89452B81-A330-5CFB-93F7-B75B71B523AE}"/>
          </ac:cxnSpMkLst>
        </pc:cxnChg>
        <pc:cxnChg chg="add mod">
          <ac:chgData name="Hasan Jamal" userId="6724a5da2ffd1b8f" providerId="LiveId" clId="{0C177C6E-E5F3-4BD7-A9C3-3F2F65AA2CAB}" dt="2024-10-21T11:39:40.339" v="10571" actId="14100"/>
          <ac:cxnSpMkLst>
            <pc:docMk/>
            <pc:sldMk cId="2270364909" sldId="838"/>
            <ac:cxnSpMk id="13" creationId="{32903F07-0649-3C64-323A-7B0AE63AADDE}"/>
          </ac:cxnSpMkLst>
        </pc:cxnChg>
        <pc:cxnChg chg="add mod">
          <ac:chgData name="Hasan Jamal" userId="6724a5da2ffd1b8f" providerId="LiveId" clId="{0C177C6E-E5F3-4BD7-A9C3-3F2F65AA2CAB}" dt="2024-10-21T11:41:02.298" v="10586" actId="14100"/>
          <ac:cxnSpMkLst>
            <pc:docMk/>
            <pc:sldMk cId="2270364909" sldId="838"/>
            <ac:cxnSpMk id="15" creationId="{BB38F1C7-81DD-FFFB-2E89-39DCC03C88B6}"/>
          </ac:cxnSpMkLst>
        </pc:cxnChg>
        <pc:cxnChg chg="add mod">
          <ac:chgData name="Hasan Jamal" userId="6724a5da2ffd1b8f" providerId="LiveId" clId="{0C177C6E-E5F3-4BD7-A9C3-3F2F65AA2CAB}" dt="2024-10-21T11:41:09.732" v="10587" actId="14100"/>
          <ac:cxnSpMkLst>
            <pc:docMk/>
            <pc:sldMk cId="2270364909" sldId="838"/>
            <ac:cxnSpMk id="16" creationId="{C1C12D41-A686-5670-7C90-DF39A2F9946E}"/>
          </ac:cxnSpMkLst>
        </pc:cxnChg>
      </pc:sldChg>
      <pc:sldChg chg="modSp add mod">
        <pc:chgData name="Hasan Jamal" userId="6724a5da2ffd1b8f" providerId="LiveId" clId="{0C177C6E-E5F3-4BD7-A9C3-3F2F65AA2CAB}" dt="2024-10-21T11:48:16.460" v="10653"/>
        <pc:sldMkLst>
          <pc:docMk/>
          <pc:sldMk cId="1089796124" sldId="839"/>
        </pc:sldMkLst>
        <pc:spChg chg="mod">
          <ac:chgData name="Hasan Jamal" userId="6724a5da2ffd1b8f" providerId="LiveId" clId="{0C177C6E-E5F3-4BD7-A9C3-3F2F65AA2CAB}" dt="2024-10-21T11:48:16.460" v="10653"/>
          <ac:spMkLst>
            <pc:docMk/>
            <pc:sldMk cId="1089796124" sldId="839"/>
            <ac:spMk id="12" creationId="{F8CCDAA8-E352-C848-F97A-4EC205C48E28}"/>
          </ac:spMkLst>
        </pc:spChg>
        <pc:spChg chg="mod">
          <ac:chgData name="Hasan Jamal" userId="6724a5da2ffd1b8f" providerId="LiveId" clId="{0C177C6E-E5F3-4BD7-A9C3-3F2F65AA2CAB}" dt="2024-10-21T11:44:22.720" v="10609" actId="20577"/>
          <ac:spMkLst>
            <pc:docMk/>
            <pc:sldMk cId="1089796124" sldId="839"/>
            <ac:spMk id="3074" creationId="{A92F1CB3-C67A-0934-4589-EEF3ACDC4A6A}"/>
          </ac:spMkLst>
        </pc:spChg>
      </pc:sldChg>
      <pc:sldChg chg="modSp add mod">
        <pc:chgData name="Hasan Jamal" userId="6724a5da2ffd1b8f" providerId="LiveId" clId="{0C177C6E-E5F3-4BD7-A9C3-3F2F65AA2CAB}" dt="2024-10-21T11:50:17.984" v="10673" actId="2711"/>
        <pc:sldMkLst>
          <pc:docMk/>
          <pc:sldMk cId="1929446052" sldId="840"/>
        </pc:sldMkLst>
        <pc:spChg chg="mod">
          <ac:chgData name="Hasan Jamal" userId="6724a5da2ffd1b8f" providerId="LiveId" clId="{0C177C6E-E5F3-4BD7-A9C3-3F2F65AA2CAB}" dt="2024-10-21T11:50:17.984" v="10673" actId="2711"/>
          <ac:spMkLst>
            <pc:docMk/>
            <pc:sldMk cId="1929446052" sldId="840"/>
            <ac:spMk id="12" creationId="{50DB5F9C-86CD-6C44-081A-C2A78C46A97C}"/>
          </ac:spMkLst>
        </pc:spChg>
      </pc:sldChg>
      <pc:sldChg chg="modSp add mod">
        <pc:chgData name="Hasan Jamal" userId="6724a5da2ffd1b8f" providerId="LiveId" clId="{0C177C6E-E5F3-4BD7-A9C3-3F2F65AA2CAB}" dt="2024-10-21T11:57:00.395" v="10763"/>
        <pc:sldMkLst>
          <pc:docMk/>
          <pc:sldMk cId="819665932" sldId="841"/>
        </pc:sldMkLst>
        <pc:spChg chg="mod">
          <ac:chgData name="Hasan Jamal" userId="6724a5da2ffd1b8f" providerId="LiveId" clId="{0C177C6E-E5F3-4BD7-A9C3-3F2F65AA2CAB}" dt="2024-10-21T11:57:00.395" v="10763"/>
          <ac:spMkLst>
            <pc:docMk/>
            <pc:sldMk cId="819665932" sldId="841"/>
            <ac:spMk id="12" creationId="{0D7E099E-2945-4209-A0A2-139935CE8155}"/>
          </ac:spMkLst>
        </pc:spChg>
        <pc:spChg chg="mod">
          <ac:chgData name="Hasan Jamal" userId="6724a5da2ffd1b8f" providerId="LiveId" clId="{0C177C6E-E5F3-4BD7-A9C3-3F2F65AA2CAB}" dt="2024-10-21T11:50:46.344" v="10683" actId="20577"/>
          <ac:spMkLst>
            <pc:docMk/>
            <pc:sldMk cId="819665932" sldId="841"/>
            <ac:spMk id="3074" creationId="{17C27388-E1D4-2A7F-AB8E-30CBF9A7EF42}"/>
          </ac:spMkLst>
        </pc:spChg>
      </pc:sldChg>
      <pc:sldChg chg="modSp add mod">
        <pc:chgData name="Hasan Jamal" userId="6724a5da2ffd1b8f" providerId="LiveId" clId="{0C177C6E-E5F3-4BD7-A9C3-3F2F65AA2CAB}" dt="2024-10-22T03:52:12.875" v="11299" actId="14100"/>
        <pc:sldMkLst>
          <pc:docMk/>
          <pc:sldMk cId="2930702191" sldId="842"/>
        </pc:sldMkLst>
        <pc:spChg chg="mod">
          <ac:chgData name="Hasan Jamal" userId="6724a5da2ffd1b8f" providerId="LiveId" clId="{0C177C6E-E5F3-4BD7-A9C3-3F2F65AA2CAB}" dt="2024-10-22T03:52:12.875" v="11299" actId="14100"/>
          <ac:spMkLst>
            <pc:docMk/>
            <pc:sldMk cId="2930702191" sldId="842"/>
            <ac:spMk id="12" creationId="{DCC6C310-AED5-ED14-6E41-599123116953}"/>
          </ac:spMkLst>
        </pc:spChg>
        <pc:spChg chg="mod">
          <ac:chgData name="Hasan Jamal" userId="6724a5da2ffd1b8f" providerId="LiveId" clId="{0C177C6E-E5F3-4BD7-A9C3-3F2F65AA2CAB}" dt="2024-10-22T03:21:23.431" v="11244" actId="20577"/>
          <ac:spMkLst>
            <pc:docMk/>
            <pc:sldMk cId="2930702191" sldId="842"/>
            <ac:spMk id="3074" creationId="{16EA3D5C-5D6B-1B4D-98B9-A5120DD7D375}"/>
          </ac:spMkLst>
        </pc:spChg>
      </pc:sldChg>
      <pc:sldChg chg="modSp add mod">
        <pc:chgData name="Hasan Jamal" userId="6724a5da2ffd1b8f" providerId="LiveId" clId="{0C177C6E-E5F3-4BD7-A9C3-3F2F65AA2CAB}" dt="2024-10-22T07:23:45.163" v="12110" actId="1037"/>
        <pc:sldMkLst>
          <pc:docMk/>
          <pc:sldMk cId="394338546" sldId="843"/>
        </pc:sldMkLst>
        <pc:spChg chg="mod">
          <ac:chgData name="Hasan Jamal" userId="6724a5da2ffd1b8f" providerId="LiveId" clId="{0C177C6E-E5F3-4BD7-A9C3-3F2F65AA2CAB}" dt="2024-10-22T07:23:45.163" v="12110" actId="1037"/>
          <ac:spMkLst>
            <pc:docMk/>
            <pc:sldMk cId="394338546" sldId="843"/>
            <ac:spMk id="2" creationId="{A097DE09-EAF2-378D-7906-A3F950C7B32E}"/>
          </ac:spMkLst>
        </pc:spChg>
        <pc:spChg chg="mod">
          <ac:chgData name="Hasan Jamal" userId="6724a5da2ffd1b8f" providerId="LiveId" clId="{0C177C6E-E5F3-4BD7-A9C3-3F2F65AA2CAB}" dt="2024-10-22T07:23:41.831" v="12104" actId="14100"/>
          <ac:spMkLst>
            <pc:docMk/>
            <pc:sldMk cId="394338546" sldId="843"/>
            <ac:spMk id="4" creationId="{D0A3C34F-6A61-A012-816C-FA06D351C0E0}"/>
          </ac:spMkLst>
        </pc:spChg>
      </pc:sldChg>
      <pc:sldChg chg="modSp add del mod">
        <pc:chgData name="Hasan Jamal" userId="6724a5da2ffd1b8f" providerId="LiveId" clId="{0C177C6E-E5F3-4BD7-A9C3-3F2F65AA2CAB}" dt="2024-10-21T12:38:05.267" v="11009" actId="2696"/>
        <pc:sldMkLst>
          <pc:docMk/>
          <pc:sldMk cId="1485043646" sldId="843"/>
        </pc:sldMkLst>
        <pc:spChg chg="mod">
          <ac:chgData name="Hasan Jamal" userId="6724a5da2ffd1b8f" providerId="LiveId" clId="{0C177C6E-E5F3-4BD7-A9C3-3F2F65AA2CAB}" dt="2024-10-21T12:32:56.921" v="10910" actId="1036"/>
          <ac:spMkLst>
            <pc:docMk/>
            <pc:sldMk cId="1485043646" sldId="843"/>
            <ac:spMk id="2" creationId="{A097DE09-EAF2-378D-7906-A3F950C7B32E}"/>
          </ac:spMkLst>
        </pc:spChg>
        <pc:spChg chg="mod">
          <ac:chgData name="Hasan Jamal" userId="6724a5da2ffd1b8f" providerId="LiveId" clId="{0C177C6E-E5F3-4BD7-A9C3-3F2F65AA2CAB}" dt="2024-10-21T12:32:40.394" v="10903" actId="14100"/>
          <ac:spMkLst>
            <pc:docMk/>
            <pc:sldMk cId="1485043646" sldId="843"/>
            <ac:spMk id="4" creationId="{D0A3C34F-6A61-A012-816C-FA06D351C0E0}"/>
          </ac:spMkLst>
        </pc:spChg>
        <pc:spChg chg="mod">
          <ac:chgData name="Hasan Jamal" userId="6724a5da2ffd1b8f" providerId="LiveId" clId="{0C177C6E-E5F3-4BD7-A9C3-3F2F65AA2CAB}" dt="2024-10-21T12:27:55.060" v="10840" actId="20577"/>
          <ac:spMkLst>
            <pc:docMk/>
            <pc:sldMk cId="1485043646" sldId="843"/>
            <ac:spMk id="3074" creationId="{B047340A-466E-C069-9152-0CF91DA6C947}"/>
          </ac:spMkLst>
        </pc:spChg>
      </pc:sldChg>
      <pc:sldChg chg="add">
        <pc:chgData name="Hasan Jamal" userId="6724a5da2ffd1b8f" providerId="LiveId" clId="{0C177C6E-E5F3-4BD7-A9C3-3F2F65AA2CAB}" dt="2024-10-21T12:38:18.875" v="11010"/>
        <pc:sldMkLst>
          <pc:docMk/>
          <pc:sldMk cId="2154689295" sldId="844"/>
        </pc:sldMkLst>
      </pc:sldChg>
      <pc:sldChg chg="modSp add del mod">
        <pc:chgData name="Hasan Jamal" userId="6724a5da2ffd1b8f" providerId="LiveId" clId="{0C177C6E-E5F3-4BD7-A9C3-3F2F65AA2CAB}" dt="2024-10-21T12:38:05.267" v="11009" actId="2696"/>
        <pc:sldMkLst>
          <pc:docMk/>
          <pc:sldMk cId="3535455859" sldId="844"/>
        </pc:sldMkLst>
        <pc:spChg chg="mod">
          <ac:chgData name="Hasan Jamal" userId="6724a5da2ffd1b8f" providerId="LiveId" clId="{0C177C6E-E5F3-4BD7-A9C3-3F2F65AA2CAB}" dt="2024-10-21T12:36:25.846" v="10962" actId="20577"/>
          <ac:spMkLst>
            <pc:docMk/>
            <pc:sldMk cId="3535455859" sldId="844"/>
            <ac:spMk id="4" creationId="{6B825CD9-7420-DB51-C09C-F4359E2549F5}"/>
          </ac:spMkLst>
        </pc:spChg>
        <pc:spChg chg="mod">
          <ac:chgData name="Hasan Jamal" userId="6724a5da2ffd1b8f" providerId="LiveId" clId="{0C177C6E-E5F3-4BD7-A9C3-3F2F65AA2CAB}" dt="2024-10-21T12:36:32.008" v="10963" actId="1076"/>
          <ac:spMkLst>
            <pc:docMk/>
            <pc:sldMk cId="3535455859" sldId="844"/>
            <ac:spMk id="5" creationId="{A928E8A5-6142-FFFB-C305-346BDFAC5C71}"/>
          </ac:spMkLst>
        </pc:spChg>
        <pc:spChg chg="mod">
          <ac:chgData name="Hasan Jamal" userId="6724a5da2ffd1b8f" providerId="LiveId" clId="{0C177C6E-E5F3-4BD7-A9C3-3F2F65AA2CAB}" dt="2024-10-21T12:33:15.498" v="10922" actId="20577"/>
          <ac:spMkLst>
            <pc:docMk/>
            <pc:sldMk cId="3535455859" sldId="844"/>
            <ac:spMk id="3074" creationId="{A84ADD0C-53AE-B239-3255-D64CD5D56D72}"/>
          </ac:spMkLst>
        </pc:spChg>
      </pc:sldChg>
      <pc:sldChg chg="addSp delSp modSp add del mod">
        <pc:chgData name="Hasan Jamal" userId="6724a5da2ffd1b8f" providerId="LiveId" clId="{0C177C6E-E5F3-4BD7-A9C3-3F2F65AA2CAB}" dt="2024-10-21T12:38:05.267" v="11009" actId="2696"/>
        <pc:sldMkLst>
          <pc:docMk/>
          <pc:sldMk cId="989580847" sldId="845"/>
        </pc:sldMkLst>
        <pc:spChg chg="del">
          <ac:chgData name="Hasan Jamal" userId="6724a5da2ffd1b8f" providerId="LiveId" clId="{0C177C6E-E5F3-4BD7-A9C3-3F2F65AA2CAB}" dt="2024-10-21T12:37:29.001" v="10998" actId="478"/>
          <ac:spMkLst>
            <pc:docMk/>
            <pc:sldMk cId="989580847" sldId="845"/>
            <ac:spMk id="4" creationId="{AA232459-B804-8F77-8F48-C5C34543C029}"/>
          </ac:spMkLst>
        </pc:spChg>
        <pc:spChg chg="del">
          <ac:chgData name="Hasan Jamal" userId="6724a5da2ffd1b8f" providerId="LiveId" clId="{0C177C6E-E5F3-4BD7-A9C3-3F2F65AA2CAB}" dt="2024-10-21T12:37:26.039" v="10997" actId="478"/>
          <ac:spMkLst>
            <pc:docMk/>
            <pc:sldMk cId="989580847" sldId="845"/>
            <ac:spMk id="5" creationId="{649DAD6E-1F77-0F43-C58C-C52870B5E884}"/>
          </ac:spMkLst>
        </pc:spChg>
        <pc:spChg chg="mod">
          <ac:chgData name="Hasan Jamal" userId="6724a5da2ffd1b8f" providerId="LiveId" clId="{0C177C6E-E5F3-4BD7-A9C3-3F2F65AA2CAB}" dt="2024-10-21T12:37:10.077" v="10996" actId="6549"/>
          <ac:spMkLst>
            <pc:docMk/>
            <pc:sldMk cId="989580847" sldId="845"/>
            <ac:spMk id="3074" creationId="{CD173631-37FB-4C9D-C42D-118C89E8758F}"/>
          </ac:spMkLst>
        </pc:spChg>
        <pc:spChg chg="add mod">
          <ac:chgData name="Hasan Jamal" userId="6724a5da2ffd1b8f" providerId="LiveId" clId="{0C177C6E-E5F3-4BD7-A9C3-3F2F65AA2CAB}" dt="2024-10-21T12:37:54.007" v="11008" actId="1076"/>
          <ac:spMkLst>
            <pc:docMk/>
            <pc:sldMk cId="989580847" sldId="845"/>
            <ac:spMk id="39938" creationId="{4E8D67E4-BCAA-45F8-A130-6E0213E73223}"/>
          </ac:spMkLst>
        </pc:spChg>
      </pc:sldChg>
      <pc:sldChg chg="add">
        <pc:chgData name="Hasan Jamal" userId="6724a5da2ffd1b8f" providerId="LiveId" clId="{0C177C6E-E5F3-4BD7-A9C3-3F2F65AA2CAB}" dt="2024-10-21T12:38:18.875" v="11010"/>
        <pc:sldMkLst>
          <pc:docMk/>
          <pc:sldMk cId="1334668103" sldId="845"/>
        </pc:sldMkLst>
      </pc:sldChg>
      <pc:sldChg chg="add">
        <pc:chgData name="Hasan Jamal" userId="6724a5da2ffd1b8f" providerId="LiveId" clId="{0C177C6E-E5F3-4BD7-A9C3-3F2F65AA2CAB}" dt="2024-10-21T12:44:41.817" v="11037" actId="2890"/>
        <pc:sldMkLst>
          <pc:docMk/>
          <pc:sldMk cId="1920630109" sldId="846"/>
        </pc:sldMkLst>
      </pc:sldChg>
      <pc:sldChg chg="addSp modSp add mod">
        <pc:chgData name="Hasan Jamal" userId="6724a5da2ffd1b8f" providerId="LiveId" clId="{0C177C6E-E5F3-4BD7-A9C3-3F2F65AA2CAB}" dt="2024-10-22T04:15:52.282" v="11546" actId="1076"/>
        <pc:sldMkLst>
          <pc:docMk/>
          <pc:sldMk cId="986470987" sldId="847"/>
        </pc:sldMkLst>
        <pc:spChg chg="mod">
          <ac:chgData name="Hasan Jamal" userId="6724a5da2ffd1b8f" providerId="LiveId" clId="{0C177C6E-E5F3-4BD7-A9C3-3F2F65AA2CAB}" dt="2024-10-22T04:15:27.197" v="11544"/>
          <ac:spMkLst>
            <pc:docMk/>
            <pc:sldMk cId="986470987" sldId="847"/>
            <ac:spMk id="12" creationId="{ADBDB5DC-479C-9869-6FA6-D17C7E84C598}"/>
          </ac:spMkLst>
        </pc:spChg>
        <pc:spChg chg="mod">
          <ac:chgData name="Hasan Jamal" userId="6724a5da2ffd1b8f" providerId="LiveId" clId="{0C177C6E-E5F3-4BD7-A9C3-3F2F65AA2CAB}" dt="2024-10-22T04:15:52.282" v="11546" actId="1076"/>
          <ac:spMkLst>
            <pc:docMk/>
            <pc:sldMk cId="986470987" sldId="847"/>
            <ac:spMk id="5126" creationId="{00000000-0000-0000-0000-000000000000}"/>
          </ac:spMkLst>
        </pc:spChg>
        <pc:spChg chg="mod">
          <ac:chgData name="Hasan Jamal" userId="6724a5da2ffd1b8f" providerId="LiveId" clId="{0C177C6E-E5F3-4BD7-A9C3-3F2F65AA2CAB}" dt="2024-10-22T04:15:52.282" v="11546" actId="1076"/>
          <ac:spMkLst>
            <pc:docMk/>
            <pc:sldMk cId="986470987" sldId="847"/>
            <ac:spMk id="5127" creationId="{00000000-0000-0000-0000-000000000000}"/>
          </ac:spMkLst>
        </pc:spChg>
        <pc:spChg chg="mod">
          <ac:chgData name="Hasan Jamal" userId="6724a5da2ffd1b8f" providerId="LiveId" clId="{0C177C6E-E5F3-4BD7-A9C3-3F2F65AA2CAB}" dt="2024-10-22T04:15:52.282" v="11546" actId="1076"/>
          <ac:spMkLst>
            <pc:docMk/>
            <pc:sldMk cId="986470987" sldId="847"/>
            <ac:spMk id="5128" creationId="{00000000-0000-0000-0000-000000000000}"/>
          </ac:spMkLst>
        </pc:spChg>
        <pc:spChg chg="mod">
          <ac:chgData name="Hasan Jamal" userId="6724a5da2ffd1b8f" providerId="LiveId" clId="{0C177C6E-E5F3-4BD7-A9C3-3F2F65AA2CAB}" dt="2024-10-22T04:15:52.282" v="11546" actId="1076"/>
          <ac:spMkLst>
            <pc:docMk/>
            <pc:sldMk cId="986470987" sldId="847"/>
            <ac:spMk id="5129" creationId="{00000000-0000-0000-0000-000000000000}"/>
          </ac:spMkLst>
        </pc:spChg>
        <pc:spChg chg="mod">
          <ac:chgData name="Hasan Jamal" userId="6724a5da2ffd1b8f" providerId="LiveId" clId="{0C177C6E-E5F3-4BD7-A9C3-3F2F65AA2CAB}" dt="2024-10-22T04:15:52.282" v="11546" actId="1076"/>
          <ac:spMkLst>
            <pc:docMk/>
            <pc:sldMk cId="986470987" sldId="847"/>
            <ac:spMk id="5135" creationId="{00000000-0000-0000-0000-000000000000}"/>
          </ac:spMkLst>
        </pc:spChg>
        <pc:spChg chg="mod">
          <ac:chgData name="Hasan Jamal" userId="6724a5da2ffd1b8f" providerId="LiveId" clId="{0C177C6E-E5F3-4BD7-A9C3-3F2F65AA2CAB}" dt="2024-10-22T04:15:52.282" v="11546" actId="1076"/>
          <ac:spMkLst>
            <pc:docMk/>
            <pc:sldMk cId="986470987" sldId="847"/>
            <ac:spMk id="5136" creationId="{00000000-0000-0000-0000-000000000000}"/>
          </ac:spMkLst>
        </pc:spChg>
        <pc:spChg chg="mod">
          <ac:chgData name="Hasan Jamal" userId="6724a5da2ffd1b8f" providerId="LiveId" clId="{0C177C6E-E5F3-4BD7-A9C3-3F2F65AA2CAB}" dt="2024-10-22T04:15:52.282" v="11546" actId="1076"/>
          <ac:spMkLst>
            <pc:docMk/>
            <pc:sldMk cId="986470987" sldId="847"/>
            <ac:spMk id="5137" creationId="{00000000-0000-0000-0000-000000000000}"/>
          </ac:spMkLst>
        </pc:spChg>
        <pc:spChg chg="mod">
          <ac:chgData name="Hasan Jamal" userId="6724a5da2ffd1b8f" providerId="LiveId" clId="{0C177C6E-E5F3-4BD7-A9C3-3F2F65AA2CAB}" dt="2024-10-22T04:15:52.282" v="11546" actId="1076"/>
          <ac:spMkLst>
            <pc:docMk/>
            <pc:sldMk cId="986470987" sldId="847"/>
            <ac:spMk id="5138" creationId="{00000000-0000-0000-0000-000000000000}"/>
          </ac:spMkLst>
        </pc:spChg>
        <pc:spChg chg="mod">
          <ac:chgData name="Hasan Jamal" userId="6724a5da2ffd1b8f" providerId="LiveId" clId="{0C177C6E-E5F3-4BD7-A9C3-3F2F65AA2CAB}" dt="2024-10-22T04:15:52.282" v="11546" actId="1076"/>
          <ac:spMkLst>
            <pc:docMk/>
            <pc:sldMk cId="986470987" sldId="847"/>
            <ac:spMk id="5139" creationId="{00000000-0000-0000-0000-000000000000}"/>
          </ac:spMkLst>
        </pc:spChg>
        <pc:spChg chg="mod">
          <ac:chgData name="Hasan Jamal" userId="6724a5da2ffd1b8f" providerId="LiveId" clId="{0C177C6E-E5F3-4BD7-A9C3-3F2F65AA2CAB}" dt="2024-10-22T04:15:52.282" v="11546" actId="1076"/>
          <ac:spMkLst>
            <pc:docMk/>
            <pc:sldMk cId="986470987" sldId="847"/>
            <ac:spMk id="5140" creationId="{00000000-0000-0000-0000-000000000000}"/>
          </ac:spMkLst>
        </pc:spChg>
        <pc:spChg chg="mod">
          <ac:chgData name="Hasan Jamal" userId="6724a5da2ffd1b8f" providerId="LiveId" clId="{0C177C6E-E5F3-4BD7-A9C3-3F2F65AA2CAB}" dt="2024-10-22T04:15:52.282" v="11546" actId="1076"/>
          <ac:spMkLst>
            <pc:docMk/>
            <pc:sldMk cId="986470987" sldId="847"/>
            <ac:spMk id="5141" creationId="{00000000-0000-0000-0000-000000000000}"/>
          </ac:spMkLst>
        </pc:spChg>
        <pc:spChg chg="mod">
          <ac:chgData name="Hasan Jamal" userId="6724a5da2ffd1b8f" providerId="LiveId" clId="{0C177C6E-E5F3-4BD7-A9C3-3F2F65AA2CAB}" dt="2024-10-22T04:15:52.282" v="11546" actId="1076"/>
          <ac:spMkLst>
            <pc:docMk/>
            <pc:sldMk cId="986470987" sldId="847"/>
            <ac:spMk id="5142" creationId="{00000000-0000-0000-0000-000000000000}"/>
          </ac:spMkLst>
        </pc:spChg>
        <pc:spChg chg="mod">
          <ac:chgData name="Hasan Jamal" userId="6724a5da2ffd1b8f" providerId="LiveId" clId="{0C177C6E-E5F3-4BD7-A9C3-3F2F65AA2CAB}" dt="2024-10-22T04:15:52.282" v="11546" actId="1076"/>
          <ac:spMkLst>
            <pc:docMk/>
            <pc:sldMk cId="986470987" sldId="847"/>
            <ac:spMk id="5143" creationId="{00000000-0000-0000-0000-000000000000}"/>
          </ac:spMkLst>
        </pc:spChg>
        <pc:spChg chg="mod">
          <ac:chgData name="Hasan Jamal" userId="6724a5da2ffd1b8f" providerId="LiveId" clId="{0C177C6E-E5F3-4BD7-A9C3-3F2F65AA2CAB}" dt="2024-10-22T04:15:52.282" v="11546" actId="1076"/>
          <ac:spMkLst>
            <pc:docMk/>
            <pc:sldMk cId="986470987" sldId="847"/>
            <ac:spMk id="5144" creationId="{00000000-0000-0000-0000-000000000000}"/>
          </ac:spMkLst>
        </pc:spChg>
        <pc:spChg chg="mod">
          <ac:chgData name="Hasan Jamal" userId="6724a5da2ffd1b8f" providerId="LiveId" clId="{0C177C6E-E5F3-4BD7-A9C3-3F2F65AA2CAB}" dt="2024-10-22T04:15:52.282" v="11546" actId="1076"/>
          <ac:spMkLst>
            <pc:docMk/>
            <pc:sldMk cId="986470987" sldId="847"/>
            <ac:spMk id="5145" creationId="{00000000-0000-0000-0000-000000000000}"/>
          </ac:spMkLst>
        </pc:spChg>
        <pc:spChg chg="mod">
          <ac:chgData name="Hasan Jamal" userId="6724a5da2ffd1b8f" providerId="LiveId" clId="{0C177C6E-E5F3-4BD7-A9C3-3F2F65AA2CAB}" dt="2024-10-22T04:15:52.282" v="11546" actId="1076"/>
          <ac:spMkLst>
            <pc:docMk/>
            <pc:sldMk cId="986470987" sldId="847"/>
            <ac:spMk id="5146" creationId="{00000000-0000-0000-0000-000000000000}"/>
          </ac:spMkLst>
        </pc:spChg>
        <pc:spChg chg="mod">
          <ac:chgData name="Hasan Jamal" userId="6724a5da2ffd1b8f" providerId="LiveId" clId="{0C177C6E-E5F3-4BD7-A9C3-3F2F65AA2CAB}" dt="2024-10-22T04:15:52.282" v="11546" actId="1076"/>
          <ac:spMkLst>
            <pc:docMk/>
            <pc:sldMk cId="986470987" sldId="847"/>
            <ac:spMk id="5147" creationId="{00000000-0000-0000-0000-000000000000}"/>
          </ac:spMkLst>
        </pc:spChg>
        <pc:spChg chg="mod">
          <ac:chgData name="Hasan Jamal" userId="6724a5da2ffd1b8f" providerId="LiveId" clId="{0C177C6E-E5F3-4BD7-A9C3-3F2F65AA2CAB}" dt="2024-10-22T04:15:52.282" v="11546" actId="1076"/>
          <ac:spMkLst>
            <pc:docMk/>
            <pc:sldMk cId="986470987" sldId="847"/>
            <ac:spMk id="5148" creationId="{00000000-0000-0000-0000-000000000000}"/>
          </ac:spMkLst>
        </pc:spChg>
        <pc:spChg chg="mod">
          <ac:chgData name="Hasan Jamal" userId="6724a5da2ffd1b8f" providerId="LiveId" clId="{0C177C6E-E5F3-4BD7-A9C3-3F2F65AA2CAB}" dt="2024-10-22T04:15:52.282" v="11546" actId="1076"/>
          <ac:spMkLst>
            <pc:docMk/>
            <pc:sldMk cId="986470987" sldId="847"/>
            <ac:spMk id="5149" creationId="{00000000-0000-0000-0000-000000000000}"/>
          </ac:spMkLst>
        </pc:spChg>
        <pc:spChg chg="mod">
          <ac:chgData name="Hasan Jamal" userId="6724a5da2ffd1b8f" providerId="LiveId" clId="{0C177C6E-E5F3-4BD7-A9C3-3F2F65AA2CAB}" dt="2024-10-22T04:15:52.282" v="11546" actId="1076"/>
          <ac:spMkLst>
            <pc:docMk/>
            <pc:sldMk cId="986470987" sldId="847"/>
            <ac:spMk id="5150" creationId="{00000000-0000-0000-0000-000000000000}"/>
          </ac:spMkLst>
        </pc:spChg>
        <pc:grpChg chg="add mod">
          <ac:chgData name="Hasan Jamal" userId="6724a5da2ffd1b8f" providerId="LiveId" clId="{0C177C6E-E5F3-4BD7-A9C3-3F2F65AA2CAB}" dt="2024-10-22T04:15:52.282" v="11546" actId="1076"/>
          <ac:grpSpMkLst>
            <pc:docMk/>
            <pc:sldMk cId="986470987" sldId="847"/>
            <ac:grpSpMk id="2" creationId="{803A10D1-9446-AF32-99B5-1E904B3AEA59}"/>
          </ac:grpSpMkLst>
        </pc:grpChg>
        <pc:grpChg chg="mod">
          <ac:chgData name="Hasan Jamal" userId="6724a5da2ffd1b8f" providerId="LiveId" clId="{0C177C6E-E5F3-4BD7-A9C3-3F2F65AA2CAB}" dt="2024-10-22T04:15:52.282" v="11546" actId="1076"/>
          <ac:grpSpMkLst>
            <pc:docMk/>
            <pc:sldMk cId="986470987" sldId="847"/>
            <ac:grpSpMk id="5130"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5131"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5132"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5133"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5134"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421920" creationId="{00000000-0000-0000-0000-000000000000}"/>
          </ac:grpSpMkLst>
        </pc:grpChg>
        <pc:grpChg chg="mod">
          <ac:chgData name="Hasan Jamal" userId="6724a5da2ffd1b8f" providerId="LiveId" clId="{0C177C6E-E5F3-4BD7-A9C3-3F2F65AA2CAB}" dt="2024-10-22T04:15:52.282" v="11546" actId="1076"/>
          <ac:grpSpMkLst>
            <pc:docMk/>
            <pc:sldMk cId="986470987" sldId="847"/>
            <ac:grpSpMk id="421921" creationId="{00000000-0000-0000-0000-000000000000}"/>
          </ac:grpSpMkLst>
        </pc:grpChg>
      </pc:sldChg>
      <pc:sldChg chg="add">
        <pc:chgData name="Hasan Jamal" userId="6724a5da2ffd1b8f" providerId="LiveId" clId="{0C177C6E-E5F3-4BD7-A9C3-3F2F65AA2CAB}" dt="2024-10-22T04:21:59.492" v="11547" actId="2890"/>
        <pc:sldMkLst>
          <pc:docMk/>
          <pc:sldMk cId="2737903966" sldId="848"/>
        </pc:sldMkLst>
      </pc:sldChg>
      <pc:sldChg chg="modSp add del mod">
        <pc:chgData name="Hasan Jamal" userId="6724a5da2ffd1b8f" providerId="LiveId" clId="{0C177C6E-E5F3-4BD7-A9C3-3F2F65AA2CAB}" dt="2024-10-22T04:39:44.736" v="12003" actId="47"/>
        <pc:sldMkLst>
          <pc:docMk/>
          <pc:sldMk cId="1480814588" sldId="849"/>
        </pc:sldMkLst>
        <pc:spChg chg="mod">
          <ac:chgData name="Hasan Jamal" userId="6724a5da2ffd1b8f" providerId="LiveId" clId="{0C177C6E-E5F3-4BD7-A9C3-3F2F65AA2CAB}" dt="2024-10-22T04:39:37.216" v="12001" actId="21"/>
          <ac:spMkLst>
            <pc:docMk/>
            <pc:sldMk cId="1480814588" sldId="849"/>
            <ac:spMk id="12" creationId="{20A5AB15-F29A-665A-D9D1-9994CE9199F7}"/>
          </ac:spMkLst>
        </pc:spChg>
      </pc:sldChg>
      <pc:sldChg chg="addSp modSp add mod modAnim">
        <pc:chgData name="Hasan Jamal" userId="6724a5da2ffd1b8f" providerId="LiveId" clId="{0C177C6E-E5F3-4BD7-A9C3-3F2F65AA2CAB}" dt="2024-10-22T05:06:53.487" v="12026"/>
        <pc:sldMkLst>
          <pc:docMk/>
          <pc:sldMk cId="1936587309" sldId="850"/>
        </pc:sldMkLst>
        <pc:spChg chg="mod">
          <ac:chgData name="Hasan Jamal" userId="6724a5da2ffd1b8f" providerId="LiveId" clId="{0C177C6E-E5F3-4BD7-A9C3-3F2F65AA2CAB}" dt="2024-10-22T04:39:51.870" v="12005" actId="15"/>
          <ac:spMkLst>
            <pc:docMk/>
            <pc:sldMk cId="1936587309" sldId="850"/>
            <ac:spMk id="12" creationId="{218220BE-25BD-01A2-81B7-CB44E5AD6741}"/>
          </ac:spMkLst>
        </pc:spChg>
        <pc:spChg chg="mod">
          <ac:chgData name="Hasan Jamal" userId="6724a5da2ffd1b8f" providerId="LiveId" clId="{0C177C6E-E5F3-4BD7-A9C3-3F2F65AA2CAB}" dt="2024-10-22T04:39:25.864" v="11998"/>
          <ac:spMkLst>
            <pc:docMk/>
            <pc:sldMk cId="1936587309" sldId="850"/>
            <ac:spMk id="3074" creationId="{76A57371-2534-B0E2-D6CE-DEBCF4B84E2C}"/>
          </ac:spMkLst>
        </pc:spChg>
        <pc:picChg chg="add mod">
          <ac:chgData name="Hasan Jamal" userId="6724a5da2ffd1b8f" providerId="LiveId" clId="{0C177C6E-E5F3-4BD7-A9C3-3F2F65AA2CAB}" dt="2024-10-22T04:39:08.424" v="11996" actId="1036"/>
          <ac:picMkLst>
            <pc:docMk/>
            <pc:sldMk cId="1936587309" sldId="850"/>
            <ac:picMk id="6" creationId="{76521A0C-7DF5-886F-0A19-27F7E49AE47E}"/>
          </ac:picMkLst>
        </pc:picChg>
      </pc:sldChg>
      <pc:sldChg chg="modSp add mod modAnim">
        <pc:chgData name="Hasan Jamal" userId="6724a5da2ffd1b8f" providerId="LiveId" clId="{0C177C6E-E5F3-4BD7-A9C3-3F2F65AA2CAB}" dt="2024-10-22T05:08:13.524" v="12028"/>
        <pc:sldMkLst>
          <pc:docMk/>
          <pc:sldMk cId="3965400327" sldId="851"/>
        </pc:sldMkLst>
        <pc:spChg chg="mod">
          <ac:chgData name="Hasan Jamal" userId="6724a5da2ffd1b8f" providerId="LiveId" clId="{0C177C6E-E5F3-4BD7-A9C3-3F2F65AA2CAB}" dt="2024-10-22T04:39:41.226" v="12002"/>
          <ac:spMkLst>
            <pc:docMk/>
            <pc:sldMk cId="3965400327" sldId="851"/>
            <ac:spMk id="12" creationId="{04289D47-65BC-F9E5-C652-348E5F6008F9}"/>
          </ac:spMkLst>
        </pc:spChg>
      </pc:sldChg>
      <pc:sldChg chg="addSp delSp modSp add mod modAnim">
        <pc:chgData name="Hasan Jamal" userId="6724a5da2ffd1b8f" providerId="LiveId" clId="{0C177C6E-E5F3-4BD7-A9C3-3F2F65AA2CAB}" dt="2024-10-22T08:04:16.479" v="12478"/>
        <pc:sldMkLst>
          <pc:docMk/>
          <pc:sldMk cId="2480703900" sldId="852"/>
        </pc:sldMkLst>
        <pc:spChg chg="mod">
          <ac:chgData name="Hasan Jamal" userId="6724a5da2ffd1b8f" providerId="LiveId" clId="{0C177C6E-E5F3-4BD7-A9C3-3F2F65AA2CAB}" dt="2024-10-22T08:00:59.981" v="12475" actId="20577"/>
          <ac:spMkLst>
            <pc:docMk/>
            <pc:sldMk cId="2480703900" sldId="852"/>
            <ac:spMk id="12" creationId="{66615D86-BC4B-5FB5-4B8F-FA56C9A6F081}"/>
          </ac:spMkLst>
        </pc:spChg>
        <pc:graphicFrameChg chg="del mod">
          <ac:chgData name="Hasan Jamal" userId="6724a5da2ffd1b8f" providerId="LiveId" clId="{0C177C6E-E5F3-4BD7-A9C3-3F2F65AA2CAB}" dt="2024-10-22T07:55:15.525" v="12152" actId="478"/>
          <ac:graphicFrameMkLst>
            <pc:docMk/>
            <pc:sldMk cId="2480703900" sldId="852"/>
            <ac:graphicFrameMk id="2" creationId="{BE716935-9113-945D-33CC-69422CBA2CBB}"/>
          </ac:graphicFrameMkLst>
        </pc:graphicFrameChg>
        <pc:picChg chg="add mod">
          <ac:chgData name="Hasan Jamal" userId="6724a5da2ffd1b8f" providerId="LiveId" clId="{0C177C6E-E5F3-4BD7-A9C3-3F2F65AA2CAB}" dt="2024-10-22T08:04:05.506" v="12477" actId="14100"/>
          <ac:picMkLst>
            <pc:docMk/>
            <pc:sldMk cId="2480703900" sldId="852"/>
            <ac:picMk id="5" creationId="{9B84F9D6-0B41-673B-A4DB-02BBCE075A7A}"/>
          </ac:picMkLst>
        </pc:picChg>
      </pc:sldChg>
      <pc:sldChg chg="addSp delSp modSp add del mod delAnim modAnim">
        <pc:chgData name="Hasan Jamal" userId="6724a5da2ffd1b8f" providerId="LiveId" clId="{0C177C6E-E5F3-4BD7-A9C3-3F2F65AA2CAB}" dt="2024-10-23T19:39:36.906" v="13383" actId="47"/>
        <pc:sldMkLst>
          <pc:docMk/>
          <pc:sldMk cId="294136961" sldId="853"/>
        </pc:sldMkLst>
        <pc:spChg chg="mod">
          <ac:chgData name="Hasan Jamal" userId="6724a5da2ffd1b8f" providerId="LiveId" clId="{0C177C6E-E5F3-4BD7-A9C3-3F2F65AA2CAB}" dt="2024-10-23T17:18:48.951" v="12685" actId="1037"/>
          <ac:spMkLst>
            <pc:docMk/>
            <pc:sldMk cId="294136961" sldId="853"/>
            <ac:spMk id="5" creationId="{00000000-0000-0000-0000-000000000000}"/>
          </ac:spMkLst>
        </pc:spChg>
        <pc:spChg chg="mod">
          <ac:chgData name="Hasan Jamal" userId="6724a5da2ffd1b8f" providerId="LiveId" clId="{0C177C6E-E5F3-4BD7-A9C3-3F2F65AA2CAB}" dt="2024-10-23T17:18:48.951" v="12685" actId="1037"/>
          <ac:spMkLst>
            <pc:docMk/>
            <pc:sldMk cId="294136961" sldId="853"/>
            <ac:spMk id="6" creationId="{00000000-0000-0000-0000-000000000000}"/>
          </ac:spMkLst>
        </pc:spChg>
        <pc:spChg chg="del">
          <ac:chgData name="Hasan Jamal" userId="6724a5da2ffd1b8f" providerId="LiveId" clId="{0C177C6E-E5F3-4BD7-A9C3-3F2F65AA2CAB}" dt="2024-10-23T17:13:49.429" v="12534" actId="478"/>
          <ac:spMkLst>
            <pc:docMk/>
            <pc:sldMk cId="294136961" sldId="853"/>
            <ac:spMk id="7" creationId="{F8D7616E-69ED-0568-554E-3388C98A1921}"/>
          </ac:spMkLst>
        </pc:spChg>
        <pc:spChg chg="mod">
          <ac:chgData name="Hasan Jamal" userId="6724a5da2ffd1b8f" providerId="LiveId" clId="{0C177C6E-E5F3-4BD7-A9C3-3F2F65AA2CAB}" dt="2024-10-23T17:18:48.951" v="12685" actId="1037"/>
          <ac:spMkLst>
            <pc:docMk/>
            <pc:sldMk cId="294136961" sldId="853"/>
            <ac:spMk id="8" creationId="{00000000-0000-0000-0000-000000000000}"/>
          </ac:spMkLst>
        </pc:spChg>
        <pc:spChg chg="mod">
          <ac:chgData name="Hasan Jamal" userId="6724a5da2ffd1b8f" providerId="LiveId" clId="{0C177C6E-E5F3-4BD7-A9C3-3F2F65AA2CAB}" dt="2024-10-23T17:18:48.951" v="12685" actId="1037"/>
          <ac:spMkLst>
            <pc:docMk/>
            <pc:sldMk cId="294136961" sldId="853"/>
            <ac:spMk id="9" creationId="{00000000-0000-0000-0000-000000000000}"/>
          </ac:spMkLst>
        </pc:spChg>
        <pc:spChg chg="mod">
          <ac:chgData name="Hasan Jamal" userId="6724a5da2ffd1b8f" providerId="LiveId" clId="{0C177C6E-E5F3-4BD7-A9C3-3F2F65AA2CAB}" dt="2024-10-23T17:18:48.951" v="12685" actId="1037"/>
          <ac:spMkLst>
            <pc:docMk/>
            <pc:sldMk cId="294136961" sldId="853"/>
            <ac:spMk id="10" creationId="{00000000-0000-0000-0000-000000000000}"/>
          </ac:spMkLst>
        </pc:spChg>
        <pc:spChg chg="mod">
          <ac:chgData name="Hasan Jamal" userId="6724a5da2ffd1b8f" providerId="LiveId" clId="{0C177C6E-E5F3-4BD7-A9C3-3F2F65AA2CAB}" dt="2024-10-23T17:18:48.951" v="12685" actId="1037"/>
          <ac:spMkLst>
            <pc:docMk/>
            <pc:sldMk cId="294136961" sldId="853"/>
            <ac:spMk id="11" creationId="{00000000-0000-0000-0000-000000000000}"/>
          </ac:spMkLst>
        </pc:spChg>
        <pc:spChg chg="mod">
          <ac:chgData name="Hasan Jamal" userId="6724a5da2ffd1b8f" providerId="LiveId" clId="{0C177C6E-E5F3-4BD7-A9C3-3F2F65AA2CAB}" dt="2024-10-23T17:18:04.379" v="12678" actId="108"/>
          <ac:spMkLst>
            <pc:docMk/>
            <pc:sldMk cId="294136961" sldId="853"/>
            <ac:spMk id="12" creationId="{0F7F7C8B-9830-77AB-8AC3-EE0ABD9FAA38}"/>
          </ac:spMkLst>
        </pc:spChg>
        <pc:spChg chg="mod">
          <ac:chgData name="Hasan Jamal" userId="6724a5da2ffd1b8f" providerId="LiveId" clId="{0C177C6E-E5F3-4BD7-A9C3-3F2F65AA2CAB}" dt="2024-10-23T17:18:48.951" v="12685" actId="1037"/>
          <ac:spMkLst>
            <pc:docMk/>
            <pc:sldMk cId="294136961" sldId="853"/>
            <ac:spMk id="13" creationId="{00000000-0000-0000-0000-000000000000}"/>
          </ac:spMkLst>
        </pc:spChg>
        <pc:spChg chg="mod">
          <ac:chgData name="Hasan Jamal" userId="6724a5da2ffd1b8f" providerId="LiveId" clId="{0C177C6E-E5F3-4BD7-A9C3-3F2F65AA2CAB}" dt="2024-10-23T17:18:48.951" v="12685" actId="1037"/>
          <ac:spMkLst>
            <pc:docMk/>
            <pc:sldMk cId="294136961" sldId="853"/>
            <ac:spMk id="14" creationId="{00000000-0000-0000-0000-000000000000}"/>
          </ac:spMkLst>
        </pc:spChg>
        <pc:spChg chg="mod">
          <ac:chgData name="Hasan Jamal" userId="6724a5da2ffd1b8f" providerId="LiveId" clId="{0C177C6E-E5F3-4BD7-A9C3-3F2F65AA2CAB}" dt="2024-10-23T17:18:48.951" v="12685" actId="1037"/>
          <ac:spMkLst>
            <pc:docMk/>
            <pc:sldMk cId="294136961" sldId="853"/>
            <ac:spMk id="15" creationId="{00000000-0000-0000-0000-000000000000}"/>
          </ac:spMkLst>
        </pc:spChg>
        <pc:spChg chg="mod">
          <ac:chgData name="Hasan Jamal" userId="6724a5da2ffd1b8f" providerId="LiveId" clId="{0C177C6E-E5F3-4BD7-A9C3-3F2F65AA2CAB}" dt="2024-10-23T17:18:48.951" v="12685" actId="1037"/>
          <ac:spMkLst>
            <pc:docMk/>
            <pc:sldMk cId="294136961" sldId="853"/>
            <ac:spMk id="16" creationId="{00000000-0000-0000-0000-000000000000}"/>
          </ac:spMkLst>
        </pc:spChg>
        <pc:spChg chg="mod">
          <ac:chgData name="Hasan Jamal" userId="6724a5da2ffd1b8f" providerId="LiveId" clId="{0C177C6E-E5F3-4BD7-A9C3-3F2F65AA2CAB}" dt="2024-10-23T17:18:48.951" v="12685" actId="1037"/>
          <ac:spMkLst>
            <pc:docMk/>
            <pc:sldMk cId="294136961" sldId="853"/>
            <ac:spMk id="17" creationId="{00000000-0000-0000-0000-000000000000}"/>
          </ac:spMkLst>
        </pc:spChg>
        <pc:spChg chg="mod">
          <ac:chgData name="Hasan Jamal" userId="6724a5da2ffd1b8f" providerId="LiveId" clId="{0C177C6E-E5F3-4BD7-A9C3-3F2F65AA2CAB}" dt="2024-10-23T17:18:48.951" v="12685" actId="1037"/>
          <ac:spMkLst>
            <pc:docMk/>
            <pc:sldMk cId="294136961" sldId="853"/>
            <ac:spMk id="18" creationId="{00000000-0000-0000-0000-000000000000}"/>
          </ac:spMkLst>
        </pc:spChg>
        <pc:spChg chg="mod">
          <ac:chgData name="Hasan Jamal" userId="6724a5da2ffd1b8f" providerId="LiveId" clId="{0C177C6E-E5F3-4BD7-A9C3-3F2F65AA2CAB}" dt="2024-10-23T17:18:48.951" v="12685" actId="1037"/>
          <ac:spMkLst>
            <pc:docMk/>
            <pc:sldMk cId="294136961" sldId="853"/>
            <ac:spMk id="19" creationId="{00000000-0000-0000-0000-000000000000}"/>
          </ac:spMkLst>
        </pc:spChg>
        <pc:spChg chg="mod">
          <ac:chgData name="Hasan Jamal" userId="6724a5da2ffd1b8f" providerId="LiveId" clId="{0C177C6E-E5F3-4BD7-A9C3-3F2F65AA2CAB}" dt="2024-10-23T17:18:48.951" v="12685" actId="1037"/>
          <ac:spMkLst>
            <pc:docMk/>
            <pc:sldMk cId="294136961" sldId="853"/>
            <ac:spMk id="20" creationId="{00000000-0000-0000-0000-000000000000}"/>
          </ac:spMkLst>
        </pc:spChg>
        <pc:spChg chg="mod">
          <ac:chgData name="Hasan Jamal" userId="6724a5da2ffd1b8f" providerId="LiveId" clId="{0C177C6E-E5F3-4BD7-A9C3-3F2F65AA2CAB}" dt="2024-10-23T17:18:48.951" v="12685" actId="1037"/>
          <ac:spMkLst>
            <pc:docMk/>
            <pc:sldMk cId="294136961" sldId="853"/>
            <ac:spMk id="21" creationId="{00000000-0000-0000-0000-000000000000}"/>
          </ac:spMkLst>
        </pc:spChg>
        <pc:spChg chg="mod">
          <ac:chgData name="Hasan Jamal" userId="6724a5da2ffd1b8f" providerId="LiveId" clId="{0C177C6E-E5F3-4BD7-A9C3-3F2F65AA2CAB}" dt="2024-10-23T17:35:40.791" v="13048" actId="20577"/>
          <ac:spMkLst>
            <pc:docMk/>
            <pc:sldMk cId="294136961" sldId="853"/>
            <ac:spMk id="3074" creationId="{D52212E6-5BD5-70FC-7108-DCBFA603F238}"/>
          </ac:spMkLst>
        </pc:spChg>
        <pc:grpChg chg="add mod">
          <ac:chgData name="Hasan Jamal" userId="6724a5da2ffd1b8f" providerId="LiveId" clId="{0C177C6E-E5F3-4BD7-A9C3-3F2F65AA2CAB}" dt="2024-10-23T17:18:48.951" v="12685" actId="1037"/>
          <ac:grpSpMkLst>
            <pc:docMk/>
            <pc:sldMk cId="294136961" sldId="853"/>
            <ac:grpSpMk id="2" creationId="{00000000-0000-0000-0000-000000000000}"/>
          </ac:grpSpMkLst>
        </pc:grpChg>
        <pc:graphicFrameChg chg="del">
          <ac:chgData name="Hasan Jamal" userId="6724a5da2ffd1b8f" providerId="LiveId" clId="{0C177C6E-E5F3-4BD7-A9C3-3F2F65AA2CAB}" dt="2024-10-23T17:13:51.472" v="12535" actId="478"/>
          <ac:graphicFrameMkLst>
            <pc:docMk/>
            <pc:sldMk cId="294136961" sldId="853"/>
            <ac:graphicFrameMk id="4" creationId="{52D04B40-CC52-D99B-13C0-EA2F43CEAC46}"/>
          </ac:graphicFrameMkLst>
        </pc:graphicFrameChg>
      </pc:sldChg>
      <pc:sldChg chg="addSp delSp modSp add del mod">
        <pc:chgData name="Hasan Jamal" userId="6724a5da2ffd1b8f" providerId="LiveId" clId="{0C177C6E-E5F3-4BD7-A9C3-3F2F65AA2CAB}" dt="2024-10-23T19:39:36.906" v="13383" actId="47"/>
        <pc:sldMkLst>
          <pc:docMk/>
          <pc:sldMk cId="3262705335" sldId="854"/>
        </pc:sldMkLst>
        <pc:spChg chg="del">
          <ac:chgData name="Hasan Jamal" userId="6724a5da2ffd1b8f" providerId="LiveId" clId="{0C177C6E-E5F3-4BD7-A9C3-3F2F65AA2CAB}" dt="2024-10-23T17:19:35.491" v="12687" actId="478"/>
          <ac:spMkLst>
            <pc:docMk/>
            <pc:sldMk cId="3262705335" sldId="854"/>
            <ac:spMk id="12" creationId="{36EBED72-BED3-C3B3-63D6-6C57BC94C72B}"/>
          </ac:spMkLst>
        </pc:spChg>
        <pc:spChg chg="add mod">
          <ac:chgData name="Hasan Jamal" userId="6724a5da2ffd1b8f" providerId="LiveId" clId="{0C177C6E-E5F3-4BD7-A9C3-3F2F65AA2CAB}" dt="2024-10-23T17:34:05.004" v="13046" actId="14100"/>
          <ac:spMkLst>
            <pc:docMk/>
            <pc:sldMk cId="3262705335" sldId="854"/>
            <ac:spMk id="22" creationId="{EFE0645F-D91B-E42F-C311-A6202D56B31C}"/>
          </ac:spMkLst>
        </pc:spChg>
        <pc:spChg chg="add mod">
          <ac:chgData name="Hasan Jamal" userId="6724a5da2ffd1b8f" providerId="LiveId" clId="{0C177C6E-E5F3-4BD7-A9C3-3F2F65AA2CAB}" dt="2024-10-23T17:34:07.725" v="13047" actId="14100"/>
          <ac:spMkLst>
            <pc:docMk/>
            <pc:sldMk cId="3262705335" sldId="854"/>
            <ac:spMk id="23" creationId="{C83990FD-1A1E-711F-55B1-06B401314E6C}"/>
          </ac:spMkLst>
        </pc:spChg>
        <pc:spChg chg="mod">
          <ac:chgData name="Hasan Jamal" userId="6724a5da2ffd1b8f" providerId="LiveId" clId="{0C177C6E-E5F3-4BD7-A9C3-3F2F65AA2CAB}" dt="2024-10-23T17:35:54.258" v="13050" actId="20577"/>
          <ac:spMkLst>
            <pc:docMk/>
            <pc:sldMk cId="3262705335" sldId="854"/>
            <ac:spMk id="3074" creationId="{48F6E773-EF71-18B8-8847-5836E148BFA8}"/>
          </ac:spMkLst>
        </pc:spChg>
        <pc:grpChg chg="del">
          <ac:chgData name="Hasan Jamal" userId="6724a5da2ffd1b8f" providerId="LiveId" clId="{0C177C6E-E5F3-4BD7-A9C3-3F2F65AA2CAB}" dt="2024-10-23T17:19:38.853" v="12688" actId="478"/>
          <ac:grpSpMkLst>
            <pc:docMk/>
            <pc:sldMk cId="3262705335" sldId="854"/>
            <ac:grpSpMk id="2" creationId="{8A981988-8605-6033-461A-52756DDAC735}"/>
          </ac:grpSpMkLst>
        </pc:grpChg>
        <pc:picChg chg="add del">
          <ac:chgData name="Hasan Jamal" userId="6724a5da2ffd1b8f" providerId="LiveId" clId="{0C177C6E-E5F3-4BD7-A9C3-3F2F65AA2CAB}" dt="2024-10-23T17:19:41.692" v="12690" actId="22"/>
          <ac:picMkLst>
            <pc:docMk/>
            <pc:sldMk cId="3262705335" sldId="854"/>
            <ac:picMk id="7" creationId="{6D9A6DDF-5F51-37E6-0408-229A5BE67ED1}"/>
          </ac:picMkLst>
        </pc:picChg>
      </pc:sldChg>
      <pc:sldChg chg="addSp delSp modSp add del mod modAnim">
        <pc:chgData name="Hasan Jamal" userId="6724a5da2ffd1b8f" providerId="LiveId" clId="{0C177C6E-E5F3-4BD7-A9C3-3F2F65AA2CAB}" dt="2024-10-23T18:02:46.973" v="13351" actId="47"/>
        <pc:sldMkLst>
          <pc:docMk/>
          <pc:sldMk cId="2999619895" sldId="855"/>
        </pc:sldMkLst>
        <pc:spChg chg="add del mod">
          <ac:chgData name="Hasan Jamal" userId="6724a5da2ffd1b8f" providerId="LiveId" clId="{0C177C6E-E5F3-4BD7-A9C3-3F2F65AA2CAB}" dt="2024-10-23T17:40:05.498" v="13082" actId="478"/>
          <ac:spMkLst>
            <pc:docMk/>
            <pc:sldMk cId="2999619895" sldId="855"/>
            <ac:spMk id="2" creationId="{EEC28172-A294-98DC-BBC5-00B7E3593CA9}"/>
          </ac:spMkLst>
        </pc:spChg>
        <pc:spChg chg="add mod">
          <ac:chgData name="Hasan Jamal" userId="6724a5da2ffd1b8f" providerId="LiveId" clId="{0C177C6E-E5F3-4BD7-A9C3-3F2F65AA2CAB}" dt="2024-10-23T17:56:55.203" v="13326" actId="6549"/>
          <ac:spMkLst>
            <pc:docMk/>
            <pc:sldMk cId="2999619895" sldId="855"/>
            <ac:spMk id="4" creationId="{8D4343BC-E4FB-74FA-31C2-E53028CD082C}"/>
          </ac:spMkLst>
        </pc:spChg>
        <pc:spChg chg="mod">
          <ac:chgData name="Hasan Jamal" userId="6724a5da2ffd1b8f" providerId="LiveId" clId="{0C177C6E-E5F3-4BD7-A9C3-3F2F65AA2CAB}" dt="2024-10-23T17:57:21.469" v="13331" actId="14100"/>
          <ac:spMkLst>
            <pc:docMk/>
            <pc:sldMk cId="2999619895" sldId="855"/>
            <ac:spMk id="22" creationId="{FD5B529A-4E0B-658B-1071-979F47558C95}"/>
          </ac:spMkLst>
        </pc:spChg>
        <pc:spChg chg="mod">
          <ac:chgData name="Hasan Jamal" userId="6724a5da2ffd1b8f" providerId="LiveId" clId="{0C177C6E-E5F3-4BD7-A9C3-3F2F65AA2CAB}" dt="2024-10-23T17:57:23.849" v="13332" actId="14100"/>
          <ac:spMkLst>
            <pc:docMk/>
            <pc:sldMk cId="2999619895" sldId="855"/>
            <ac:spMk id="23" creationId="{F54B4AF2-E2B2-6F78-ED7B-D5ED02ABF9E5}"/>
          </ac:spMkLst>
        </pc:spChg>
      </pc:sldChg>
      <pc:sldChg chg="add del">
        <pc:chgData name="Hasan Jamal" userId="6724a5da2ffd1b8f" providerId="LiveId" clId="{0C177C6E-E5F3-4BD7-A9C3-3F2F65AA2CAB}" dt="2024-10-23T19:39:36.906" v="13383" actId="47"/>
        <pc:sldMkLst>
          <pc:docMk/>
          <pc:sldMk cId="984715250" sldId="856"/>
        </pc:sldMkLst>
      </pc:sldChg>
      <pc:sldChg chg="addSp delSp modSp add del ord modAnim">
        <pc:chgData name="Hasan Jamal" userId="6724a5da2ffd1b8f" providerId="LiveId" clId="{0C177C6E-E5F3-4BD7-A9C3-3F2F65AA2CAB}" dt="2024-10-23T19:39:36.906" v="13383" actId="47"/>
        <pc:sldMkLst>
          <pc:docMk/>
          <pc:sldMk cId="1288332448" sldId="857"/>
        </pc:sldMkLst>
        <pc:spChg chg="del">
          <ac:chgData name="Hasan Jamal" userId="6724a5da2ffd1b8f" providerId="LiveId" clId="{0C177C6E-E5F3-4BD7-A9C3-3F2F65AA2CAB}" dt="2024-10-23T18:00:19.005" v="13335" actId="478"/>
          <ac:spMkLst>
            <pc:docMk/>
            <pc:sldMk cId="1288332448" sldId="857"/>
            <ac:spMk id="4" creationId="{62B98BE3-9642-49DA-A685-F378DE701C10}"/>
          </ac:spMkLst>
        </pc:spChg>
        <pc:spChg chg="del">
          <ac:chgData name="Hasan Jamal" userId="6724a5da2ffd1b8f" providerId="LiveId" clId="{0C177C6E-E5F3-4BD7-A9C3-3F2F65AA2CAB}" dt="2024-10-23T18:00:19.005" v="13335" actId="478"/>
          <ac:spMkLst>
            <pc:docMk/>
            <pc:sldMk cId="1288332448" sldId="857"/>
            <ac:spMk id="22" creationId="{17A5D323-DADD-996B-9A35-27CAB1DC4A8E}"/>
          </ac:spMkLst>
        </pc:spChg>
        <pc:spChg chg="del">
          <ac:chgData name="Hasan Jamal" userId="6724a5da2ffd1b8f" providerId="LiveId" clId="{0C177C6E-E5F3-4BD7-A9C3-3F2F65AA2CAB}" dt="2024-10-23T18:00:19.005" v="13335" actId="478"/>
          <ac:spMkLst>
            <pc:docMk/>
            <pc:sldMk cId="1288332448" sldId="857"/>
            <ac:spMk id="23" creationId="{84504EDA-9AE0-17CB-5DFC-02CFB4CCDB6B}"/>
          </ac:spMkLst>
        </pc:spChg>
        <pc:spChg chg="add mod">
          <ac:chgData name="Hasan Jamal" userId="6724a5da2ffd1b8f" providerId="LiveId" clId="{0C177C6E-E5F3-4BD7-A9C3-3F2F65AA2CAB}" dt="2024-10-23T18:00:31.510" v="13337" actId="1076"/>
          <ac:spMkLst>
            <pc:docMk/>
            <pc:sldMk cId="1288332448" sldId="857"/>
            <ac:spMk id="41989" creationId="{00000000-0000-0000-0000-000000000000}"/>
          </ac:spMkLst>
        </pc:spChg>
        <pc:spChg chg="add mod">
          <ac:chgData name="Hasan Jamal" userId="6724a5da2ffd1b8f" providerId="LiveId" clId="{0C177C6E-E5F3-4BD7-A9C3-3F2F65AA2CAB}" dt="2024-10-23T18:00:44.169" v="13348" actId="1038"/>
          <ac:spMkLst>
            <pc:docMk/>
            <pc:sldMk cId="1288332448" sldId="857"/>
            <ac:spMk id="41990"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41991"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41992"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42000"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42001"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42003"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3"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4"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5"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6"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7"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8"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39"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40"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43"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45" creationId="{00000000-0000-0000-0000-000000000000}"/>
          </ac:spMkLst>
        </pc:spChg>
        <pc:spChg chg="add mod">
          <ac:chgData name="Hasan Jamal" userId="6724a5da2ffd1b8f" providerId="LiveId" clId="{0C177C6E-E5F3-4BD7-A9C3-3F2F65AA2CAB}" dt="2024-10-23T18:00:31.510" v="13337" actId="1076"/>
          <ac:spMkLst>
            <pc:docMk/>
            <pc:sldMk cId="1288332448" sldId="857"/>
            <ac:spMk id="901146" creationId="{00000000-0000-0000-0000-000000000000}"/>
          </ac:spMkLst>
        </pc:spChg>
      </pc:sldChg>
      <pc:sldChg chg="addSp delSp modSp add del modAnim">
        <pc:chgData name="Hasan Jamal" userId="6724a5da2ffd1b8f" providerId="LiveId" clId="{0C177C6E-E5F3-4BD7-A9C3-3F2F65AA2CAB}" dt="2024-10-23T19:39:36.906" v="13383" actId="47"/>
        <pc:sldMkLst>
          <pc:docMk/>
          <pc:sldMk cId="1767642564" sldId="858"/>
        </pc:sldMkLst>
        <pc:spChg chg="del">
          <ac:chgData name="Hasan Jamal" userId="6724a5da2ffd1b8f" providerId="LiveId" clId="{0C177C6E-E5F3-4BD7-A9C3-3F2F65AA2CAB}" dt="2024-10-23T18:03:07.099" v="13353" actId="478"/>
          <ac:spMkLst>
            <pc:docMk/>
            <pc:sldMk cId="1767642564" sldId="858"/>
            <ac:spMk id="41989" creationId="{DCD4CC3F-6060-A733-CB3A-076FA96BBA7E}"/>
          </ac:spMkLst>
        </pc:spChg>
        <pc:spChg chg="del">
          <ac:chgData name="Hasan Jamal" userId="6724a5da2ffd1b8f" providerId="LiveId" clId="{0C177C6E-E5F3-4BD7-A9C3-3F2F65AA2CAB}" dt="2024-10-23T18:03:07.099" v="13353" actId="478"/>
          <ac:spMkLst>
            <pc:docMk/>
            <pc:sldMk cId="1767642564" sldId="858"/>
            <ac:spMk id="41990" creationId="{6A39C1C9-8A35-6E05-8594-92096CB8AFB7}"/>
          </ac:spMkLst>
        </pc:spChg>
        <pc:spChg chg="del">
          <ac:chgData name="Hasan Jamal" userId="6724a5da2ffd1b8f" providerId="LiveId" clId="{0C177C6E-E5F3-4BD7-A9C3-3F2F65AA2CAB}" dt="2024-10-23T18:03:07.099" v="13353" actId="478"/>
          <ac:spMkLst>
            <pc:docMk/>
            <pc:sldMk cId="1767642564" sldId="858"/>
            <ac:spMk id="41991" creationId="{2F254106-D2EF-576E-4657-312557CD2988}"/>
          </ac:spMkLst>
        </pc:spChg>
        <pc:spChg chg="del">
          <ac:chgData name="Hasan Jamal" userId="6724a5da2ffd1b8f" providerId="LiveId" clId="{0C177C6E-E5F3-4BD7-A9C3-3F2F65AA2CAB}" dt="2024-10-23T18:03:07.099" v="13353" actId="478"/>
          <ac:spMkLst>
            <pc:docMk/>
            <pc:sldMk cId="1767642564" sldId="858"/>
            <ac:spMk id="41992" creationId="{AC628A43-442B-C08A-7F89-4727B92438F8}"/>
          </ac:spMkLst>
        </pc:spChg>
        <pc:spChg chg="del">
          <ac:chgData name="Hasan Jamal" userId="6724a5da2ffd1b8f" providerId="LiveId" clId="{0C177C6E-E5F3-4BD7-A9C3-3F2F65AA2CAB}" dt="2024-10-23T18:03:07.099" v="13353" actId="478"/>
          <ac:spMkLst>
            <pc:docMk/>
            <pc:sldMk cId="1767642564" sldId="858"/>
            <ac:spMk id="42000" creationId="{C76B5C8B-8CC7-389C-63E9-6E49AF373858}"/>
          </ac:spMkLst>
        </pc:spChg>
        <pc:spChg chg="del">
          <ac:chgData name="Hasan Jamal" userId="6724a5da2ffd1b8f" providerId="LiveId" clId="{0C177C6E-E5F3-4BD7-A9C3-3F2F65AA2CAB}" dt="2024-10-23T18:03:07.099" v="13353" actId="478"/>
          <ac:spMkLst>
            <pc:docMk/>
            <pc:sldMk cId="1767642564" sldId="858"/>
            <ac:spMk id="42001" creationId="{EF11CABE-7423-4425-6F3A-6FD3534AA61E}"/>
          </ac:spMkLst>
        </pc:spChg>
        <pc:spChg chg="del">
          <ac:chgData name="Hasan Jamal" userId="6724a5da2ffd1b8f" providerId="LiveId" clId="{0C177C6E-E5F3-4BD7-A9C3-3F2F65AA2CAB}" dt="2024-10-23T18:03:07.099" v="13353" actId="478"/>
          <ac:spMkLst>
            <pc:docMk/>
            <pc:sldMk cId="1767642564" sldId="858"/>
            <ac:spMk id="42003" creationId="{D180C960-F70E-D30A-09AF-3BF6C85959E9}"/>
          </ac:spMkLst>
        </pc:spChg>
        <pc:spChg chg="add mod">
          <ac:chgData name="Hasan Jamal" userId="6724a5da2ffd1b8f" providerId="LiveId" clId="{0C177C6E-E5F3-4BD7-A9C3-3F2F65AA2CAB}" dt="2024-10-23T18:03:34.563" v="13382" actId="1038"/>
          <ac:spMkLst>
            <pc:docMk/>
            <pc:sldMk cId="1767642564" sldId="858"/>
            <ac:spMk id="43012"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3"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4"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5"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6"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7"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8"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19"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0"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1"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2"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3"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4"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5"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6"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7"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8"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29"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0"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1"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2"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3"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4"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5"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6"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7"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8"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39"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40" creationId="{00000000-0000-0000-0000-000000000000}"/>
          </ac:spMkLst>
        </pc:spChg>
        <pc:spChg chg="add mod">
          <ac:chgData name="Hasan Jamal" userId="6724a5da2ffd1b8f" providerId="LiveId" clId="{0C177C6E-E5F3-4BD7-A9C3-3F2F65AA2CAB}" dt="2024-10-23T18:03:34.563" v="13382" actId="1038"/>
          <ac:spMkLst>
            <pc:docMk/>
            <pc:sldMk cId="1767642564" sldId="858"/>
            <ac:spMk id="43041" creationId="{00000000-0000-0000-0000-000000000000}"/>
          </ac:spMkLst>
        </pc:spChg>
        <pc:spChg chg="del">
          <ac:chgData name="Hasan Jamal" userId="6724a5da2ffd1b8f" providerId="LiveId" clId="{0C177C6E-E5F3-4BD7-A9C3-3F2F65AA2CAB}" dt="2024-10-23T18:03:07.099" v="13353" actId="478"/>
          <ac:spMkLst>
            <pc:docMk/>
            <pc:sldMk cId="1767642564" sldId="858"/>
            <ac:spMk id="901133" creationId="{6AEEDE03-E7FE-AA37-FDA2-670B4DB94CF7}"/>
          </ac:spMkLst>
        </pc:spChg>
        <pc:spChg chg="del">
          <ac:chgData name="Hasan Jamal" userId="6724a5da2ffd1b8f" providerId="LiveId" clId="{0C177C6E-E5F3-4BD7-A9C3-3F2F65AA2CAB}" dt="2024-10-23T18:03:07.099" v="13353" actId="478"/>
          <ac:spMkLst>
            <pc:docMk/>
            <pc:sldMk cId="1767642564" sldId="858"/>
            <ac:spMk id="901134" creationId="{C57756A5-E435-0E8D-A26D-4352FBF3D138}"/>
          </ac:spMkLst>
        </pc:spChg>
        <pc:spChg chg="del">
          <ac:chgData name="Hasan Jamal" userId="6724a5da2ffd1b8f" providerId="LiveId" clId="{0C177C6E-E5F3-4BD7-A9C3-3F2F65AA2CAB}" dt="2024-10-23T18:03:07.099" v="13353" actId="478"/>
          <ac:spMkLst>
            <pc:docMk/>
            <pc:sldMk cId="1767642564" sldId="858"/>
            <ac:spMk id="901135" creationId="{2A548808-DFF0-798E-F27A-4A16A945161A}"/>
          </ac:spMkLst>
        </pc:spChg>
        <pc:spChg chg="del">
          <ac:chgData name="Hasan Jamal" userId="6724a5da2ffd1b8f" providerId="LiveId" clId="{0C177C6E-E5F3-4BD7-A9C3-3F2F65AA2CAB}" dt="2024-10-23T18:03:07.099" v="13353" actId="478"/>
          <ac:spMkLst>
            <pc:docMk/>
            <pc:sldMk cId="1767642564" sldId="858"/>
            <ac:spMk id="901136" creationId="{50557A52-A0D4-2B82-3534-8D6DFD5E1738}"/>
          </ac:spMkLst>
        </pc:spChg>
        <pc:spChg chg="del">
          <ac:chgData name="Hasan Jamal" userId="6724a5da2ffd1b8f" providerId="LiveId" clId="{0C177C6E-E5F3-4BD7-A9C3-3F2F65AA2CAB}" dt="2024-10-23T18:03:07.099" v="13353" actId="478"/>
          <ac:spMkLst>
            <pc:docMk/>
            <pc:sldMk cId="1767642564" sldId="858"/>
            <ac:spMk id="901137" creationId="{15DED2CC-2421-174B-01DE-953F30841AFF}"/>
          </ac:spMkLst>
        </pc:spChg>
        <pc:spChg chg="del">
          <ac:chgData name="Hasan Jamal" userId="6724a5da2ffd1b8f" providerId="LiveId" clId="{0C177C6E-E5F3-4BD7-A9C3-3F2F65AA2CAB}" dt="2024-10-23T18:03:07.099" v="13353" actId="478"/>
          <ac:spMkLst>
            <pc:docMk/>
            <pc:sldMk cId="1767642564" sldId="858"/>
            <ac:spMk id="901138" creationId="{0D77926B-C611-2658-4EA4-968C71F70BFD}"/>
          </ac:spMkLst>
        </pc:spChg>
        <pc:spChg chg="del">
          <ac:chgData name="Hasan Jamal" userId="6724a5da2ffd1b8f" providerId="LiveId" clId="{0C177C6E-E5F3-4BD7-A9C3-3F2F65AA2CAB}" dt="2024-10-23T18:03:07.099" v="13353" actId="478"/>
          <ac:spMkLst>
            <pc:docMk/>
            <pc:sldMk cId="1767642564" sldId="858"/>
            <ac:spMk id="901139" creationId="{11AA0BCA-C9AC-D0A8-6D36-3D562187518A}"/>
          </ac:spMkLst>
        </pc:spChg>
        <pc:spChg chg="del">
          <ac:chgData name="Hasan Jamal" userId="6724a5da2ffd1b8f" providerId="LiveId" clId="{0C177C6E-E5F3-4BD7-A9C3-3F2F65AA2CAB}" dt="2024-10-23T18:03:07.099" v="13353" actId="478"/>
          <ac:spMkLst>
            <pc:docMk/>
            <pc:sldMk cId="1767642564" sldId="858"/>
            <ac:spMk id="901140" creationId="{34BD5DD3-9CE8-E697-1CC7-04CCE4CFDC71}"/>
          </ac:spMkLst>
        </pc:spChg>
        <pc:spChg chg="del">
          <ac:chgData name="Hasan Jamal" userId="6724a5da2ffd1b8f" providerId="LiveId" clId="{0C177C6E-E5F3-4BD7-A9C3-3F2F65AA2CAB}" dt="2024-10-23T18:03:07.099" v="13353" actId="478"/>
          <ac:spMkLst>
            <pc:docMk/>
            <pc:sldMk cId="1767642564" sldId="858"/>
            <ac:spMk id="901143" creationId="{9CA64EBB-171C-3B69-5019-A42E4F592859}"/>
          </ac:spMkLst>
        </pc:spChg>
        <pc:spChg chg="del">
          <ac:chgData name="Hasan Jamal" userId="6724a5da2ffd1b8f" providerId="LiveId" clId="{0C177C6E-E5F3-4BD7-A9C3-3F2F65AA2CAB}" dt="2024-10-23T18:03:07.099" v="13353" actId="478"/>
          <ac:spMkLst>
            <pc:docMk/>
            <pc:sldMk cId="1767642564" sldId="858"/>
            <ac:spMk id="901145" creationId="{9C84939B-C977-8232-F529-45DD63557BFD}"/>
          </ac:spMkLst>
        </pc:spChg>
        <pc:spChg chg="del">
          <ac:chgData name="Hasan Jamal" userId="6724a5da2ffd1b8f" providerId="LiveId" clId="{0C177C6E-E5F3-4BD7-A9C3-3F2F65AA2CAB}" dt="2024-10-23T18:03:07.099" v="13353" actId="478"/>
          <ac:spMkLst>
            <pc:docMk/>
            <pc:sldMk cId="1767642564" sldId="858"/>
            <ac:spMk id="901146" creationId="{A891DD1F-979D-9C87-5367-178C3F6E6B9C}"/>
          </ac:spMkLst>
        </pc:spChg>
      </pc:sldChg>
    </pc:docChg>
  </pc:docChgLst>
  <pc:docChgLst>
    <pc:chgData name="Hasan Jamal" userId="6724a5da2ffd1b8f" providerId="Windows Live" clId="Web-{5AAA347F-379E-4546-B5B8-AB09BAAF3820}"/>
    <pc:docChg chg="modSld">
      <pc:chgData name="Hasan Jamal" userId="6724a5da2ffd1b8f" providerId="Windows Live" clId="Web-{5AAA347F-379E-4546-B5B8-AB09BAAF3820}" dt="2024-11-22T04:22:18.029" v="1" actId="20577"/>
      <pc:docMkLst>
        <pc:docMk/>
      </pc:docMkLst>
      <pc:sldChg chg="modSp">
        <pc:chgData name="Hasan Jamal" userId="6724a5da2ffd1b8f" providerId="Windows Live" clId="Web-{5AAA347F-379E-4546-B5B8-AB09BAAF3820}" dt="2024-11-22T04:22:18.029" v="1" actId="20577"/>
        <pc:sldMkLst>
          <pc:docMk/>
          <pc:sldMk cId="904013832" sldId="871"/>
        </pc:sldMkLst>
        <pc:spChg chg="mod">
          <ac:chgData name="Hasan Jamal" userId="6724a5da2ffd1b8f" providerId="Windows Live" clId="Web-{5AAA347F-379E-4546-B5B8-AB09BAAF3820}" dt="2024-11-22T04:22:18.029" v="1" actId="20577"/>
          <ac:spMkLst>
            <pc:docMk/>
            <pc:sldMk cId="904013832" sldId="871"/>
            <ac:spMk id="18" creationId="{1AB644B0-1AA8-6BFE-EB92-066D2CED80CF}"/>
          </ac:spMkLst>
        </pc:spChg>
      </pc:sldChg>
    </pc:docChg>
  </pc:docChgLst>
  <pc:docChgLst>
    <pc:chgData name="Hasan Jamal" userId="6724a5da2ffd1b8f" providerId="LiveId" clId="{61B860DB-D2A1-40B0-8544-99075C184C61}"/>
    <pc:docChg chg="undo redo custSel addSld delSld modSld sldOrd">
      <pc:chgData name="Hasan Jamal" userId="6724a5da2ffd1b8f" providerId="LiveId" clId="{61B860DB-D2A1-40B0-8544-99075C184C61}" dt="2024-11-22T16:59:04.741" v="6083" actId="47"/>
      <pc:docMkLst>
        <pc:docMk/>
      </pc:docMkLst>
      <pc:sldChg chg="modSp mod">
        <pc:chgData name="Hasan Jamal" userId="6724a5da2ffd1b8f" providerId="LiveId" clId="{61B860DB-D2A1-40B0-8544-99075C184C61}" dt="2024-11-20T07:35:28.738" v="12" actId="20577"/>
        <pc:sldMkLst>
          <pc:docMk/>
          <pc:sldMk cId="1423990881" sldId="267"/>
        </pc:sldMkLst>
        <pc:spChg chg="mod">
          <ac:chgData name="Hasan Jamal" userId="6724a5da2ffd1b8f" providerId="LiveId" clId="{61B860DB-D2A1-40B0-8544-99075C184C61}" dt="2024-11-20T07:35:28.738" v="12" actId="20577"/>
          <ac:spMkLst>
            <pc:docMk/>
            <pc:sldMk cId="1423990881" sldId="267"/>
            <ac:spMk id="8" creationId="{00000000-0000-0000-0000-000000000000}"/>
          </ac:spMkLst>
        </pc:spChg>
      </pc:sldChg>
      <pc:sldChg chg="del">
        <pc:chgData name="Hasan Jamal" userId="6724a5da2ffd1b8f" providerId="LiveId" clId="{61B860DB-D2A1-40B0-8544-99075C184C61}" dt="2024-11-21T10:36:39.966" v="4037" actId="47"/>
        <pc:sldMkLst>
          <pc:docMk/>
          <pc:sldMk cId="728946806" sldId="665"/>
        </pc:sldMkLst>
      </pc:sldChg>
      <pc:sldChg chg="modSp mod modAnim">
        <pc:chgData name="Hasan Jamal" userId="6724a5da2ffd1b8f" providerId="LiveId" clId="{61B860DB-D2A1-40B0-8544-99075C184C61}" dt="2024-11-22T01:57:51.988" v="4664"/>
        <pc:sldMkLst>
          <pc:docMk/>
          <pc:sldMk cId="2875525734" sldId="687"/>
        </pc:sldMkLst>
        <pc:spChg chg="mod">
          <ac:chgData name="Hasan Jamal" userId="6724a5da2ffd1b8f" providerId="LiveId" clId="{61B860DB-D2A1-40B0-8544-99075C184C61}" dt="2024-11-22T01:57:26.600" v="4662" actId="27636"/>
          <ac:spMkLst>
            <pc:docMk/>
            <pc:sldMk cId="2875525734" sldId="687"/>
            <ac:spMk id="4" creationId="{C69BE06D-A220-AA0B-AC32-235D90D3A7FE}"/>
          </ac:spMkLst>
        </pc:spChg>
        <pc:spChg chg="mod">
          <ac:chgData name="Hasan Jamal" userId="6724a5da2ffd1b8f" providerId="LiveId" clId="{61B860DB-D2A1-40B0-8544-99075C184C61}" dt="2024-11-22T01:53:45.554" v="4632"/>
          <ac:spMkLst>
            <pc:docMk/>
            <pc:sldMk cId="2875525734" sldId="687"/>
            <ac:spMk id="3074" creationId="{00000000-0000-0000-0000-000000000000}"/>
          </ac:spMkLst>
        </pc:spChg>
      </pc:sldChg>
      <pc:sldChg chg="modSp mod modAnim">
        <pc:chgData name="Hasan Jamal" userId="6724a5da2ffd1b8f" providerId="LiveId" clId="{61B860DB-D2A1-40B0-8544-99075C184C61}" dt="2024-11-22T16:54:27.829" v="5828"/>
        <pc:sldMkLst>
          <pc:docMk/>
          <pc:sldMk cId="1292484748" sldId="688"/>
        </pc:sldMkLst>
        <pc:spChg chg="mod">
          <ac:chgData name="Hasan Jamal" userId="6724a5da2ffd1b8f" providerId="LiveId" clId="{61B860DB-D2A1-40B0-8544-99075C184C61}" dt="2024-11-22T16:51:24.019" v="5677" actId="20577"/>
          <ac:spMkLst>
            <pc:docMk/>
            <pc:sldMk cId="1292484748" sldId="688"/>
            <ac:spMk id="12" creationId="{A773B303-CEA4-39FE-8190-A77ECCC638B8}"/>
          </ac:spMkLst>
        </pc:spChg>
        <pc:spChg chg="mod">
          <ac:chgData name="Hasan Jamal" userId="6724a5da2ffd1b8f" providerId="LiveId" clId="{61B860DB-D2A1-40B0-8544-99075C184C61}" dt="2024-11-22T10:19:19.185" v="5272" actId="20577"/>
          <ac:spMkLst>
            <pc:docMk/>
            <pc:sldMk cId="1292484748" sldId="688"/>
            <ac:spMk id="3074" creationId="{00000000-0000-0000-0000-000000000000}"/>
          </ac:spMkLst>
        </pc:spChg>
      </pc:sldChg>
      <pc:sldChg chg="del">
        <pc:chgData name="Hasan Jamal" userId="6724a5da2ffd1b8f" providerId="LiveId" clId="{61B860DB-D2A1-40B0-8544-99075C184C61}" dt="2024-11-22T16:59:04.741" v="6083" actId="47"/>
        <pc:sldMkLst>
          <pc:docMk/>
          <pc:sldMk cId="252814908" sldId="689"/>
        </pc:sldMkLst>
      </pc:sldChg>
      <pc:sldChg chg="modSp mod">
        <pc:chgData name="Hasan Jamal" userId="6724a5da2ffd1b8f" providerId="LiveId" clId="{61B860DB-D2A1-40B0-8544-99075C184C61}" dt="2024-11-20T17:27:55.282" v="1773" actId="6549"/>
        <pc:sldMkLst>
          <pc:docMk/>
          <pc:sldMk cId="98211189" sldId="723"/>
        </pc:sldMkLst>
        <pc:spChg chg="mod">
          <ac:chgData name="Hasan Jamal" userId="6724a5da2ffd1b8f" providerId="LiveId" clId="{61B860DB-D2A1-40B0-8544-99075C184C61}" dt="2024-11-20T17:27:55.282" v="1773" actId="6549"/>
          <ac:spMkLst>
            <pc:docMk/>
            <pc:sldMk cId="98211189" sldId="723"/>
            <ac:spMk id="12" creationId="{A773B303-CEA4-39FE-8190-A77ECCC638B8}"/>
          </ac:spMkLst>
        </pc:spChg>
        <pc:spChg chg="mod">
          <ac:chgData name="Hasan Jamal" userId="6724a5da2ffd1b8f" providerId="LiveId" clId="{61B860DB-D2A1-40B0-8544-99075C184C61}" dt="2024-11-20T17:26:12.610" v="1744"/>
          <ac:spMkLst>
            <pc:docMk/>
            <pc:sldMk cId="98211189" sldId="723"/>
            <ac:spMk id="3074" creationId="{00000000-0000-0000-0000-000000000000}"/>
          </ac:spMkLst>
        </pc:spChg>
      </pc:sldChg>
      <pc:sldChg chg="addSp modSp mod ord modAnim">
        <pc:chgData name="Hasan Jamal" userId="6724a5da2ffd1b8f" providerId="LiveId" clId="{61B860DB-D2A1-40B0-8544-99075C184C61}" dt="2024-11-20T17:16:55.760" v="1684" actId="1076"/>
        <pc:sldMkLst>
          <pc:docMk/>
          <pc:sldMk cId="1102760886" sldId="726"/>
        </pc:sldMkLst>
        <pc:spChg chg="mod">
          <ac:chgData name="Hasan Jamal" userId="6724a5da2ffd1b8f" providerId="LiveId" clId="{61B860DB-D2A1-40B0-8544-99075C184C61}" dt="2024-11-20T17:13:49.246" v="1630" actId="20577"/>
          <ac:spMkLst>
            <pc:docMk/>
            <pc:sldMk cId="1102760886" sldId="726"/>
            <ac:spMk id="12" creationId="{A773B303-CEA4-39FE-8190-A77ECCC638B8}"/>
          </ac:spMkLst>
        </pc:spChg>
        <pc:spChg chg="mod">
          <ac:chgData name="Hasan Jamal" userId="6724a5da2ffd1b8f" providerId="LiveId" clId="{61B860DB-D2A1-40B0-8544-99075C184C61}" dt="2024-11-20T16:55:14.200" v="1344" actId="20577"/>
          <ac:spMkLst>
            <pc:docMk/>
            <pc:sldMk cId="1102760886" sldId="726"/>
            <ac:spMk id="3074" creationId="{00000000-0000-0000-0000-000000000000}"/>
          </ac:spMkLst>
        </pc:spChg>
        <pc:grpChg chg="add mod">
          <ac:chgData name="Hasan Jamal" userId="6724a5da2ffd1b8f" providerId="LiveId" clId="{61B860DB-D2A1-40B0-8544-99075C184C61}" dt="2024-11-20T17:13:11.512" v="1623" actId="1036"/>
          <ac:grpSpMkLst>
            <pc:docMk/>
            <pc:sldMk cId="1102760886" sldId="726"/>
            <ac:grpSpMk id="15" creationId="{A95883A4-C7F5-16BB-7D15-580B39156696}"/>
          </ac:grpSpMkLst>
        </pc:grpChg>
        <pc:grpChg chg="add mod">
          <ac:chgData name="Hasan Jamal" userId="6724a5da2ffd1b8f" providerId="LiveId" clId="{61B860DB-D2A1-40B0-8544-99075C184C61}" dt="2024-11-20T17:15:06.714" v="1639" actId="14100"/>
          <ac:grpSpMkLst>
            <pc:docMk/>
            <pc:sldMk cId="1102760886" sldId="726"/>
            <ac:grpSpMk id="17" creationId="{F8EE0480-2794-D412-C32F-9406A6E67355}"/>
          </ac:grpSpMkLst>
        </pc:grpChg>
        <pc:picChg chg="add mod">
          <ac:chgData name="Hasan Jamal" userId="6724a5da2ffd1b8f" providerId="LiveId" clId="{61B860DB-D2A1-40B0-8544-99075C184C61}" dt="2024-11-20T17:03:39.264" v="1585" actId="1035"/>
          <ac:picMkLst>
            <pc:docMk/>
            <pc:sldMk cId="1102760886" sldId="726"/>
            <ac:picMk id="4" creationId="{611CB35F-E1A0-BE4E-43B7-EF704A53BF71}"/>
          </ac:picMkLst>
        </pc:picChg>
        <pc:picChg chg="mod">
          <ac:chgData name="Hasan Jamal" userId="6724a5da2ffd1b8f" providerId="LiveId" clId="{61B860DB-D2A1-40B0-8544-99075C184C61}" dt="2024-11-20T17:16:55.760" v="1684" actId="1076"/>
          <ac:picMkLst>
            <pc:docMk/>
            <pc:sldMk cId="1102760886" sldId="726"/>
            <ac:picMk id="5" creationId="{00000000-0000-0000-0000-000000000000}"/>
          </ac:picMkLst>
        </pc:picChg>
        <pc:picChg chg="add mod">
          <ac:chgData name="Hasan Jamal" userId="6724a5da2ffd1b8f" providerId="LiveId" clId="{61B860DB-D2A1-40B0-8544-99075C184C61}" dt="2024-11-20T17:03:36.958" v="1581" actId="1076"/>
          <ac:picMkLst>
            <pc:docMk/>
            <pc:sldMk cId="1102760886" sldId="726"/>
            <ac:picMk id="7" creationId="{A8A4D373-38BB-BEA8-0AE3-312EF5717DE9}"/>
          </ac:picMkLst>
        </pc:picChg>
        <pc:picChg chg="add mod">
          <ac:chgData name="Hasan Jamal" userId="6724a5da2ffd1b8f" providerId="LiveId" clId="{61B860DB-D2A1-40B0-8544-99075C184C61}" dt="2024-11-20T17:12:58.506" v="1609" actId="164"/>
          <ac:picMkLst>
            <pc:docMk/>
            <pc:sldMk cId="1102760886" sldId="726"/>
            <ac:picMk id="9" creationId="{69835E2E-C9AE-B414-5408-7D79A25AC9C1}"/>
          </ac:picMkLst>
        </pc:picChg>
        <pc:picChg chg="add mod">
          <ac:chgData name="Hasan Jamal" userId="6724a5da2ffd1b8f" providerId="LiveId" clId="{61B860DB-D2A1-40B0-8544-99075C184C61}" dt="2024-11-20T17:15:02.852" v="1638" actId="164"/>
          <ac:picMkLst>
            <pc:docMk/>
            <pc:sldMk cId="1102760886" sldId="726"/>
            <ac:picMk id="13" creationId="{D6E3F4A2-A0EB-70E8-6932-387706AF447C}"/>
          </ac:picMkLst>
        </pc:picChg>
        <pc:cxnChg chg="add mod">
          <ac:chgData name="Hasan Jamal" userId="6724a5da2ffd1b8f" providerId="LiveId" clId="{61B860DB-D2A1-40B0-8544-99075C184C61}" dt="2024-11-20T17:12:58.506" v="1609" actId="164"/>
          <ac:cxnSpMkLst>
            <pc:docMk/>
            <pc:sldMk cId="1102760886" sldId="726"/>
            <ac:cxnSpMk id="11" creationId="{DA5F8C1D-D590-F021-08A1-6F38B6EEB2AE}"/>
          </ac:cxnSpMkLst>
        </pc:cxnChg>
        <pc:cxnChg chg="add mod">
          <ac:chgData name="Hasan Jamal" userId="6724a5da2ffd1b8f" providerId="LiveId" clId="{61B860DB-D2A1-40B0-8544-99075C184C61}" dt="2024-11-20T17:15:02.852" v="1638" actId="164"/>
          <ac:cxnSpMkLst>
            <pc:docMk/>
            <pc:sldMk cId="1102760886" sldId="726"/>
            <ac:cxnSpMk id="14" creationId="{EE91BA96-44A0-53A7-577A-A9377B469988}"/>
          </ac:cxnSpMkLst>
        </pc:cxnChg>
      </pc:sldChg>
      <pc:sldChg chg="ord">
        <pc:chgData name="Hasan Jamal" userId="6724a5da2ffd1b8f" providerId="LiveId" clId="{61B860DB-D2A1-40B0-8544-99075C184C61}" dt="2024-11-20T16:54:06.750" v="1341"/>
        <pc:sldMkLst>
          <pc:docMk/>
          <pc:sldMk cId="1810699139" sldId="728"/>
        </pc:sldMkLst>
      </pc:sldChg>
      <pc:sldChg chg="modSp mod ord modAnim">
        <pc:chgData name="Hasan Jamal" userId="6724a5da2ffd1b8f" providerId="LiveId" clId="{61B860DB-D2A1-40B0-8544-99075C184C61}" dt="2024-11-20T18:22:23.404" v="2056"/>
        <pc:sldMkLst>
          <pc:docMk/>
          <pc:sldMk cId="3325734656" sldId="729"/>
        </pc:sldMkLst>
        <pc:spChg chg="mod">
          <ac:chgData name="Hasan Jamal" userId="6724a5da2ffd1b8f" providerId="LiveId" clId="{61B860DB-D2A1-40B0-8544-99075C184C61}" dt="2024-11-20T18:21:28.468" v="2053"/>
          <ac:spMkLst>
            <pc:docMk/>
            <pc:sldMk cId="3325734656" sldId="729"/>
            <ac:spMk id="12" creationId="{A773B303-CEA4-39FE-8190-A77ECCC638B8}"/>
          </ac:spMkLst>
        </pc:spChg>
        <pc:spChg chg="mod">
          <ac:chgData name="Hasan Jamal" userId="6724a5da2ffd1b8f" providerId="LiveId" clId="{61B860DB-D2A1-40B0-8544-99075C184C61}" dt="2024-11-20T18:03:51.322" v="1983"/>
          <ac:spMkLst>
            <pc:docMk/>
            <pc:sldMk cId="3325734656" sldId="729"/>
            <ac:spMk id="3074" creationId="{00000000-0000-0000-0000-000000000000}"/>
          </ac:spMkLst>
        </pc:spChg>
        <pc:picChg chg="mod">
          <ac:chgData name="Hasan Jamal" userId="6724a5da2ffd1b8f" providerId="LiveId" clId="{61B860DB-D2A1-40B0-8544-99075C184C61}" dt="2024-11-20T18:18:59.194" v="2042" actId="1036"/>
          <ac:picMkLst>
            <pc:docMk/>
            <pc:sldMk cId="3325734656" sldId="729"/>
            <ac:picMk id="5" creationId="{00000000-0000-0000-0000-000000000000}"/>
          </ac:picMkLst>
        </pc:picChg>
        <pc:picChg chg="mod">
          <ac:chgData name="Hasan Jamal" userId="6724a5da2ffd1b8f" providerId="LiveId" clId="{61B860DB-D2A1-40B0-8544-99075C184C61}" dt="2024-11-20T18:18:59.194" v="2042" actId="1036"/>
          <ac:picMkLst>
            <pc:docMk/>
            <pc:sldMk cId="3325734656" sldId="729"/>
            <ac:picMk id="52226" creationId="{00000000-0000-0000-0000-000000000000}"/>
          </ac:picMkLst>
        </pc:picChg>
      </pc:sldChg>
      <pc:sldChg chg="ord">
        <pc:chgData name="Hasan Jamal" userId="6724a5da2ffd1b8f" providerId="LiveId" clId="{61B860DB-D2A1-40B0-8544-99075C184C61}" dt="2024-11-20T16:54:06.750" v="1341"/>
        <pc:sldMkLst>
          <pc:docMk/>
          <pc:sldMk cId="1770396052" sldId="747"/>
        </pc:sldMkLst>
      </pc:sldChg>
      <pc:sldChg chg="modSp mod ord modAnim">
        <pc:chgData name="Hasan Jamal" userId="6724a5da2ffd1b8f" providerId="LiveId" clId="{61B860DB-D2A1-40B0-8544-99075C184C61}" dt="2024-11-20T18:02:33.014" v="1982" actId="6549"/>
        <pc:sldMkLst>
          <pc:docMk/>
          <pc:sldMk cId="3610718199" sldId="752"/>
        </pc:sldMkLst>
        <pc:spChg chg="mod">
          <ac:chgData name="Hasan Jamal" userId="6724a5da2ffd1b8f" providerId="LiveId" clId="{61B860DB-D2A1-40B0-8544-99075C184C61}" dt="2024-11-20T18:02:33.014" v="1982" actId="6549"/>
          <ac:spMkLst>
            <pc:docMk/>
            <pc:sldMk cId="3610718199" sldId="752"/>
            <ac:spMk id="12" creationId="{09F1CB03-18D3-96C9-272B-38A27EBFC999}"/>
          </ac:spMkLst>
        </pc:spChg>
        <pc:spChg chg="mod">
          <ac:chgData name="Hasan Jamal" userId="6724a5da2ffd1b8f" providerId="LiveId" clId="{61B860DB-D2A1-40B0-8544-99075C184C61}" dt="2024-11-20T17:55:08.110" v="1903" actId="20577"/>
          <ac:spMkLst>
            <pc:docMk/>
            <pc:sldMk cId="3610718199" sldId="752"/>
            <ac:spMk id="3074" creationId="{AB27053C-248C-C3C1-64C3-C4A144256E27}"/>
          </ac:spMkLst>
        </pc:spChg>
      </pc:sldChg>
      <pc:sldChg chg="del">
        <pc:chgData name="Hasan Jamal" userId="6724a5da2ffd1b8f" providerId="LiveId" clId="{61B860DB-D2A1-40B0-8544-99075C184C61}" dt="2024-11-22T16:59:04.741" v="6083" actId="47"/>
        <pc:sldMkLst>
          <pc:docMk/>
          <pc:sldMk cId="612253287" sldId="782"/>
        </pc:sldMkLst>
      </pc:sldChg>
      <pc:sldChg chg="modSp mod">
        <pc:chgData name="Hasan Jamal" userId="6724a5da2ffd1b8f" providerId="LiveId" clId="{61B860DB-D2A1-40B0-8544-99075C184C61}" dt="2024-11-22T16:58:43.131" v="6082" actId="20577"/>
        <pc:sldMkLst>
          <pc:docMk/>
          <pc:sldMk cId="3638753230" sldId="787"/>
        </pc:sldMkLst>
        <pc:spChg chg="mod">
          <ac:chgData name="Hasan Jamal" userId="6724a5da2ffd1b8f" providerId="LiveId" clId="{61B860DB-D2A1-40B0-8544-99075C184C61}" dt="2024-11-22T16:58:43.131" v="6082" actId="20577"/>
          <ac:spMkLst>
            <pc:docMk/>
            <pc:sldMk cId="3638753230" sldId="787"/>
            <ac:spMk id="12" creationId="{B7CAE453-E4EB-BAA8-087A-AFB19AE4B98C}"/>
          </ac:spMkLst>
        </pc:spChg>
        <pc:spChg chg="mod">
          <ac:chgData name="Hasan Jamal" userId="6724a5da2ffd1b8f" providerId="LiveId" clId="{61B860DB-D2A1-40B0-8544-99075C184C61}" dt="2024-11-22T16:52:09.405" v="5701" actId="20577"/>
          <ac:spMkLst>
            <pc:docMk/>
            <pc:sldMk cId="3638753230" sldId="787"/>
            <ac:spMk id="3074" creationId="{F453EDA6-2CB9-4130-4661-1DC9DECFE661}"/>
          </ac:spMkLst>
        </pc:spChg>
      </pc:sldChg>
      <pc:sldChg chg="del">
        <pc:chgData name="Hasan Jamal" userId="6724a5da2ffd1b8f" providerId="LiveId" clId="{61B860DB-D2A1-40B0-8544-99075C184C61}" dt="2024-11-22T16:59:04.741" v="6083" actId="47"/>
        <pc:sldMkLst>
          <pc:docMk/>
          <pc:sldMk cId="953277210" sldId="789"/>
        </pc:sldMkLst>
      </pc:sldChg>
      <pc:sldChg chg="del">
        <pc:chgData name="Hasan Jamal" userId="6724a5da2ffd1b8f" providerId="LiveId" clId="{61B860DB-D2A1-40B0-8544-99075C184C61}" dt="2024-11-22T16:59:04.741" v="6083" actId="47"/>
        <pc:sldMkLst>
          <pc:docMk/>
          <pc:sldMk cId="2783443465" sldId="790"/>
        </pc:sldMkLst>
      </pc:sldChg>
      <pc:sldChg chg="del">
        <pc:chgData name="Hasan Jamal" userId="6724a5da2ffd1b8f" providerId="LiveId" clId="{61B860DB-D2A1-40B0-8544-99075C184C61}" dt="2024-11-22T16:59:04.741" v="6083" actId="47"/>
        <pc:sldMkLst>
          <pc:docMk/>
          <pc:sldMk cId="2590029065" sldId="791"/>
        </pc:sldMkLst>
      </pc:sldChg>
      <pc:sldChg chg="del">
        <pc:chgData name="Hasan Jamal" userId="6724a5da2ffd1b8f" providerId="LiveId" clId="{61B860DB-D2A1-40B0-8544-99075C184C61}" dt="2024-11-20T16:15:25.726" v="774" actId="47"/>
        <pc:sldMkLst>
          <pc:docMk/>
          <pc:sldMk cId="651830277" sldId="796"/>
        </pc:sldMkLst>
      </pc:sldChg>
      <pc:sldChg chg="modSp mod modAnim">
        <pc:chgData name="Hasan Jamal" userId="6724a5da2ffd1b8f" providerId="LiveId" clId="{61B860DB-D2A1-40B0-8544-99075C184C61}" dt="2024-11-20T17:48:36.108" v="1873"/>
        <pc:sldMkLst>
          <pc:docMk/>
          <pc:sldMk cId="2035644326" sldId="797"/>
        </pc:sldMkLst>
        <pc:spChg chg="mod">
          <ac:chgData name="Hasan Jamal" userId="6724a5da2ffd1b8f" providerId="LiveId" clId="{61B860DB-D2A1-40B0-8544-99075C184C61}" dt="2024-11-20T17:47:50.912" v="1869" actId="113"/>
          <ac:spMkLst>
            <pc:docMk/>
            <pc:sldMk cId="2035644326" sldId="797"/>
            <ac:spMk id="12" creationId="{F6A59142-37FA-8761-0A36-197D45C18F0F}"/>
          </ac:spMkLst>
        </pc:spChg>
      </pc:sldChg>
      <pc:sldChg chg="addSp delSp modSp mod modAnim">
        <pc:chgData name="Hasan Jamal" userId="6724a5da2ffd1b8f" providerId="LiveId" clId="{61B860DB-D2A1-40B0-8544-99075C184C61}" dt="2024-11-20T17:54:21.666" v="1890" actId="14100"/>
        <pc:sldMkLst>
          <pc:docMk/>
          <pc:sldMk cId="2321442274" sldId="802"/>
        </pc:sldMkLst>
        <pc:spChg chg="mod">
          <ac:chgData name="Hasan Jamal" userId="6724a5da2ffd1b8f" providerId="LiveId" clId="{61B860DB-D2A1-40B0-8544-99075C184C61}" dt="2024-11-20T17:54:21.666" v="1890" actId="14100"/>
          <ac:spMkLst>
            <pc:docMk/>
            <pc:sldMk cId="2321442274" sldId="802"/>
            <ac:spMk id="2" creationId="{E6A63F48-502E-F50D-1685-B02B9B17F92A}"/>
          </ac:spMkLst>
        </pc:spChg>
        <pc:picChg chg="del">
          <ac:chgData name="Hasan Jamal" userId="6724a5da2ffd1b8f" providerId="LiveId" clId="{61B860DB-D2A1-40B0-8544-99075C184C61}" dt="2024-11-20T17:53:58.230" v="1885" actId="478"/>
          <ac:picMkLst>
            <pc:docMk/>
            <pc:sldMk cId="2321442274" sldId="802"/>
            <ac:picMk id="5" creationId="{00000000-0000-0000-0000-000000000000}"/>
          </ac:picMkLst>
        </pc:picChg>
        <pc:picChg chg="add mod">
          <ac:chgData name="Hasan Jamal" userId="6724a5da2ffd1b8f" providerId="LiveId" clId="{61B860DB-D2A1-40B0-8544-99075C184C61}" dt="2024-11-20T17:54:11.920" v="1889" actId="1076"/>
          <ac:picMkLst>
            <pc:docMk/>
            <pc:sldMk cId="2321442274" sldId="802"/>
            <ac:picMk id="35842" creationId="{138FEED4-3700-4E13-BB16-66A99CC6BD1E}"/>
          </ac:picMkLst>
        </pc:picChg>
      </pc:sldChg>
      <pc:sldChg chg="modSp mod">
        <pc:chgData name="Hasan Jamal" userId="6724a5da2ffd1b8f" providerId="LiveId" clId="{61B860DB-D2A1-40B0-8544-99075C184C61}" dt="2024-11-20T18:29:14.802" v="2160" actId="20577"/>
        <pc:sldMkLst>
          <pc:docMk/>
          <pc:sldMk cId="3031527186" sldId="809"/>
        </pc:sldMkLst>
        <pc:spChg chg="mod">
          <ac:chgData name="Hasan Jamal" userId="6724a5da2ffd1b8f" providerId="LiveId" clId="{61B860DB-D2A1-40B0-8544-99075C184C61}" dt="2024-11-20T18:29:14.802" v="2160" actId="20577"/>
          <ac:spMkLst>
            <pc:docMk/>
            <pc:sldMk cId="3031527186" sldId="809"/>
            <ac:spMk id="12" creationId="{FD027DCF-1F18-79C7-E904-B6B9B4F6432D}"/>
          </ac:spMkLst>
        </pc:spChg>
      </pc:sldChg>
      <pc:sldChg chg="del">
        <pc:chgData name="Hasan Jamal" userId="6724a5da2ffd1b8f" providerId="LiveId" clId="{61B860DB-D2A1-40B0-8544-99075C184C61}" dt="2024-11-20T18:36:11.418" v="2162" actId="47"/>
        <pc:sldMkLst>
          <pc:docMk/>
          <pc:sldMk cId="3512164281" sldId="810"/>
        </pc:sldMkLst>
      </pc:sldChg>
      <pc:sldChg chg="del">
        <pc:chgData name="Hasan Jamal" userId="6724a5da2ffd1b8f" providerId="LiveId" clId="{61B860DB-D2A1-40B0-8544-99075C184C61}" dt="2024-11-20T18:36:10.048" v="2161" actId="47"/>
        <pc:sldMkLst>
          <pc:docMk/>
          <pc:sldMk cId="1402703582" sldId="811"/>
        </pc:sldMkLst>
      </pc:sldChg>
      <pc:sldChg chg="del">
        <pc:chgData name="Hasan Jamal" userId="6724a5da2ffd1b8f" providerId="LiveId" clId="{61B860DB-D2A1-40B0-8544-99075C184C61}" dt="2024-11-20T18:36:12.394" v="2163" actId="47"/>
        <pc:sldMkLst>
          <pc:docMk/>
          <pc:sldMk cId="1564862862" sldId="812"/>
        </pc:sldMkLst>
      </pc:sldChg>
      <pc:sldChg chg="modSp mod modAnim">
        <pc:chgData name="Hasan Jamal" userId="6724a5da2ffd1b8f" providerId="LiveId" clId="{61B860DB-D2A1-40B0-8544-99075C184C61}" dt="2024-11-21T05:36:12.898" v="2662" actId="255"/>
        <pc:sldMkLst>
          <pc:docMk/>
          <pc:sldMk cId="547710292" sldId="813"/>
        </pc:sldMkLst>
        <pc:spChg chg="mod">
          <ac:chgData name="Hasan Jamal" userId="6724a5da2ffd1b8f" providerId="LiveId" clId="{61B860DB-D2A1-40B0-8544-99075C184C61}" dt="2024-11-21T05:36:12.898" v="2662" actId="255"/>
          <ac:spMkLst>
            <pc:docMk/>
            <pc:sldMk cId="547710292" sldId="813"/>
            <ac:spMk id="4" creationId="{5FCAECDB-311F-74B7-61FF-1B10056351ED}"/>
          </ac:spMkLst>
        </pc:spChg>
        <pc:spChg chg="mod">
          <ac:chgData name="Hasan Jamal" userId="6724a5da2ffd1b8f" providerId="LiveId" clId="{61B860DB-D2A1-40B0-8544-99075C184C61}" dt="2024-11-21T05:17:07.066" v="2494"/>
          <ac:spMkLst>
            <pc:docMk/>
            <pc:sldMk cId="547710292" sldId="813"/>
            <ac:spMk id="3074" creationId="{EB9B0E6F-25E4-AE5E-845A-FE4E1961D5E3}"/>
          </ac:spMkLst>
        </pc:spChg>
      </pc:sldChg>
      <pc:sldChg chg="del">
        <pc:chgData name="Hasan Jamal" userId="6724a5da2ffd1b8f" providerId="LiveId" clId="{61B860DB-D2A1-40B0-8544-99075C184C61}" dt="2024-11-21T05:14:15.546" v="2422" actId="47"/>
        <pc:sldMkLst>
          <pc:docMk/>
          <pc:sldMk cId="1103444707" sldId="814"/>
        </pc:sldMkLst>
      </pc:sldChg>
      <pc:sldChg chg="del">
        <pc:chgData name="Hasan Jamal" userId="6724a5da2ffd1b8f" providerId="LiveId" clId="{61B860DB-D2A1-40B0-8544-99075C184C61}" dt="2024-11-21T05:14:16.240" v="2423" actId="47"/>
        <pc:sldMkLst>
          <pc:docMk/>
          <pc:sldMk cId="3041005747" sldId="815"/>
        </pc:sldMkLst>
      </pc:sldChg>
      <pc:sldChg chg="addSp modSp mod">
        <pc:chgData name="Hasan Jamal" userId="6724a5da2ffd1b8f" providerId="LiveId" clId="{61B860DB-D2A1-40B0-8544-99075C184C61}" dt="2024-11-22T02:09:53.488" v="4831" actId="255"/>
        <pc:sldMkLst>
          <pc:docMk/>
          <pc:sldMk cId="1054034208" sldId="816"/>
        </pc:sldMkLst>
        <pc:spChg chg="add mod">
          <ac:chgData name="Hasan Jamal" userId="6724a5da2ffd1b8f" providerId="LiveId" clId="{61B860DB-D2A1-40B0-8544-99075C184C61}" dt="2024-11-22T02:07:46.296" v="4813" actId="1035"/>
          <ac:spMkLst>
            <pc:docMk/>
            <pc:sldMk cId="1054034208" sldId="816"/>
            <ac:spMk id="4" creationId="{00000000-0000-0000-0000-000000000000}"/>
          </ac:spMkLst>
        </pc:spChg>
        <pc:spChg chg="mod">
          <ac:chgData name="Hasan Jamal" userId="6724a5da2ffd1b8f" providerId="LiveId" clId="{61B860DB-D2A1-40B0-8544-99075C184C61}" dt="2024-11-22T02:09:53.488" v="4831" actId="255"/>
          <ac:spMkLst>
            <pc:docMk/>
            <pc:sldMk cId="1054034208" sldId="816"/>
            <ac:spMk id="12" creationId="{BE70E620-0D96-F0C7-13EB-76380941CB77}"/>
          </ac:spMkLst>
        </pc:spChg>
        <pc:spChg chg="mod">
          <ac:chgData name="Hasan Jamal" userId="6724a5da2ffd1b8f" providerId="LiveId" clId="{61B860DB-D2A1-40B0-8544-99075C184C61}" dt="2024-11-21T10:55:18.084" v="4433"/>
          <ac:spMkLst>
            <pc:docMk/>
            <pc:sldMk cId="1054034208" sldId="816"/>
            <ac:spMk id="3074" creationId="{954E50A7-D9D3-2827-CE40-EB4651F98FC9}"/>
          </ac:spMkLst>
        </pc:spChg>
      </pc:sldChg>
      <pc:sldChg chg="del">
        <pc:chgData name="Hasan Jamal" userId="6724a5da2ffd1b8f" providerId="LiveId" clId="{61B860DB-D2A1-40B0-8544-99075C184C61}" dt="2024-11-21T10:44:06.142" v="4129" actId="47"/>
        <pc:sldMkLst>
          <pc:docMk/>
          <pc:sldMk cId="1415965798" sldId="817"/>
        </pc:sldMkLst>
      </pc:sldChg>
      <pc:sldChg chg="addSp delSp modSp mod modAnim">
        <pc:chgData name="Hasan Jamal" userId="6724a5da2ffd1b8f" providerId="LiveId" clId="{61B860DB-D2A1-40B0-8544-99075C184C61}" dt="2024-11-22T10:17:07.107" v="5241" actId="20577"/>
        <pc:sldMkLst>
          <pc:docMk/>
          <pc:sldMk cId="3830698193" sldId="818"/>
        </pc:sldMkLst>
        <pc:spChg chg="mod">
          <ac:chgData name="Hasan Jamal" userId="6724a5da2ffd1b8f" providerId="LiveId" clId="{61B860DB-D2A1-40B0-8544-99075C184C61}" dt="2024-11-22T10:17:07.107" v="5241" actId="20577"/>
          <ac:spMkLst>
            <pc:docMk/>
            <pc:sldMk cId="3830698193" sldId="818"/>
            <ac:spMk id="12" creationId="{6E3146C6-9FCB-FCC6-F09B-8B812E112B5E}"/>
          </ac:spMkLst>
        </pc:spChg>
        <pc:spChg chg="mod">
          <ac:chgData name="Hasan Jamal" userId="6724a5da2ffd1b8f" providerId="LiveId" clId="{61B860DB-D2A1-40B0-8544-99075C184C61}" dt="2024-11-22T10:14:32.019" v="5056" actId="20577"/>
          <ac:spMkLst>
            <pc:docMk/>
            <pc:sldMk cId="3830698193" sldId="818"/>
            <ac:spMk id="3074" creationId="{630ED04D-7C2E-5D24-F451-F576A51C3EAD}"/>
          </ac:spMkLst>
        </pc:spChg>
        <pc:spChg chg="add mod">
          <ac:chgData name="Hasan Jamal" userId="6724a5da2ffd1b8f" providerId="LiveId" clId="{61B860DB-D2A1-40B0-8544-99075C184C61}" dt="2024-11-22T10:15:08.659" v="5105" actId="1036"/>
          <ac:spMkLst>
            <pc:docMk/>
            <pc:sldMk cId="3830698193" sldId="818"/>
            <ac:spMk id="66562" creationId="{FD3E6C09-91AB-4252-8558-115F273E58C9}"/>
          </ac:spMkLst>
        </pc:spChg>
        <pc:spChg chg="add mod">
          <ac:chgData name="Hasan Jamal" userId="6724a5da2ffd1b8f" providerId="LiveId" clId="{61B860DB-D2A1-40B0-8544-99075C184C61}" dt="2024-11-22T10:15:08.659" v="5105" actId="1036"/>
          <ac:spMkLst>
            <pc:docMk/>
            <pc:sldMk cId="3830698193" sldId="818"/>
            <ac:spMk id="66563" creationId="{4DB892FA-9656-4369-B039-CF364DF8033A}"/>
          </ac:spMkLst>
        </pc:spChg>
        <pc:picChg chg="add del mod">
          <ac:chgData name="Hasan Jamal" userId="6724a5da2ffd1b8f" providerId="LiveId" clId="{61B860DB-D2A1-40B0-8544-99075C184C61}" dt="2024-11-21T10:51:56.476" v="4367" actId="478"/>
          <ac:picMkLst>
            <pc:docMk/>
            <pc:sldMk cId="3830698193" sldId="818"/>
            <ac:picMk id="2" creationId="{970AA590-6B62-C426-B754-90C9FDD13994}"/>
          </ac:picMkLst>
        </pc:picChg>
        <pc:picChg chg="add del mod">
          <ac:chgData name="Hasan Jamal" userId="6724a5da2ffd1b8f" providerId="LiveId" clId="{61B860DB-D2A1-40B0-8544-99075C184C61}" dt="2024-11-21T10:51:56.476" v="4367" actId="478"/>
          <ac:picMkLst>
            <pc:docMk/>
            <pc:sldMk cId="3830698193" sldId="818"/>
            <ac:picMk id="4" creationId="{D7A5AD0E-074B-7BF2-7F06-804C2A6B568B}"/>
          </ac:picMkLst>
        </pc:picChg>
        <pc:picChg chg="add mod">
          <ac:chgData name="Hasan Jamal" userId="6724a5da2ffd1b8f" providerId="LiveId" clId="{61B860DB-D2A1-40B0-8544-99075C184C61}" dt="2024-11-22T10:15:16.453" v="5113" actId="1038"/>
          <ac:picMkLst>
            <pc:docMk/>
            <pc:sldMk cId="3830698193" sldId="818"/>
            <ac:picMk id="6" creationId="{CABDA342-74E3-48D8-91DE-BAE9BF80FCB4}"/>
          </ac:picMkLst>
        </pc:picChg>
        <pc:picChg chg="add del mod">
          <ac:chgData name="Hasan Jamal" userId="6724a5da2ffd1b8f" providerId="LiveId" clId="{61B860DB-D2A1-40B0-8544-99075C184C61}" dt="2024-11-21T10:48:43.290" v="4238" actId="478"/>
          <ac:picMkLst>
            <pc:docMk/>
            <pc:sldMk cId="3830698193" sldId="818"/>
            <ac:picMk id="66564" creationId="{0B62FAF8-3075-42AC-BA0B-5BDEAC7D4D02}"/>
          </ac:picMkLst>
        </pc:picChg>
      </pc:sldChg>
      <pc:sldChg chg="del">
        <pc:chgData name="Hasan Jamal" userId="6724a5da2ffd1b8f" providerId="LiveId" clId="{61B860DB-D2A1-40B0-8544-99075C184C61}" dt="2024-11-21T10:53:22.422" v="4418" actId="47"/>
        <pc:sldMkLst>
          <pc:docMk/>
          <pc:sldMk cId="465575792" sldId="819"/>
        </pc:sldMkLst>
      </pc:sldChg>
      <pc:sldChg chg="modSp mod">
        <pc:chgData name="Hasan Jamal" userId="6724a5da2ffd1b8f" providerId="LiveId" clId="{61B860DB-D2A1-40B0-8544-99075C184C61}" dt="2024-11-22T10:18:30.957" v="5267"/>
        <pc:sldMkLst>
          <pc:docMk/>
          <pc:sldMk cId="4045099029" sldId="820"/>
        </pc:sldMkLst>
        <pc:spChg chg="mod">
          <ac:chgData name="Hasan Jamal" userId="6724a5da2ffd1b8f" providerId="LiveId" clId="{61B860DB-D2A1-40B0-8544-99075C184C61}" dt="2024-11-22T10:18:21.859" v="5266" actId="20577"/>
          <ac:spMkLst>
            <pc:docMk/>
            <pc:sldMk cId="4045099029" sldId="820"/>
            <ac:spMk id="12" creationId="{E287095D-D859-B733-50F8-1BE1F3CC39B4}"/>
          </ac:spMkLst>
        </pc:spChg>
        <pc:spChg chg="mod">
          <ac:chgData name="Hasan Jamal" userId="6724a5da2ffd1b8f" providerId="LiveId" clId="{61B860DB-D2A1-40B0-8544-99075C184C61}" dt="2024-11-22T10:18:30.957" v="5267"/>
          <ac:spMkLst>
            <pc:docMk/>
            <pc:sldMk cId="4045099029" sldId="820"/>
            <ac:spMk id="3074" creationId="{550198D1-5A7C-3DD7-8CC4-DD63F9470560}"/>
          </ac:spMkLst>
        </pc:spChg>
      </pc:sldChg>
      <pc:sldChg chg="del">
        <pc:chgData name="Hasan Jamal" userId="6724a5da2ffd1b8f" providerId="LiveId" clId="{61B860DB-D2A1-40B0-8544-99075C184C61}" dt="2024-11-21T10:53:23.344" v="4419" actId="47"/>
        <pc:sldMkLst>
          <pc:docMk/>
          <pc:sldMk cId="2441620833" sldId="821"/>
        </pc:sldMkLst>
      </pc:sldChg>
      <pc:sldChg chg="del">
        <pc:chgData name="Hasan Jamal" userId="6724a5da2ffd1b8f" providerId="LiveId" clId="{61B860DB-D2A1-40B0-8544-99075C184C61}" dt="2024-11-22T16:59:04.741" v="6083" actId="47"/>
        <pc:sldMkLst>
          <pc:docMk/>
          <pc:sldMk cId="736700286" sldId="822"/>
        </pc:sldMkLst>
      </pc:sldChg>
      <pc:sldChg chg="del">
        <pc:chgData name="Hasan Jamal" userId="6724a5da2ffd1b8f" providerId="LiveId" clId="{61B860DB-D2A1-40B0-8544-99075C184C61}" dt="2024-11-22T16:59:04.741" v="6083" actId="47"/>
        <pc:sldMkLst>
          <pc:docMk/>
          <pc:sldMk cId="1428040278" sldId="823"/>
        </pc:sldMkLst>
      </pc:sldChg>
      <pc:sldChg chg="del">
        <pc:chgData name="Hasan Jamal" userId="6724a5da2ffd1b8f" providerId="LiveId" clId="{61B860DB-D2A1-40B0-8544-99075C184C61}" dt="2024-11-22T16:59:04.741" v="6083" actId="47"/>
        <pc:sldMkLst>
          <pc:docMk/>
          <pc:sldMk cId="3406667675" sldId="824"/>
        </pc:sldMkLst>
      </pc:sldChg>
      <pc:sldChg chg="del">
        <pc:chgData name="Hasan Jamal" userId="6724a5da2ffd1b8f" providerId="LiveId" clId="{61B860DB-D2A1-40B0-8544-99075C184C61}" dt="2024-11-22T16:59:04.741" v="6083" actId="47"/>
        <pc:sldMkLst>
          <pc:docMk/>
          <pc:sldMk cId="2744684931" sldId="825"/>
        </pc:sldMkLst>
      </pc:sldChg>
      <pc:sldChg chg="delSp modSp mod modAnim">
        <pc:chgData name="Hasan Jamal" userId="6724a5da2ffd1b8f" providerId="LiveId" clId="{61B860DB-D2A1-40B0-8544-99075C184C61}" dt="2024-11-20T16:14:15.894" v="773"/>
        <pc:sldMkLst>
          <pc:docMk/>
          <pc:sldMk cId="2031381857" sldId="826"/>
        </pc:sldMkLst>
        <pc:spChg chg="mod">
          <ac:chgData name="Hasan Jamal" userId="6724a5da2ffd1b8f" providerId="LiveId" clId="{61B860DB-D2A1-40B0-8544-99075C184C61}" dt="2024-11-20T07:39:53.016" v="488" actId="20577"/>
          <ac:spMkLst>
            <pc:docMk/>
            <pc:sldMk cId="2031381857" sldId="826"/>
            <ac:spMk id="12" creationId="{408FFD99-EBCA-DEB5-E371-B821B54A6358}"/>
          </ac:spMkLst>
        </pc:spChg>
        <pc:graphicFrameChg chg="del mod">
          <ac:chgData name="Hasan Jamal" userId="6724a5da2ffd1b8f" providerId="LiveId" clId="{61B860DB-D2A1-40B0-8544-99075C184C61}" dt="2024-11-20T07:38:23.074" v="277" actId="478"/>
          <ac:graphicFrameMkLst>
            <pc:docMk/>
            <pc:sldMk cId="2031381857" sldId="826"/>
            <ac:graphicFrameMk id="2" creationId="{02A229BE-2D5A-A320-D049-47D0587D3BC0}"/>
          </ac:graphicFrameMkLst>
        </pc:graphicFrameChg>
        <pc:picChg chg="del">
          <ac:chgData name="Hasan Jamal" userId="6724a5da2ffd1b8f" providerId="LiveId" clId="{61B860DB-D2A1-40B0-8544-99075C184C61}" dt="2024-11-20T07:37:18.812" v="273" actId="478"/>
          <ac:picMkLst>
            <pc:docMk/>
            <pc:sldMk cId="2031381857" sldId="826"/>
            <ac:picMk id="4" creationId="{00000000-0000-0000-0000-000000000000}"/>
          </ac:picMkLst>
        </pc:picChg>
      </pc:sldChg>
      <pc:sldChg chg="del">
        <pc:chgData name="Hasan Jamal" userId="6724a5da2ffd1b8f" providerId="LiveId" clId="{61B860DB-D2A1-40B0-8544-99075C184C61}" dt="2024-11-22T16:59:04.741" v="6083" actId="47"/>
        <pc:sldMkLst>
          <pc:docMk/>
          <pc:sldMk cId="2797904385" sldId="827"/>
        </pc:sldMkLst>
      </pc:sldChg>
      <pc:sldChg chg="del">
        <pc:chgData name="Hasan Jamal" userId="6724a5da2ffd1b8f" providerId="LiveId" clId="{61B860DB-D2A1-40B0-8544-99075C184C61}" dt="2024-11-22T16:59:04.741" v="6083" actId="47"/>
        <pc:sldMkLst>
          <pc:docMk/>
          <pc:sldMk cId="2337953599" sldId="828"/>
        </pc:sldMkLst>
      </pc:sldChg>
      <pc:sldChg chg="del">
        <pc:chgData name="Hasan Jamal" userId="6724a5da2ffd1b8f" providerId="LiveId" clId="{61B860DB-D2A1-40B0-8544-99075C184C61}" dt="2024-11-22T16:59:04.741" v="6083" actId="47"/>
        <pc:sldMkLst>
          <pc:docMk/>
          <pc:sldMk cId="2145772478" sldId="829"/>
        </pc:sldMkLst>
      </pc:sldChg>
      <pc:sldChg chg="del">
        <pc:chgData name="Hasan Jamal" userId="6724a5da2ffd1b8f" providerId="LiveId" clId="{61B860DB-D2A1-40B0-8544-99075C184C61}" dt="2024-11-22T16:59:04.741" v="6083" actId="47"/>
        <pc:sldMkLst>
          <pc:docMk/>
          <pc:sldMk cId="2929076733" sldId="830"/>
        </pc:sldMkLst>
      </pc:sldChg>
      <pc:sldChg chg="del">
        <pc:chgData name="Hasan Jamal" userId="6724a5da2ffd1b8f" providerId="LiveId" clId="{61B860DB-D2A1-40B0-8544-99075C184C61}" dt="2024-11-22T16:59:04.741" v="6083" actId="47"/>
        <pc:sldMkLst>
          <pc:docMk/>
          <pc:sldMk cId="33197305" sldId="831"/>
        </pc:sldMkLst>
      </pc:sldChg>
      <pc:sldChg chg="del">
        <pc:chgData name="Hasan Jamal" userId="6724a5da2ffd1b8f" providerId="LiveId" clId="{61B860DB-D2A1-40B0-8544-99075C184C61}" dt="2024-11-22T16:59:04.741" v="6083" actId="47"/>
        <pc:sldMkLst>
          <pc:docMk/>
          <pc:sldMk cId="3988028389" sldId="832"/>
        </pc:sldMkLst>
      </pc:sldChg>
      <pc:sldChg chg="del">
        <pc:chgData name="Hasan Jamal" userId="6724a5da2ffd1b8f" providerId="LiveId" clId="{61B860DB-D2A1-40B0-8544-99075C184C61}" dt="2024-11-22T16:59:04.741" v="6083" actId="47"/>
        <pc:sldMkLst>
          <pc:docMk/>
          <pc:sldMk cId="1524573923" sldId="833"/>
        </pc:sldMkLst>
      </pc:sldChg>
      <pc:sldChg chg="del">
        <pc:chgData name="Hasan Jamal" userId="6724a5da2ffd1b8f" providerId="LiveId" clId="{61B860DB-D2A1-40B0-8544-99075C184C61}" dt="2024-11-22T16:59:04.741" v="6083" actId="47"/>
        <pc:sldMkLst>
          <pc:docMk/>
          <pc:sldMk cId="2655579869" sldId="834"/>
        </pc:sldMkLst>
      </pc:sldChg>
      <pc:sldChg chg="del">
        <pc:chgData name="Hasan Jamal" userId="6724a5da2ffd1b8f" providerId="LiveId" clId="{61B860DB-D2A1-40B0-8544-99075C184C61}" dt="2024-11-22T16:59:04.741" v="6083" actId="47"/>
        <pc:sldMkLst>
          <pc:docMk/>
          <pc:sldMk cId="273887641" sldId="835"/>
        </pc:sldMkLst>
      </pc:sldChg>
      <pc:sldChg chg="del">
        <pc:chgData name="Hasan Jamal" userId="6724a5da2ffd1b8f" providerId="LiveId" clId="{61B860DB-D2A1-40B0-8544-99075C184C61}" dt="2024-11-22T16:59:04.741" v="6083" actId="47"/>
        <pc:sldMkLst>
          <pc:docMk/>
          <pc:sldMk cId="3236061358" sldId="836"/>
        </pc:sldMkLst>
      </pc:sldChg>
      <pc:sldChg chg="del">
        <pc:chgData name="Hasan Jamal" userId="6724a5da2ffd1b8f" providerId="LiveId" clId="{61B860DB-D2A1-40B0-8544-99075C184C61}" dt="2024-11-22T16:59:04.741" v="6083" actId="47"/>
        <pc:sldMkLst>
          <pc:docMk/>
          <pc:sldMk cId="2873902577" sldId="837"/>
        </pc:sldMkLst>
      </pc:sldChg>
      <pc:sldChg chg="del">
        <pc:chgData name="Hasan Jamal" userId="6724a5da2ffd1b8f" providerId="LiveId" clId="{61B860DB-D2A1-40B0-8544-99075C184C61}" dt="2024-11-22T16:59:04.741" v="6083" actId="47"/>
        <pc:sldMkLst>
          <pc:docMk/>
          <pc:sldMk cId="2270364909" sldId="838"/>
        </pc:sldMkLst>
      </pc:sldChg>
      <pc:sldChg chg="del">
        <pc:chgData name="Hasan Jamal" userId="6724a5da2ffd1b8f" providerId="LiveId" clId="{61B860DB-D2A1-40B0-8544-99075C184C61}" dt="2024-11-22T16:59:04.741" v="6083" actId="47"/>
        <pc:sldMkLst>
          <pc:docMk/>
          <pc:sldMk cId="1089796124" sldId="839"/>
        </pc:sldMkLst>
      </pc:sldChg>
      <pc:sldChg chg="del">
        <pc:chgData name="Hasan Jamal" userId="6724a5da2ffd1b8f" providerId="LiveId" clId="{61B860DB-D2A1-40B0-8544-99075C184C61}" dt="2024-11-22T16:59:04.741" v="6083" actId="47"/>
        <pc:sldMkLst>
          <pc:docMk/>
          <pc:sldMk cId="1929446052" sldId="840"/>
        </pc:sldMkLst>
      </pc:sldChg>
      <pc:sldChg chg="del">
        <pc:chgData name="Hasan Jamal" userId="6724a5da2ffd1b8f" providerId="LiveId" clId="{61B860DB-D2A1-40B0-8544-99075C184C61}" dt="2024-11-22T16:59:04.741" v="6083" actId="47"/>
        <pc:sldMkLst>
          <pc:docMk/>
          <pc:sldMk cId="819665932" sldId="841"/>
        </pc:sldMkLst>
      </pc:sldChg>
      <pc:sldChg chg="del">
        <pc:chgData name="Hasan Jamal" userId="6724a5da2ffd1b8f" providerId="LiveId" clId="{61B860DB-D2A1-40B0-8544-99075C184C61}" dt="2024-11-22T16:59:04.741" v="6083" actId="47"/>
        <pc:sldMkLst>
          <pc:docMk/>
          <pc:sldMk cId="2930702191" sldId="842"/>
        </pc:sldMkLst>
      </pc:sldChg>
      <pc:sldChg chg="delSp modSp mod">
        <pc:chgData name="Hasan Jamal" userId="6724a5da2ffd1b8f" providerId="LiveId" clId="{61B860DB-D2A1-40B0-8544-99075C184C61}" dt="2024-11-21T05:21:08.960" v="2525" actId="11"/>
        <pc:sldMkLst>
          <pc:docMk/>
          <pc:sldMk cId="394338546" sldId="843"/>
        </pc:sldMkLst>
        <pc:spChg chg="del">
          <ac:chgData name="Hasan Jamal" userId="6724a5da2ffd1b8f" providerId="LiveId" clId="{61B860DB-D2A1-40B0-8544-99075C184C61}" dt="2024-11-21T05:14:20.528" v="2424" actId="478"/>
          <ac:spMkLst>
            <pc:docMk/>
            <pc:sldMk cId="394338546" sldId="843"/>
            <ac:spMk id="2" creationId="{A097DE09-EAF2-378D-7906-A3F950C7B32E}"/>
          </ac:spMkLst>
        </pc:spChg>
        <pc:spChg chg="mod">
          <ac:chgData name="Hasan Jamal" userId="6724a5da2ffd1b8f" providerId="LiveId" clId="{61B860DB-D2A1-40B0-8544-99075C184C61}" dt="2024-11-21T05:21:08.960" v="2525" actId="11"/>
          <ac:spMkLst>
            <pc:docMk/>
            <pc:sldMk cId="394338546" sldId="843"/>
            <ac:spMk id="4" creationId="{D0A3C34F-6A61-A012-816C-FA06D351C0E0}"/>
          </ac:spMkLst>
        </pc:spChg>
        <pc:spChg chg="mod">
          <ac:chgData name="Hasan Jamal" userId="6724a5da2ffd1b8f" providerId="LiveId" clId="{61B860DB-D2A1-40B0-8544-99075C184C61}" dt="2024-11-21T05:17:29.972" v="2495"/>
          <ac:spMkLst>
            <pc:docMk/>
            <pc:sldMk cId="394338546" sldId="843"/>
            <ac:spMk id="3074" creationId="{B047340A-466E-C069-9152-0CF91DA6C947}"/>
          </ac:spMkLst>
        </pc:spChg>
      </pc:sldChg>
      <pc:sldChg chg="addSp delSp modSp mod modAnim">
        <pc:chgData name="Hasan Jamal" userId="6724a5da2ffd1b8f" providerId="LiveId" clId="{61B860DB-D2A1-40B0-8544-99075C184C61}" dt="2024-11-21T06:36:16.752" v="3033" actId="1037"/>
        <pc:sldMkLst>
          <pc:docMk/>
          <pc:sldMk cId="2154689295" sldId="844"/>
        </pc:sldMkLst>
        <pc:spChg chg="mod">
          <ac:chgData name="Hasan Jamal" userId="6724a5da2ffd1b8f" providerId="LiveId" clId="{61B860DB-D2A1-40B0-8544-99075C184C61}" dt="2024-11-21T05:47:15.900" v="2708" actId="20577"/>
          <ac:spMkLst>
            <pc:docMk/>
            <pc:sldMk cId="2154689295" sldId="844"/>
            <ac:spMk id="4" creationId="{6B825CD9-7420-DB51-C09C-F4359E2549F5}"/>
          </ac:spMkLst>
        </pc:spChg>
        <pc:spChg chg="del">
          <ac:chgData name="Hasan Jamal" userId="6724a5da2ffd1b8f" providerId="LiveId" clId="{61B860DB-D2A1-40B0-8544-99075C184C61}" dt="2024-11-21T05:40:22.342" v="2680" actId="478"/>
          <ac:spMkLst>
            <pc:docMk/>
            <pc:sldMk cId="2154689295" sldId="844"/>
            <ac:spMk id="5" creationId="{A928E8A5-6142-FFFB-C305-346BDFAC5C71}"/>
          </ac:spMkLst>
        </pc:spChg>
        <pc:spChg chg="add mod">
          <ac:chgData name="Hasan Jamal" userId="6724a5da2ffd1b8f" providerId="LiveId" clId="{61B860DB-D2A1-40B0-8544-99075C184C61}" dt="2024-11-21T06:36:16.752" v="3033" actId="1037"/>
          <ac:spMkLst>
            <pc:docMk/>
            <pc:sldMk cId="2154689295" sldId="844"/>
            <ac:spMk id="6" creationId="{47165324-07F5-CEEE-DAE1-65B89AEC1808}"/>
          </ac:spMkLst>
        </pc:spChg>
        <pc:spChg chg="mod">
          <ac:chgData name="Hasan Jamal" userId="6724a5da2ffd1b8f" providerId="LiveId" clId="{61B860DB-D2A1-40B0-8544-99075C184C61}" dt="2024-11-21T05:40:06.868" v="2679"/>
          <ac:spMkLst>
            <pc:docMk/>
            <pc:sldMk cId="2154689295" sldId="844"/>
            <ac:spMk id="3074" creationId="{A84ADD0C-53AE-B239-3255-D64CD5D56D72}"/>
          </ac:spMkLst>
        </pc:spChg>
        <pc:graphicFrameChg chg="add mod modGraphic">
          <ac:chgData name="Hasan Jamal" userId="6724a5da2ffd1b8f" providerId="LiveId" clId="{61B860DB-D2A1-40B0-8544-99075C184C61}" dt="2024-11-21T05:57:00.366" v="2866" actId="6549"/>
          <ac:graphicFrameMkLst>
            <pc:docMk/>
            <pc:sldMk cId="2154689295" sldId="844"/>
            <ac:graphicFrameMk id="2" creationId="{A6ADCC5D-DF49-5A9F-20C8-A36F0BAD74FD}"/>
          </ac:graphicFrameMkLst>
        </pc:graphicFrameChg>
      </pc:sldChg>
      <pc:sldChg chg="del">
        <pc:chgData name="Hasan Jamal" userId="6724a5da2ffd1b8f" providerId="LiveId" clId="{61B860DB-D2A1-40B0-8544-99075C184C61}" dt="2024-11-21T06:42:43.686" v="3063" actId="47"/>
        <pc:sldMkLst>
          <pc:docMk/>
          <pc:sldMk cId="1334668103" sldId="845"/>
        </pc:sldMkLst>
      </pc:sldChg>
      <pc:sldChg chg="modSp mod">
        <pc:chgData name="Hasan Jamal" userId="6724a5da2ffd1b8f" providerId="LiveId" clId="{61B860DB-D2A1-40B0-8544-99075C184C61}" dt="2024-11-22T10:12:53.609" v="4918"/>
        <pc:sldMkLst>
          <pc:docMk/>
          <pc:sldMk cId="1920630109" sldId="846"/>
        </pc:sldMkLst>
        <pc:spChg chg="mod">
          <ac:chgData name="Hasan Jamal" userId="6724a5da2ffd1b8f" providerId="LiveId" clId="{61B860DB-D2A1-40B0-8544-99075C184C61}" dt="2024-11-22T10:12:53.609" v="4918"/>
          <ac:spMkLst>
            <pc:docMk/>
            <pc:sldMk cId="1920630109" sldId="846"/>
            <ac:spMk id="12" creationId="{CA445041-4EE2-3EF5-FC89-E699335BF345}"/>
          </ac:spMkLst>
        </pc:spChg>
        <pc:spChg chg="mod">
          <ac:chgData name="Hasan Jamal" userId="6724a5da2ffd1b8f" providerId="LiveId" clId="{61B860DB-D2A1-40B0-8544-99075C184C61}" dt="2024-11-21T10:43:56.064" v="4128" actId="20577"/>
          <ac:spMkLst>
            <pc:docMk/>
            <pc:sldMk cId="1920630109" sldId="846"/>
            <ac:spMk id="3074" creationId="{2B3E17D7-F163-37BB-0768-45FA3E7F6DF0}"/>
          </ac:spMkLst>
        </pc:spChg>
      </pc:sldChg>
      <pc:sldChg chg="del">
        <pc:chgData name="Hasan Jamal" userId="6724a5da2ffd1b8f" providerId="LiveId" clId="{61B860DB-D2A1-40B0-8544-99075C184C61}" dt="2024-11-22T16:59:04.741" v="6083" actId="47"/>
        <pc:sldMkLst>
          <pc:docMk/>
          <pc:sldMk cId="986470987" sldId="847"/>
        </pc:sldMkLst>
      </pc:sldChg>
      <pc:sldChg chg="modSp mod">
        <pc:chgData name="Hasan Jamal" userId="6724a5da2ffd1b8f" providerId="LiveId" clId="{61B860DB-D2A1-40B0-8544-99075C184C61}" dt="2024-11-20T16:52:09.508" v="1339" actId="20577"/>
        <pc:sldMkLst>
          <pc:docMk/>
          <pc:sldMk cId="2737903966" sldId="848"/>
        </pc:sldMkLst>
        <pc:spChg chg="mod">
          <ac:chgData name="Hasan Jamal" userId="6724a5da2ffd1b8f" providerId="LiveId" clId="{61B860DB-D2A1-40B0-8544-99075C184C61}" dt="2024-11-20T16:52:09.508" v="1339" actId="20577"/>
          <ac:spMkLst>
            <pc:docMk/>
            <pc:sldMk cId="2737903966" sldId="848"/>
            <ac:spMk id="12" creationId="{9B2EFA9A-C1C7-039F-7C2E-C53CA04C12EE}"/>
          </ac:spMkLst>
        </pc:spChg>
        <pc:spChg chg="mod">
          <ac:chgData name="Hasan Jamal" userId="6724a5da2ffd1b8f" providerId="LiveId" clId="{61B860DB-D2A1-40B0-8544-99075C184C61}" dt="2024-11-20T16:48:22.840" v="1065" actId="20577"/>
          <ac:spMkLst>
            <pc:docMk/>
            <pc:sldMk cId="2737903966" sldId="848"/>
            <ac:spMk id="3074" creationId="{0EBE2308-D8CB-D713-ABCD-BAAB564AC582}"/>
          </ac:spMkLst>
        </pc:spChg>
      </pc:sldChg>
      <pc:sldChg chg="del">
        <pc:chgData name="Hasan Jamal" userId="6724a5da2ffd1b8f" providerId="LiveId" clId="{61B860DB-D2A1-40B0-8544-99075C184C61}" dt="2024-11-22T16:59:04.741" v="6083" actId="47"/>
        <pc:sldMkLst>
          <pc:docMk/>
          <pc:sldMk cId="2480703900" sldId="852"/>
        </pc:sldMkLst>
      </pc:sldChg>
      <pc:sldChg chg="modSp mod">
        <pc:chgData name="Hasan Jamal" userId="6724a5da2ffd1b8f" providerId="LiveId" clId="{61B860DB-D2A1-40B0-8544-99075C184C61}" dt="2024-11-20T16:44:18.012" v="1052" actId="948"/>
        <pc:sldMkLst>
          <pc:docMk/>
          <pc:sldMk cId="1597506659" sldId="853"/>
        </pc:sldMkLst>
        <pc:spChg chg="mod">
          <ac:chgData name="Hasan Jamal" userId="6724a5da2ffd1b8f" providerId="LiveId" clId="{61B860DB-D2A1-40B0-8544-99075C184C61}" dt="2024-11-20T16:44:18.012" v="1052" actId="948"/>
          <ac:spMkLst>
            <pc:docMk/>
            <pc:sldMk cId="1597506659" sldId="853"/>
            <ac:spMk id="12" creationId="{B6A1DBCE-7394-34D4-A1F6-7B90765ECBA2}"/>
          </ac:spMkLst>
        </pc:spChg>
      </pc:sldChg>
      <pc:sldChg chg="ord">
        <pc:chgData name="Hasan Jamal" userId="6724a5da2ffd1b8f" providerId="LiveId" clId="{61B860DB-D2A1-40B0-8544-99075C184C61}" dt="2024-11-20T16:54:06.750" v="1341"/>
        <pc:sldMkLst>
          <pc:docMk/>
          <pc:sldMk cId="340212559" sldId="854"/>
        </pc:sldMkLst>
      </pc:sldChg>
      <pc:sldChg chg="ord modAnim">
        <pc:chgData name="Hasan Jamal" userId="6724a5da2ffd1b8f" providerId="LiveId" clId="{61B860DB-D2A1-40B0-8544-99075C184C61}" dt="2024-11-20T16:54:06.750" v="1341"/>
        <pc:sldMkLst>
          <pc:docMk/>
          <pc:sldMk cId="3484613639" sldId="855"/>
        </pc:sldMkLst>
      </pc:sldChg>
      <pc:sldChg chg="modSp add mod modAnim">
        <pc:chgData name="Hasan Jamal" userId="6724a5da2ffd1b8f" providerId="LiveId" clId="{61B860DB-D2A1-40B0-8544-99075C184C61}" dt="2024-11-20T16:13:49.966" v="772"/>
        <pc:sldMkLst>
          <pc:docMk/>
          <pc:sldMk cId="2252501174" sldId="856"/>
        </pc:sldMkLst>
        <pc:spChg chg="mod">
          <ac:chgData name="Hasan Jamal" userId="6724a5da2ffd1b8f" providerId="LiveId" clId="{61B860DB-D2A1-40B0-8544-99075C184C61}" dt="2024-11-20T07:44:09.058" v="753" actId="255"/>
          <ac:spMkLst>
            <pc:docMk/>
            <pc:sldMk cId="2252501174" sldId="856"/>
            <ac:spMk id="12" creationId="{1C5BDDD7-A346-973A-FBB8-EE79A046DD42}"/>
          </ac:spMkLst>
        </pc:spChg>
        <pc:spChg chg="mod">
          <ac:chgData name="Hasan Jamal" userId="6724a5da2ffd1b8f" providerId="LiveId" clId="{61B860DB-D2A1-40B0-8544-99075C184C61}" dt="2024-11-20T07:40:27.636" v="501" actId="20577"/>
          <ac:spMkLst>
            <pc:docMk/>
            <pc:sldMk cId="2252501174" sldId="856"/>
            <ac:spMk id="3074" creationId="{D907C9D5-4BCB-2FC1-ED81-AF74A14E6382}"/>
          </ac:spMkLst>
        </pc:spChg>
        <pc:graphicFrameChg chg="mod">
          <ac:chgData name="Hasan Jamal" userId="6724a5da2ffd1b8f" providerId="LiveId" clId="{61B860DB-D2A1-40B0-8544-99075C184C61}" dt="2024-11-20T07:44:16.912" v="767" actId="1035"/>
          <ac:graphicFrameMkLst>
            <pc:docMk/>
            <pc:sldMk cId="2252501174" sldId="856"/>
            <ac:graphicFrameMk id="2" creationId="{54161B51-C1AC-72FA-F087-2CB207F1DA00}"/>
          </ac:graphicFrameMkLst>
        </pc:graphicFrameChg>
        <pc:picChg chg="mod">
          <ac:chgData name="Hasan Jamal" userId="6724a5da2ffd1b8f" providerId="LiveId" clId="{61B860DB-D2A1-40B0-8544-99075C184C61}" dt="2024-11-20T07:43:58.622" v="751" actId="1076"/>
          <ac:picMkLst>
            <pc:docMk/>
            <pc:sldMk cId="2252501174" sldId="856"/>
            <ac:picMk id="4" creationId="{60A981A9-00B9-9D8F-62B0-533833A12A2A}"/>
          </ac:picMkLst>
        </pc:picChg>
      </pc:sldChg>
      <pc:sldChg chg="delSp modSp add mod modAnim">
        <pc:chgData name="Hasan Jamal" userId="6724a5da2ffd1b8f" providerId="LiveId" clId="{61B860DB-D2A1-40B0-8544-99075C184C61}" dt="2024-11-20T17:21:09.516" v="1735" actId="14100"/>
        <pc:sldMkLst>
          <pc:docMk/>
          <pc:sldMk cId="3563319441" sldId="857"/>
        </pc:sldMkLst>
        <pc:spChg chg="mod">
          <ac:chgData name="Hasan Jamal" userId="6724a5da2ffd1b8f" providerId="LiveId" clId="{61B860DB-D2A1-40B0-8544-99075C184C61}" dt="2024-11-20T17:21:09.516" v="1735" actId="14100"/>
          <ac:spMkLst>
            <pc:docMk/>
            <pc:sldMk cId="3563319441" sldId="857"/>
            <ac:spMk id="12" creationId="{B2BC2AD5-EDD2-DD41-AFEB-E85A2BB5B842}"/>
          </ac:spMkLst>
        </pc:spChg>
        <pc:spChg chg="mod">
          <ac:chgData name="Hasan Jamal" userId="6724a5da2ffd1b8f" providerId="LiveId" clId="{61B860DB-D2A1-40B0-8544-99075C184C61}" dt="2024-11-20T17:19:28.768" v="1706" actId="20577"/>
          <ac:spMkLst>
            <pc:docMk/>
            <pc:sldMk cId="3563319441" sldId="857"/>
            <ac:spMk id="3074" creationId="{35A2BB69-1DBF-F4DD-5A09-8BA0309A41AC}"/>
          </ac:spMkLst>
        </pc:spChg>
        <pc:picChg chg="del">
          <ac:chgData name="Hasan Jamal" userId="6724a5da2ffd1b8f" providerId="LiveId" clId="{61B860DB-D2A1-40B0-8544-99075C184C61}" dt="2024-11-20T17:17:40.012" v="1687" actId="478"/>
          <ac:picMkLst>
            <pc:docMk/>
            <pc:sldMk cId="3563319441" sldId="857"/>
            <ac:picMk id="5" creationId="{01494F2E-F685-885B-9BB2-1DB762F34C0B}"/>
          </ac:picMkLst>
        </pc:picChg>
      </pc:sldChg>
      <pc:sldChg chg="modSp add mod">
        <pc:chgData name="Hasan Jamal" userId="6724a5da2ffd1b8f" providerId="LiveId" clId="{61B860DB-D2A1-40B0-8544-99075C184C61}" dt="2024-11-21T10:22:23.854" v="3844" actId="11"/>
        <pc:sldMkLst>
          <pc:docMk/>
          <pc:sldMk cId="457789032" sldId="858"/>
        </pc:sldMkLst>
        <pc:spChg chg="mod">
          <ac:chgData name="Hasan Jamal" userId="6724a5da2ffd1b8f" providerId="LiveId" clId="{61B860DB-D2A1-40B0-8544-99075C184C61}" dt="2024-11-21T10:22:23.854" v="3844" actId="11"/>
          <ac:spMkLst>
            <pc:docMk/>
            <pc:sldMk cId="457789032" sldId="858"/>
            <ac:spMk id="4" creationId="{C2A301DF-60BC-D292-DE44-7B03C809B523}"/>
          </ac:spMkLst>
        </pc:spChg>
        <pc:spChg chg="mod">
          <ac:chgData name="Hasan Jamal" userId="6724a5da2ffd1b8f" providerId="LiveId" clId="{61B860DB-D2A1-40B0-8544-99075C184C61}" dt="2024-11-21T05:24:25.878" v="2531" actId="114"/>
          <ac:spMkLst>
            <pc:docMk/>
            <pc:sldMk cId="457789032" sldId="858"/>
            <ac:spMk id="3074" creationId="{003302BF-29FE-A386-0AAB-D2C83D536EFA}"/>
          </ac:spMkLst>
        </pc:spChg>
      </pc:sldChg>
      <pc:sldChg chg="modSp add del mod">
        <pc:chgData name="Hasan Jamal" userId="6724a5da2ffd1b8f" providerId="LiveId" clId="{61B860DB-D2A1-40B0-8544-99075C184C61}" dt="2024-11-21T05:51:01.436" v="2733" actId="47"/>
        <pc:sldMkLst>
          <pc:docMk/>
          <pc:sldMk cId="1783235802" sldId="859"/>
        </pc:sldMkLst>
        <pc:graphicFrameChg chg="mod modGraphic">
          <ac:chgData name="Hasan Jamal" userId="6724a5da2ffd1b8f" providerId="LiveId" clId="{61B860DB-D2A1-40B0-8544-99075C184C61}" dt="2024-11-21T05:50:54.032" v="2732" actId="1036"/>
          <ac:graphicFrameMkLst>
            <pc:docMk/>
            <pc:sldMk cId="1783235802" sldId="859"/>
            <ac:graphicFrameMk id="2" creationId="{F47058CC-7D5E-2088-8B8F-2B79EB802497}"/>
          </ac:graphicFrameMkLst>
        </pc:graphicFrameChg>
      </pc:sldChg>
      <pc:sldChg chg="addSp modSp add mod modAnim">
        <pc:chgData name="Hasan Jamal" userId="6724a5da2ffd1b8f" providerId="LiveId" clId="{61B860DB-D2A1-40B0-8544-99075C184C61}" dt="2024-11-21T05:56:05.914" v="2861"/>
        <pc:sldMkLst>
          <pc:docMk/>
          <pc:sldMk cId="1824559559" sldId="859"/>
        </pc:sldMkLst>
        <pc:spChg chg="add mod">
          <ac:chgData name="Hasan Jamal" userId="6724a5da2ffd1b8f" providerId="LiveId" clId="{61B860DB-D2A1-40B0-8544-99075C184C61}" dt="2024-11-21T05:55:54.960" v="2859" actId="1037"/>
          <ac:spMkLst>
            <pc:docMk/>
            <pc:sldMk cId="1824559559" sldId="859"/>
            <ac:spMk id="5" creationId="{D56B84EC-6EBD-BAA8-000B-BD508208E0DE}"/>
          </ac:spMkLst>
        </pc:spChg>
        <pc:spChg chg="add mod">
          <ac:chgData name="Hasan Jamal" userId="6724a5da2ffd1b8f" providerId="LiveId" clId="{61B860DB-D2A1-40B0-8544-99075C184C61}" dt="2024-11-21T05:55:54.960" v="2859" actId="1037"/>
          <ac:spMkLst>
            <pc:docMk/>
            <pc:sldMk cId="1824559559" sldId="859"/>
            <ac:spMk id="6" creationId="{0EA36EE3-9DC6-723B-6B05-C6F6C52F816C}"/>
          </ac:spMkLst>
        </pc:spChg>
        <pc:spChg chg="add mod">
          <ac:chgData name="Hasan Jamal" userId="6724a5da2ffd1b8f" providerId="LiveId" clId="{61B860DB-D2A1-40B0-8544-99075C184C61}" dt="2024-11-21T05:55:54.960" v="2859" actId="1037"/>
          <ac:spMkLst>
            <pc:docMk/>
            <pc:sldMk cId="1824559559" sldId="859"/>
            <ac:spMk id="7" creationId="{966C995C-2745-2D44-A538-042178101010}"/>
          </ac:spMkLst>
        </pc:spChg>
        <pc:spChg chg="add mod">
          <ac:chgData name="Hasan Jamal" userId="6724a5da2ffd1b8f" providerId="LiveId" clId="{61B860DB-D2A1-40B0-8544-99075C184C61}" dt="2024-11-21T05:55:54.960" v="2859" actId="1037"/>
          <ac:spMkLst>
            <pc:docMk/>
            <pc:sldMk cId="1824559559" sldId="859"/>
            <ac:spMk id="8" creationId="{9A3927B9-832B-72FE-216E-7A76F2BD68FF}"/>
          </ac:spMkLst>
        </pc:spChg>
        <pc:spChg chg="add mod">
          <ac:chgData name="Hasan Jamal" userId="6724a5da2ffd1b8f" providerId="LiveId" clId="{61B860DB-D2A1-40B0-8544-99075C184C61}" dt="2024-11-21T05:55:54.960" v="2859" actId="1037"/>
          <ac:spMkLst>
            <pc:docMk/>
            <pc:sldMk cId="1824559559" sldId="859"/>
            <ac:spMk id="9" creationId="{AC00BC04-9868-6493-26C5-E40AF7E2862F}"/>
          </ac:spMkLst>
        </pc:spChg>
        <pc:graphicFrameChg chg="mod modGraphic">
          <ac:chgData name="Hasan Jamal" userId="6724a5da2ffd1b8f" providerId="LiveId" clId="{61B860DB-D2A1-40B0-8544-99075C184C61}" dt="2024-11-21T05:55:41.168" v="2823" actId="6549"/>
          <ac:graphicFrameMkLst>
            <pc:docMk/>
            <pc:sldMk cId="1824559559" sldId="859"/>
            <ac:graphicFrameMk id="2" creationId="{C6BC1DAA-CC6C-B5F2-1192-EB33D76D91B8}"/>
          </ac:graphicFrameMkLst>
        </pc:graphicFrameChg>
      </pc:sldChg>
      <pc:sldChg chg="addSp modSp add mod modAnim">
        <pc:chgData name="Hasan Jamal" userId="6724a5da2ffd1b8f" providerId="LiveId" clId="{61B860DB-D2A1-40B0-8544-99075C184C61}" dt="2024-11-21T06:32:03.788" v="2994"/>
        <pc:sldMkLst>
          <pc:docMk/>
          <pc:sldMk cId="508983132" sldId="860"/>
        </pc:sldMkLst>
        <pc:spChg chg="mod">
          <ac:chgData name="Hasan Jamal" userId="6724a5da2ffd1b8f" providerId="LiveId" clId="{61B860DB-D2A1-40B0-8544-99075C184C61}" dt="2024-11-21T06:29:45.882" v="2943" actId="14100"/>
          <ac:spMkLst>
            <pc:docMk/>
            <pc:sldMk cId="508983132" sldId="860"/>
            <ac:spMk id="4" creationId="{70AA7596-083F-15A4-B5D2-E49D0DCB1CD1}"/>
          </ac:spMkLst>
        </pc:spChg>
        <pc:spChg chg="add mod">
          <ac:chgData name="Hasan Jamal" userId="6724a5da2ffd1b8f" providerId="LiveId" clId="{61B860DB-D2A1-40B0-8544-99075C184C61}" dt="2024-11-21T06:31:31.504" v="2992" actId="1036"/>
          <ac:spMkLst>
            <pc:docMk/>
            <pc:sldMk cId="508983132" sldId="860"/>
            <ac:spMk id="10" creationId="{EBAD801A-3EB7-0062-06FF-C1AA464036D6}"/>
          </ac:spMkLst>
        </pc:spChg>
        <pc:spChg chg="add mod">
          <ac:chgData name="Hasan Jamal" userId="6724a5da2ffd1b8f" providerId="LiveId" clId="{61B860DB-D2A1-40B0-8544-99075C184C61}" dt="2024-11-21T06:31:51.578" v="2993" actId="113"/>
          <ac:spMkLst>
            <pc:docMk/>
            <pc:sldMk cId="508983132" sldId="860"/>
            <ac:spMk id="11" creationId="{CF3DD547-9873-1349-A1DC-1CD8C1ACE1F8}"/>
          </ac:spMkLst>
        </pc:spChg>
        <pc:spChg chg="mod">
          <ac:chgData name="Hasan Jamal" userId="6724a5da2ffd1b8f" providerId="LiveId" clId="{61B860DB-D2A1-40B0-8544-99075C184C61}" dt="2024-11-21T05:59:02.004" v="2927" actId="20577"/>
          <ac:spMkLst>
            <pc:docMk/>
            <pc:sldMk cId="508983132" sldId="860"/>
            <ac:spMk id="3074" creationId="{49C856AF-68CB-2634-F47F-F689CA10E6B8}"/>
          </ac:spMkLst>
        </pc:spChg>
      </pc:sldChg>
      <pc:sldChg chg="addSp modSp add mod modAnim">
        <pc:chgData name="Hasan Jamal" userId="6724a5da2ffd1b8f" providerId="LiveId" clId="{61B860DB-D2A1-40B0-8544-99075C184C61}" dt="2024-11-21T06:42:25.780" v="3062" actId="1035"/>
        <pc:sldMkLst>
          <pc:docMk/>
          <pc:sldMk cId="3510707" sldId="861"/>
        </pc:sldMkLst>
        <pc:spChg chg="mod">
          <ac:chgData name="Hasan Jamal" userId="6724a5da2ffd1b8f" providerId="LiveId" clId="{61B860DB-D2A1-40B0-8544-99075C184C61}" dt="2024-11-21T06:32:34.324" v="2996" actId="20577"/>
          <ac:spMkLst>
            <pc:docMk/>
            <pc:sldMk cId="3510707" sldId="861"/>
            <ac:spMk id="10" creationId="{3323A352-12A9-8828-2FFD-58F63B6E1019}"/>
          </ac:spMkLst>
        </pc:spChg>
        <pc:spChg chg="add mod">
          <ac:chgData name="Hasan Jamal" userId="6724a5da2ffd1b8f" providerId="LiveId" clId="{61B860DB-D2A1-40B0-8544-99075C184C61}" dt="2024-11-21T06:33:05.324" v="3008" actId="1037"/>
          <ac:spMkLst>
            <pc:docMk/>
            <pc:sldMk cId="3510707" sldId="861"/>
            <ac:spMk id="12" creationId="{84CD4ED2-9604-07FB-0162-F2F250458744}"/>
          </ac:spMkLst>
        </pc:spChg>
        <pc:spChg chg="add mod">
          <ac:chgData name="Hasan Jamal" userId="6724a5da2ffd1b8f" providerId="LiveId" clId="{61B860DB-D2A1-40B0-8544-99075C184C61}" dt="2024-11-21T06:37:11.694" v="3034" actId="207"/>
          <ac:spMkLst>
            <pc:docMk/>
            <pc:sldMk cId="3510707" sldId="861"/>
            <ac:spMk id="13" creationId="{D29BC158-216D-7A0F-6F7D-646768689DBF}"/>
          </ac:spMkLst>
        </pc:spChg>
        <pc:spChg chg="add mod">
          <ac:chgData name="Hasan Jamal" userId="6724a5da2ffd1b8f" providerId="LiveId" clId="{61B860DB-D2A1-40B0-8544-99075C184C61}" dt="2024-11-21T06:37:17.490" v="3035" actId="207"/>
          <ac:spMkLst>
            <pc:docMk/>
            <pc:sldMk cId="3510707" sldId="861"/>
            <ac:spMk id="14" creationId="{C9F17567-6E63-790B-FC9A-EE7058AEE656}"/>
          </ac:spMkLst>
        </pc:spChg>
        <pc:spChg chg="add mod">
          <ac:chgData name="Hasan Jamal" userId="6724a5da2ffd1b8f" providerId="LiveId" clId="{61B860DB-D2A1-40B0-8544-99075C184C61}" dt="2024-11-21T06:42:25.780" v="3062" actId="1035"/>
          <ac:spMkLst>
            <pc:docMk/>
            <pc:sldMk cId="3510707" sldId="861"/>
            <ac:spMk id="15" creationId="{17B12017-4A39-7CF2-BC4A-C2C0E99C20CC}"/>
          </ac:spMkLst>
        </pc:spChg>
        <pc:spChg chg="add mod">
          <ac:chgData name="Hasan Jamal" userId="6724a5da2ffd1b8f" providerId="LiveId" clId="{61B860DB-D2A1-40B0-8544-99075C184C61}" dt="2024-11-21T06:39:50.578" v="3053" actId="1038"/>
          <ac:spMkLst>
            <pc:docMk/>
            <pc:sldMk cId="3510707" sldId="861"/>
            <ac:spMk id="16" creationId="{183E6F9A-1A72-CE8D-A127-8869E53982CE}"/>
          </ac:spMkLst>
        </pc:spChg>
        <pc:graphicFrameChg chg="modGraphic">
          <ac:chgData name="Hasan Jamal" userId="6724a5da2ffd1b8f" providerId="LiveId" clId="{61B860DB-D2A1-40B0-8544-99075C184C61}" dt="2024-11-21T06:39:33.832" v="3046" actId="6549"/>
          <ac:graphicFrameMkLst>
            <pc:docMk/>
            <pc:sldMk cId="3510707" sldId="861"/>
            <ac:graphicFrameMk id="2" creationId="{F5EC68C7-6CE1-183A-2BBB-573E19D1B9F5}"/>
          </ac:graphicFrameMkLst>
        </pc:graphicFrameChg>
      </pc:sldChg>
      <pc:sldChg chg="delSp modSp add mod delAnim modAnim">
        <pc:chgData name="Hasan Jamal" userId="6724a5da2ffd1b8f" providerId="LiveId" clId="{61B860DB-D2A1-40B0-8544-99075C184C61}" dt="2024-11-21T06:45:38.708" v="3080"/>
        <pc:sldMkLst>
          <pc:docMk/>
          <pc:sldMk cId="479532876" sldId="862"/>
        </pc:sldMkLst>
        <pc:spChg chg="mod">
          <ac:chgData name="Hasan Jamal" userId="6724a5da2ffd1b8f" providerId="LiveId" clId="{61B860DB-D2A1-40B0-8544-99075C184C61}" dt="2024-11-21T06:44:35.514" v="3078" actId="207"/>
          <ac:spMkLst>
            <pc:docMk/>
            <pc:sldMk cId="479532876" sldId="862"/>
            <ac:spMk id="6" creationId="{F7BB6588-72B7-7ABB-FC7E-48C86B07BCD4}"/>
          </ac:spMkLst>
        </pc:spChg>
        <pc:spChg chg="mod">
          <ac:chgData name="Hasan Jamal" userId="6724a5da2ffd1b8f" providerId="LiveId" clId="{61B860DB-D2A1-40B0-8544-99075C184C61}" dt="2024-11-21T06:44:01.108" v="3073" actId="20577"/>
          <ac:spMkLst>
            <pc:docMk/>
            <pc:sldMk cId="479532876" sldId="862"/>
            <ac:spMk id="12" creationId="{9FC15F95-5095-CB5A-8789-8A9C718B6AD1}"/>
          </ac:spMkLst>
        </pc:spChg>
        <pc:spChg chg="del mod">
          <ac:chgData name="Hasan Jamal" userId="6724a5da2ffd1b8f" providerId="LiveId" clId="{61B860DB-D2A1-40B0-8544-99075C184C61}" dt="2024-11-21T06:44:58.680" v="3079" actId="478"/>
          <ac:spMkLst>
            <pc:docMk/>
            <pc:sldMk cId="479532876" sldId="862"/>
            <ac:spMk id="13" creationId="{958BBC88-C1A1-7A90-E68B-2D13BB584261}"/>
          </ac:spMkLst>
        </pc:spChg>
        <pc:spChg chg="del mod">
          <ac:chgData name="Hasan Jamal" userId="6724a5da2ffd1b8f" providerId="LiveId" clId="{61B860DB-D2A1-40B0-8544-99075C184C61}" dt="2024-11-21T06:44:58.680" v="3079" actId="478"/>
          <ac:spMkLst>
            <pc:docMk/>
            <pc:sldMk cId="479532876" sldId="862"/>
            <ac:spMk id="14" creationId="{96DF2FE7-EC13-C839-362E-23CAEAA4FAE2}"/>
          </ac:spMkLst>
        </pc:spChg>
        <pc:spChg chg="mod">
          <ac:chgData name="Hasan Jamal" userId="6724a5da2ffd1b8f" providerId="LiveId" clId="{61B860DB-D2A1-40B0-8544-99075C184C61}" dt="2024-11-21T06:43:37.128" v="3069" actId="207"/>
          <ac:spMkLst>
            <pc:docMk/>
            <pc:sldMk cId="479532876" sldId="862"/>
            <ac:spMk id="15" creationId="{050C56C4-D528-7402-837B-5A46515DE180}"/>
          </ac:spMkLst>
        </pc:spChg>
        <pc:spChg chg="del mod">
          <ac:chgData name="Hasan Jamal" userId="6724a5da2ffd1b8f" providerId="LiveId" clId="{61B860DB-D2A1-40B0-8544-99075C184C61}" dt="2024-11-21T06:44:58.680" v="3079" actId="478"/>
          <ac:spMkLst>
            <pc:docMk/>
            <pc:sldMk cId="479532876" sldId="862"/>
            <ac:spMk id="16" creationId="{B3F22FEC-D9F6-07FA-B154-0F07F5F6F24B}"/>
          </ac:spMkLst>
        </pc:spChg>
        <pc:graphicFrameChg chg="modGraphic">
          <ac:chgData name="Hasan Jamal" userId="6724a5da2ffd1b8f" providerId="LiveId" clId="{61B860DB-D2A1-40B0-8544-99075C184C61}" dt="2024-11-21T06:43:46.762" v="3071" actId="207"/>
          <ac:graphicFrameMkLst>
            <pc:docMk/>
            <pc:sldMk cId="479532876" sldId="862"/>
            <ac:graphicFrameMk id="2" creationId="{BC878DF3-BD49-58D1-3D40-E24ACC5EF9EF}"/>
          </ac:graphicFrameMkLst>
        </pc:graphicFrameChg>
      </pc:sldChg>
      <pc:sldChg chg="modSp add mod">
        <pc:chgData name="Hasan Jamal" userId="6724a5da2ffd1b8f" providerId="LiveId" clId="{61B860DB-D2A1-40B0-8544-99075C184C61}" dt="2024-11-21T06:47:39.286" v="3082" actId="20577"/>
        <pc:sldMkLst>
          <pc:docMk/>
          <pc:sldMk cId="27527853" sldId="863"/>
        </pc:sldMkLst>
        <pc:spChg chg="mod">
          <ac:chgData name="Hasan Jamal" userId="6724a5da2ffd1b8f" providerId="LiveId" clId="{61B860DB-D2A1-40B0-8544-99075C184C61}" dt="2024-11-21T06:47:39.286" v="3082" actId="20577"/>
          <ac:spMkLst>
            <pc:docMk/>
            <pc:sldMk cId="27527853" sldId="863"/>
            <ac:spMk id="10" creationId="{450B32AD-36DD-9C00-244C-1C16620FD7CE}"/>
          </ac:spMkLst>
        </pc:spChg>
      </pc:sldChg>
      <pc:sldChg chg="addSp delSp modSp add mod delAnim modAnim">
        <pc:chgData name="Hasan Jamal" userId="6724a5da2ffd1b8f" providerId="LiveId" clId="{61B860DB-D2A1-40B0-8544-99075C184C61}" dt="2024-11-21T06:54:02.482" v="3155" actId="1035"/>
        <pc:sldMkLst>
          <pc:docMk/>
          <pc:sldMk cId="3969118755" sldId="864"/>
        </pc:sldMkLst>
        <pc:spChg chg="mod">
          <ac:chgData name="Hasan Jamal" userId="6724a5da2ffd1b8f" providerId="LiveId" clId="{61B860DB-D2A1-40B0-8544-99075C184C61}" dt="2024-11-21T06:47:55.674" v="3084" actId="20577"/>
          <ac:spMkLst>
            <pc:docMk/>
            <pc:sldMk cId="3969118755" sldId="864"/>
            <ac:spMk id="10" creationId="{C2D5ADEA-2FF6-4905-726F-8B2D66612D4A}"/>
          </ac:spMkLst>
        </pc:spChg>
        <pc:spChg chg="add del mod">
          <ac:chgData name="Hasan Jamal" userId="6724a5da2ffd1b8f" providerId="LiveId" clId="{61B860DB-D2A1-40B0-8544-99075C184C61}" dt="2024-11-21T06:50:48.302" v="3100" actId="478"/>
          <ac:spMkLst>
            <pc:docMk/>
            <pc:sldMk cId="3969118755" sldId="864"/>
            <ac:spMk id="13" creationId="{614FD1DF-0671-28EC-C2FA-5FC02120FF56}"/>
          </ac:spMkLst>
        </pc:spChg>
        <pc:spChg chg="add mod">
          <ac:chgData name="Hasan Jamal" userId="6724a5da2ffd1b8f" providerId="LiveId" clId="{61B860DB-D2A1-40B0-8544-99075C184C61}" dt="2024-11-21T06:53:53.608" v="3153" actId="1037"/>
          <ac:spMkLst>
            <pc:docMk/>
            <pc:sldMk cId="3969118755" sldId="864"/>
            <ac:spMk id="14" creationId="{5D14158C-8521-3ABB-5305-29A9AEA7DD9E}"/>
          </ac:spMkLst>
        </pc:spChg>
        <pc:spChg chg="add del mod">
          <ac:chgData name="Hasan Jamal" userId="6724a5da2ffd1b8f" providerId="LiveId" clId="{61B860DB-D2A1-40B0-8544-99075C184C61}" dt="2024-11-21T06:50:12.852" v="3095" actId="478"/>
          <ac:spMkLst>
            <pc:docMk/>
            <pc:sldMk cId="3969118755" sldId="864"/>
            <ac:spMk id="16" creationId="{50B95E3C-C7C1-9480-EC91-1DADB57C9649}"/>
          </ac:spMkLst>
        </pc:spChg>
        <pc:spChg chg="add mod">
          <ac:chgData name="Hasan Jamal" userId="6724a5da2ffd1b8f" providerId="LiveId" clId="{61B860DB-D2A1-40B0-8544-99075C184C61}" dt="2024-11-21T06:52:57.382" v="3143" actId="1038"/>
          <ac:spMkLst>
            <pc:docMk/>
            <pc:sldMk cId="3969118755" sldId="864"/>
            <ac:spMk id="17" creationId="{13BE4AE5-F9A2-18F0-DD35-2413966E0531}"/>
          </ac:spMkLst>
        </pc:spChg>
        <pc:spChg chg="add mod">
          <ac:chgData name="Hasan Jamal" userId="6724a5da2ffd1b8f" providerId="LiveId" clId="{61B860DB-D2A1-40B0-8544-99075C184C61}" dt="2024-11-21T06:54:02.482" v="3155" actId="1035"/>
          <ac:spMkLst>
            <pc:docMk/>
            <pc:sldMk cId="3969118755" sldId="864"/>
            <ac:spMk id="18" creationId="{EB256717-1A58-3E33-EC58-1455793205E9}"/>
          </ac:spMkLst>
        </pc:spChg>
        <pc:spChg chg="add mod">
          <ac:chgData name="Hasan Jamal" userId="6724a5da2ffd1b8f" providerId="LiveId" clId="{61B860DB-D2A1-40B0-8544-99075C184C61}" dt="2024-11-21T06:52:48.760" v="3140" actId="1035"/>
          <ac:spMkLst>
            <pc:docMk/>
            <pc:sldMk cId="3969118755" sldId="864"/>
            <ac:spMk id="19" creationId="{87544F5D-5CC2-7BEA-C85B-A99CEA82E763}"/>
          </ac:spMkLst>
        </pc:spChg>
        <pc:spChg chg="add del mod">
          <ac:chgData name="Hasan Jamal" userId="6724a5da2ffd1b8f" providerId="LiveId" clId="{61B860DB-D2A1-40B0-8544-99075C184C61}" dt="2024-11-21T06:49:28.792" v="3089" actId="478"/>
          <ac:spMkLst>
            <pc:docMk/>
            <pc:sldMk cId="3969118755" sldId="864"/>
            <ac:spMk id="20" creationId="{9F7D0E71-B600-681D-21B0-DCED82FE74B6}"/>
          </ac:spMkLst>
        </pc:spChg>
        <pc:graphicFrameChg chg="modGraphic">
          <ac:chgData name="Hasan Jamal" userId="6724a5da2ffd1b8f" providerId="LiveId" clId="{61B860DB-D2A1-40B0-8544-99075C184C61}" dt="2024-11-21T06:51:05.310" v="3101" actId="6549"/>
          <ac:graphicFrameMkLst>
            <pc:docMk/>
            <pc:sldMk cId="3969118755" sldId="864"/>
            <ac:graphicFrameMk id="2" creationId="{A46720CD-1D40-80A1-834E-3CF59BF333F4}"/>
          </ac:graphicFrameMkLst>
        </pc:graphicFrameChg>
      </pc:sldChg>
      <pc:sldChg chg="delSp modSp add mod delAnim modAnim">
        <pc:chgData name="Hasan Jamal" userId="6724a5da2ffd1b8f" providerId="LiveId" clId="{61B860DB-D2A1-40B0-8544-99075C184C61}" dt="2024-11-21T06:57:04.592" v="3176"/>
        <pc:sldMkLst>
          <pc:docMk/>
          <pc:sldMk cId="1273748141" sldId="865"/>
        </pc:sldMkLst>
        <pc:spChg chg="mod">
          <ac:chgData name="Hasan Jamal" userId="6724a5da2ffd1b8f" providerId="LiveId" clId="{61B860DB-D2A1-40B0-8544-99075C184C61}" dt="2024-11-21T06:55:57.794" v="3170" actId="207"/>
          <ac:spMkLst>
            <pc:docMk/>
            <pc:sldMk cId="1273748141" sldId="865"/>
            <ac:spMk id="8" creationId="{29CD4DB9-A4D9-5582-1DCA-5655915D7837}"/>
          </ac:spMkLst>
        </pc:spChg>
        <pc:spChg chg="mod">
          <ac:chgData name="Hasan Jamal" userId="6724a5da2ffd1b8f" providerId="LiveId" clId="{61B860DB-D2A1-40B0-8544-99075C184C61}" dt="2024-11-21T06:56:20.012" v="3175" actId="20577"/>
          <ac:spMkLst>
            <pc:docMk/>
            <pc:sldMk cId="1273748141" sldId="865"/>
            <ac:spMk id="12" creationId="{DD70B779-F7DA-269C-D7A4-BB1EE9C49B16}"/>
          </ac:spMkLst>
        </pc:spChg>
        <pc:spChg chg="mod">
          <ac:chgData name="Hasan Jamal" userId="6724a5da2ffd1b8f" providerId="LiveId" clId="{61B860DB-D2A1-40B0-8544-99075C184C61}" dt="2024-11-21T06:55:30.342" v="3161" actId="207"/>
          <ac:spMkLst>
            <pc:docMk/>
            <pc:sldMk cId="1273748141" sldId="865"/>
            <ac:spMk id="14" creationId="{8B02C8E5-7A10-F1FD-EBFF-1B564F536C9F}"/>
          </ac:spMkLst>
        </pc:spChg>
        <pc:spChg chg="del mod">
          <ac:chgData name="Hasan Jamal" userId="6724a5da2ffd1b8f" providerId="LiveId" clId="{61B860DB-D2A1-40B0-8544-99075C184C61}" dt="2024-11-21T06:55:50.102" v="3165" actId="478"/>
          <ac:spMkLst>
            <pc:docMk/>
            <pc:sldMk cId="1273748141" sldId="865"/>
            <ac:spMk id="17" creationId="{6A4C4757-A138-577F-D067-178F98F1D3AE}"/>
          </ac:spMkLst>
        </pc:spChg>
        <pc:spChg chg="del">
          <ac:chgData name="Hasan Jamal" userId="6724a5da2ffd1b8f" providerId="LiveId" clId="{61B860DB-D2A1-40B0-8544-99075C184C61}" dt="2024-11-21T06:55:16.848" v="3157" actId="478"/>
          <ac:spMkLst>
            <pc:docMk/>
            <pc:sldMk cId="1273748141" sldId="865"/>
            <ac:spMk id="18" creationId="{002D829A-885C-4398-2549-1B78BD0F441E}"/>
          </ac:spMkLst>
        </pc:spChg>
        <pc:spChg chg="del mod">
          <ac:chgData name="Hasan Jamal" userId="6724a5da2ffd1b8f" providerId="LiveId" clId="{61B860DB-D2A1-40B0-8544-99075C184C61}" dt="2024-11-21T06:56:07.342" v="3172" actId="478"/>
          <ac:spMkLst>
            <pc:docMk/>
            <pc:sldMk cId="1273748141" sldId="865"/>
            <ac:spMk id="19" creationId="{28F6F85F-53D1-E4FF-3222-6F3B4026CCB7}"/>
          </ac:spMkLst>
        </pc:spChg>
        <pc:graphicFrameChg chg="modGraphic">
          <ac:chgData name="Hasan Jamal" userId="6724a5da2ffd1b8f" providerId="LiveId" clId="{61B860DB-D2A1-40B0-8544-99075C184C61}" dt="2024-11-21T06:55:41.538" v="3163" actId="207"/>
          <ac:graphicFrameMkLst>
            <pc:docMk/>
            <pc:sldMk cId="1273748141" sldId="865"/>
            <ac:graphicFrameMk id="2" creationId="{07BCA7E7-014A-93CB-C10E-4A1413B6FA5E}"/>
          </ac:graphicFrameMkLst>
        </pc:graphicFrameChg>
      </pc:sldChg>
      <pc:sldChg chg="addSp modSp add mod modAnim">
        <pc:chgData name="Hasan Jamal" userId="6724a5da2ffd1b8f" providerId="LiveId" clId="{61B860DB-D2A1-40B0-8544-99075C184C61}" dt="2024-11-21T07:06:00.060" v="3301" actId="1035"/>
        <pc:sldMkLst>
          <pc:docMk/>
          <pc:sldMk cId="2932968347" sldId="866"/>
        </pc:sldMkLst>
        <pc:spChg chg="mod">
          <ac:chgData name="Hasan Jamal" userId="6724a5da2ffd1b8f" providerId="LiveId" clId="{61B860DB-D2A1-40B0-8544-99075C184C61}" dt="2024-11-21T06:57:36.194" v="3178" actId="20577"/>
          <ac:spMkLst>
            <pc:docMk/>
            <pc:sldMk cId="2932968347" sldId="866"/>
            <ac:spMk id="10" creationId="{7233F2BE-1B19-AD66-C09C-D9AD3D301DB6}"/>
          </ac:spMkLst>
        </pc:spChg>
        <pc:spChg chg="add mod">
          <ac:chgData name="Hasan Jamal" userId="6724a5da2ffd1b8f" providerId="LiveId" clId="{61B860DB-D2A1-40B0-8544-99075C184C61}" dt="2024-11-21T07:06:00.060" v="3301" actId="1035"/>
          <ac:spMkLst>
            <pc:docMk/>
            <pc:sldMk cId="2932968347" sldId="866"/>
            <ac:spMk id="13" creationId="{33B56487-D8C9-EC84-1672-E55F2842EDDA}"/>
          </ac:spMkLst>
        </pc:spChg>
        <pc:spChg chg="add mod">
          <ac:chgData name="Hasan Jamal" userId="6724a5da2ffd1b8f" providerId="LiveId" clId="{61B860DB-D2A1-40B0-8544-99075C184C61}" dt="2024-11-21T07:05:49.282" v="3276" actId="1038"/>
          <ac:spMkLst>
            <pc:docMk/>
            <pc:sldMk cId="2932968347" sldId="866"/>
            <ac:spMk id="16" creationId="{3EC96FEB-69B1-D9CE-1AD6-769BDDB3E4CF}"/>
          </ac:spMkLst>
        </pc:spChg>
        <pc:spChg chg="add mod">
          <ac:chgData name="Hasan Jamal" userId="6724a5da2ffd1b8f" providerId="LiveId" clId="{61B860DB-D2A1-40B0-8544-99075C184C61}" dt="2024-11-21T07:05:40.076" v="3269" actId="1035"/>
          <ac:spMkLst>
            <pc:docMk/>
            <pc:sldMk cId="2932968347" sldId="866"/>
            <ac:spMk id="17" creationId="{1122D5EE-1E38-0E49-8E23-9B7CC1E3464E}"/>
          </ac:spMkLst>
        </pc:spChg>
        <pc:spChg chg="add mod">
          <ac:chgData name="Hasan Jamal" userId="6724a5da2ffd1b8f" providerId="LiveId" clId="{61B860DB-D2A1-40B0-8544-99075C184C61}" dt="2024-11-21T07:02:48.856" v="3249" actId="1037"/>
          <ac:spMkLst>
            <pc:docMk/>
            <pc:sldMk cId="2932968347" sldId="866"/>
            <ac:spMk id="18" creationId="{8CBF39BC-B002-15D3-4D47-78DE3BD0203E}"/>
          </ac:spMkLst>
        </pc:spChg>
        <pc:graphicFrameChg chg="modGraphic">
          <ac:chgData name="Hasan Jamal" userId="6724a5da2ffd1b8f" providerId="LiveId" clId="{61B860DB-D2A1-40B0-8544-99075C184C61}" dt="2024-11-21T07:02:56.078" v="3250" actId="6549"/>
          <ac:graphicFrameMkLst>
            <pc:docMk/>
            <pc:sldMk cId="2932968347" sldId="866"/>
            <ac:graphicFrameMk id="2" creationId="{9AE363A9-02E9-B0C2-D08D-906D85A1F0A4}"/>
          </ac:graphicFrameMkLst>
        </pc:graphicFrameChg>
      </pc:sldChg>
      <pc:sldChg chg="delSp modSp add mod delAnim modAnim">
        <pc:chgData name="Hasan Jamal" userId="6724a5da2ffd1b8f" providerId="LiveId" clId="{61B860DB-D2A1-40B0-8544-99075C184C61}" dt="2024-11-21T07:08:06.774" v="3367"/>
        <pc:sldMkLst>
          <pc:docMk/>
          <pc:sldMk cId="1470095001" sldId="867"/>
        </pc:sldMkLst>
        <pc:spChg chg="mod">
          <ac:chgData name="Hasan Jamal" userId="6724a5da2ffd1b8f" providerId="LiveId" clId="{61B860DB-D2A1-40B0-8544-99075C184C61}" dt="2024-11-21T07:07:39.982" v="3363" actId="207"/>
          <ac:spMkLst>
            <pc:docMk/>
            <pc:sldMk cId="1470095001" sldId="867"/>
            <ac:spMk id="9" creationId="{995E82CA-9FB4-BE64-85B9-B641ADB19AB0}"/>
          </ac:spMkLst>
        </pc:spChg>
        <pc:spChg chg="mod">
          <ac:chgData name="Hasan Jamal" userId="6724a5da2ffd1b8f" providerId="LiveId" clId="{61B860DB-D2A1-40B0-8544-99075C184C61}" dt="2024-11-21T07:07:59.804" v="3366" actId="20577"/>
          <ac:spMkLst>
            <pc:docMk/>
            <pc:sldMk cId="1470095001" sldId="867"/>
            <ac:spMk id="12" creationId="{6D387CEE-EAF7-ED22-3BD7-00613FC02F09}"/>
          </ac:spMkLst>
        </pc:spChg>
        <pc:spChg chg="mod">
          <ac:chgData name="Hasan Jamal" userId="6724a5da2ffd1b8f" providerId="LiveId" clId="{61B860DB-D2A1-40B0-8544-99075C184C61}" dt="2024-11-21T07:07:29.300" v="3359" actId="20577"/>
          <ac:spMkLst>
            <pc:docMk/>
            <pc:sldMk cId="1470095001" sldId="867"/>
            <ac:spMk id="13" creationId="{617F3425-77E4-E5A5-5A6D-B0878D68A49B}"/>
          </ac:spMkLst>
        </pc:spChg>
        <pc:spChg chg="del mod">
          <ac:chgData name="Hasan Jamal" userId="6724a5da2ffd1b8f" providerId="LiveId" clId="{61B860DB-D2A1-40B0-8544-99075C184C61}" dt="2024-11-21T07:06:49.628" v="3323" actId="478"/>
          <ac:spMkLst>
            <pc:docMk/>
            <pc:sldMk cId="1470095001" sldId="867"/>
            <ac:spMk id="16" creationId="{2D810A9A-B90B-A9F7-2CD5-187C2C55724C}"/>
          </ac:spMkLst>
        </pc:spChg>
        <pc:spChg chg="del mod">
          <ac:chgData name="Hasan Jamal" userId="6724a5da2ffd1b8f" providerId="LiveId" clId="{61B860DB-D2A1-40B0-8544-99075C184C61}" dt="2024-11-21T07:06:54.890" v="3331" actId="478"/>
          <ac:spMkLst>
            <pc:docMk/>
            <pc:sldMk cId="1470095001" sldId="867"/>
            <ac:spMk id="17" creationId="{0912A577-8AB4-2635-85E4-2F0C1E4C6BEB}"/>
          </ac:spMkLst>
        </pc:spChg>
        <pc:spChg chg="del mod">
          <ac:chgData name="Hasan Jamal" userId="6724a5da2ffd1b8f" providerId="LiveId" clId="{61B860DB-D2A1-40B0-8544-99075C184C61}" dt="2024-11-21T07:07:11.910" v="3355" actId="478"/>
          <ac:spMkLst>
            <pc:docMk/>
            <pc:sldMk cId="1470095001" sldId="867"/>
            <ac:spMk id="18" creationId="{EE2A6A7A-8F64-61B6-C5B9-689A78C463CC}"/>
          </ac:spMkLst>
        </pc:spChg>
        <pc:graphicFrameChg chg="modGraphic">
          <ac:chgData name="Hasan Jamal" userId="6724a5da2ffd1b8f" providerId="LiveId" clId="{61B860DB-D2A1-40B0-8544-99075C184C61}" dt="2024-11-21T07:07:51.508" v="3365" actId="207"/>
          <ac:graphicFrameMkLst>
            <pc:docMk/>
            <pc:sldMk cId="1470095001" sldId="867"/>
            <ac:graphicFrameMk id="2" creationId="{C81E393F-474D-1550-558F-F50C892A4424}"/>
          </ac:graphicFrameMkLst>
        </pc:graphicFrameChg>
      </pc:sldChg>
      <pc:sldChg chg="addSp modSp add mod modAnim">
        <pc:chgData name="Hasan Jamal" userId="6724a5da2ffd1b8f" providerId="LiveId" clId="{61B860DB-D2A1-40B0-8544-99075C184C61}" dt="2024-11-21T07:14:36.498" v="3495" actId="1038"/>
        <pc:sldMkLst>
          <pc:docMk/>
          <pc:sldMk cId="3072215028" sldId="868"/>
        </pc:sldMkLst>
        <pc:spChg chg="mod">
          <ac:chgData name="Hasan Jamal" userId="6724a5da2ffd1b8f" providerId="LiveId" clId="{61B860DB-D2A1-40B0-8544-99075C184C61}" dt="2024-11-21T07:10:31.438" v="3369" actId="20577"/>
          <ac:spMkLst>
            <pc:docMk/>
            <pc:sldMk cId="3072215028" sldId="868"/>
            <ac:spMk id="10" creationId="{9F193A94-60B3-0631-A2B0-E0F942D76845}"/>
          </ac:spMkLst>
        </pc:spChg>
        <pc:spChg chg="add mod">
          <ac:chgData name="Hasan Jamal" userId="6724a5da2ffd1b8f" providerId="LiveId" clId="{61B860DB-D2A1-40B0-8544-99075C184C61}" dt="2024-11-21T07:14:36.498" v="3495" actId="1038"/>
          <ac:spMkLst>
            <pc:docMk/>
            <pc:sldMk cId="3072215028" sldId="868"/>
            <ac:spMk id="16" creationId="{F32E7D0D-6B27-A106-DB9E-321FCBD2B34B}"/>
          </ac:spMkLst>
        </pc:spChg>
        <pc:spChg chg="add mod">
          <ac:chgData name="Hasan Jamal" userId="6724a5da2ffd1b8f" providerId="LiveId" clId="{61B860DB-D2A1-40B0-8544-99075C184C61}" dt="2024-11-21T07:14:22.378" v="3487" actId="1035"/>
          <ac:spMkLst>
            <pc:docMk/>
            <pc:sldMk cId="3072215028" sldId="868"/>
            <ac:spMk id="17" creationId="{B08EFDAA-3107-7B7B-A16B-F84965FF356D}"/>
          </ac:spMkLst>
        </pc:spChg>
        <pc:spChg chg="add mod">
          <ac:chgData name="Hasan Jamal" userId="6724a5da2ffd1b8f" providerId="LiveId" clId="{61B860DB-D2A1-40B0-8544-99075C184C61}" dt="2024-11-21T07:14:13.676" v="3450" actId="1036"/>
          <ac:spMkLst>
            <pc:docMk/>
            <pc:sldMk cId="3072215028" sldId="868"/>
            <ac:spMk id="18" creationId="{76620804-3183-2AA8-E72A-CE1D7FC3A44C}"/>
          </ac:spMkLst>
        </pc:spChg>
        <pc:spChg chg="add mod">
          <ac:chgData name="Hasan Jamal" userId="6724a5da2ffd1b8f" providerId="LiveId" clId="{61B860DB-D2A1-40B0-8544-99075C184C61}" dt="2024-11-21T07:12:32.830" v="3421" actId="1038"/>
          <ac:spMkLst>
            <pc:docMk/>
            <pc:sldMk cId="3072215028" sldId="868"/>
            <ac:spMk id="19" creationId="{14DDDAE4-C86E-6379-B3DB-AB2C4BD827EE}"/>
          </ac:spMkLst>
        </pc:spChg>
        <pc:graphicFrameChg chg="modGraphic">
          <ac:chgData name="Hasan Jamal" userId="6724a5da2ffd1b8f" providerId="LiveId" clId="{61B860DB-D2A1-40B0-8544-99075C184C61}" dt="2024-11-21T07:12:39.236" v="3422" actId="6549"/>
          <ac:graphicFrameMkLst>
            <pc:docMk/>
            <pc:sldMk cId="3072215028" sldId="868"/>
            <ac:graphicFrameMk id="2" creationId="{5232B9FD-D713-CF7C-45ED-481F68D76F53}"/>
          </ac:graphicFrameMkLst>
        </pc:graphicFrameChg>
      </pc:sldChg>
      <pc:sldChg chg="delSp modSp add mod delAnim modAnim">
        <pc:chgData name="Hasan Jamal" userId="6724a5da2ffd1b8f" providerId="LiveId" clId="{61B860DB-D2A1-40B0-8544-99075C184C61}" dt="2024-11-21T07:17:06.208" v="3514"/>
        <pc:sldMkLst>
          <pc:docMk/>
          <pc:sldMk cId="1151993965" sldId="869"/>
        </pc:sldMkLst>
        <pc:spChg chg="mod">
          <ac:chgData name="Hasan Jamal" userId="6724a5da2ffd1b8f" providerId="LiveId" clId="{61B860DB-D2A1-40B0-8544-99075C184C61}" dt="2024-11-21T07:15:50.610" v="3503" actId="207"/>
          <ac:spMkLst>
            <pc:docMk/>
            <pc:sldMk cId="1151993965" sldId="869"/>
            <ac:spMk id="5" creationId="{24F33194-B47E-DD3A-860D-CF3F243BC946}"/>
          </ac:spMkLst>
        </pc:spChg>
        <pc:spChg chg="mod">
          <ac:chgData name="Hasan Jamal" userId="6724a5da2ffd1b8f" providerId="LiveId" clId="{61B860DB-D2A1-40B0-8544-99075C184C61}" dt="2024-11-21T07:16:03.730" v="3504" actId="20577"/>
          <ac:spMkLst>
            <pc:docMk/>
            <pc:sldMk cId="1151993965" sldId="869"/>
            <ac:spMk id="12" creationId="{AC0A0E6E-8C55-93B5-326D-E6ED84FB373B}"/>
          </ac:spMkLst>
        </pc:spChg>
        <pc:spChg chg="mod">
          <ac:chgData name="Hasan Jamal" userId="6724a5da2ffd1b8f" providerId="LiveId" clId="{61B860DB-D2A1-40B0-8544-99075C184C61}" dt="2024-11-21T07:16:22.512" v="3510" actId="207"/>
          <ac:spMkLst>
            <pc:docMk/>
            <pc:sldMk cId="1151993965" sldId="869"/>
            <ac:spMk id="16" creationId="{957F4624-A6A7-8ED5-36AC-83128ACB8086}"/>
          </ac:spMkLst>
        </pc:spChg>
        <pc:spChg chg="del">
          <ac:chgData name="Hasan Jamal" userId="6724a5da2ffd1b8f" providerId="LiveId" clId="{61B860DB-D2A1-40B0-8544-99075C184C61}" dt="2024-11-21T07:15:38.418" v="3499" actId="478"/>
          <ac:spMkLst>
            <pc:docMk/>
            <pc:sldMk cId="1151993965" sldId="869"/>
            <ac:spMk id="17" creationId="{63D0FD05-FB18-8BB5-BDC8-4857B02D249B}"/>
          </ac:spMkLst>
        </pc:spChg>
        <pc:spChg chg="del">
          <ac:chgData name="Hasan Jamal" userId="6724a5da2ffd1b8f" providerId="LiveId" clId="{61B860DB-D2A1-40B0-8544-99075C184C61}" dt="2024-11-21T07:15:35.718" v="3498" actId="478"/>
          <ac:spMkLst>
            <pc:docMk/>
            <pc:sldMk cId="1151993965" sldId="869"/>
            <ac:spMk id="18" creationId="{9D08BE5D-5893-0C7E-D71D-4091B991D3A0}"/>
          </ac:spMkLst>
        </pc:spChg>
        <pc:spChg chg="del">
          <ac:chgData name="Hasan Jamal" userId="6724a5da2ffd1b8f" providerId="LiveId" clId="{61B860DB-D2A1-40B0-8544-99075C184C61}" dt="2024-11-21T07:15:32.182" v="3497" actId="478"/>
          <ac:spMkLst>
            <pc:docMk/>
            <pc:sldMk cId="1151993965" sldId="869"/>
            <ac:spMk id="19" creationId="{CA9CC47E-4356-4991-DF43-0CC16635D00A}"/>
          </ac:spMkLst>
        </pc:spChg>
        <pc:graphicFrameChg chg="modGraphic">
          <ac:chgData name="Hasan Jamal" userId="6724a5da2ffd1b8f" providerId="LiveId" clId="{61B860DB-D2A1-40B0-8544-99075C184C61}" dt="2024-11-21T07:16:34.134" v="3513" actId="207"/>
          <ac:graphicFrameMkLst>
            <pc:docMk/>
            <pc:sldMk cId="1151993965" sldId="869"/>
            <ac:graphicFrameMk id="2" creationId="{8AD36940-0FFE-12EC-3B38-86AD0650145C}"/>
          </ac:graphicFrameMkLst>
        </pc:graphicFrameChg>
      </pc:sldChg>
      <pc:sldChg chg="addSp delSp modSp add mod modAnim">
        <pc:chgData name="Hasan Jamal" userId="6724a5da2ffd1b8f" providerId="LiveId" clId="{61B860DB-D2A1-40B0-8544-99075C184C61}" dt="2024-11-21T07:38:26.462" v="3710" actId="1038"/>
        <pc:sldMkLst>
          <pc:docMk/>
          <pc:sldMk cId="1665840354" sldId="870"/>
        </pc:sldMkLst>
        <pc:spChg chg="mod">
          <ac:chgData name="Hasan Jamal" userId="6724a5da2ffd1b8f" providerId="LiveId" clId="{61B860DB-D2A1-40B0-8544-99075C184C61}" dt="2024-11-21T07:17:46.988" v="3516" actId="20577"/>
          <ac:spMkLst>
            <pc:docMk/>
            <pc:sldMk cId="1665840354" sldId="870"/>
            <ac:spMk id="10" creationId="{0C954671-1092-9807-F669-4FBFEC482E54}"/>
          </ac:spMkLst>
        </pc:spChg>
        <pc:spChg chg="add mod">
          <ac:chgData name="Hasan Jamal" userId="6724a5da2ffd1b8f" providerId="LiveId" clId="{61B860DB-D2A1-40B0-8544-99075C184C61}" dt="2024-11-21T07:18:01.418" v="3517"/>
          <ac:spMkLst>
            <pc:docMk/>
            <pc:sldMk cId="1665840354" sldId="870"/>
            <ac:spMk id="17" creationId="{FC65FB26-45EC-D8B9-791F-9AF5F7497168}"/>
          </ac:spMkLst>
        </pc:spChg>
        <pc:spChg chg="add del mod">
          <ac:chgData name="Hasan Jamal" userId="6724a5da2ffd1b8f" providerId="LiveId" clId="{61B860DB-D2A1-40B0-8544-99075C184C61}" dt="2024-11-21T07:19:32.414" v="3574" actId="478"/>
          <ac:spMkLst>
            <pc:docMk/>
            <pc:sldMk cId="1665840354" sldId="870"/>
            <ac:spMk id="18" creationId="{0122AC8E-495D-883A-0E8C-A7A2B81386CC}"/>
          </ac:spMkLst>
        </pc:spChg>
        <pc:spChg chg="add mod">
          <ac:chgData name="Hasan Jamal" userId="6724a5da2ffd1b8f" providerId="LiveId" clId="{61B860DB-D2A1-40B0-8544-99075C184C61}" dt="2024-11-21T07:21:17.822" v="3655" actId="1038"/>
          <ac:spMkLst>
            <pc:docMk/>
            <pc:sldMk cId="1665840354" sldId="870"/>
            <ac:spMk id="19" creationId="{7A7BFD4F-145B-BB7C-4326-8434781D1532}"/>
          </ac:spMkLst>
        </pc:spChg>
        <pc:spChg chg="add mod">
          <ac:chgData name="Hasan Jamal" userId="6724a5da2ffd1b8f" providerId="LiveId" clId="{61B860DB-D2A1-40B0-8544-99075C184C61}" dt="2024-11-21T07:21:04.504" v="3619" actId="1037"/>
          <ac:spMkLst>
            <pc:docMk/>
            <pc:sldMk cId="1665840354" sldId="870"/>
            <ac:spMk id="20" creationId="{2D49754F-7D03-755F-19DB-FAC97F784687}"/>
          </ac:spMkLst>
        </pc:spChg>
        <pc:spChg chg="add mod">
          <ac:chgData name="Hasan Jamal" userId="6724a5da2ffd1b8f" providerId="LiveId" clId="{61B860DB-D2A1-40B0-8544-99075C184C61}" dt="2024-11-21T07:38:26.462" v="3710" actId="1038"/>
          <ac:spMkLst>
            <pc:docMk/>
            <pc:sldMk cId="1665840354" sldId="870"/>
            <ac:spMk id="21" creationId="{E92D455F-E900-DBF7-C529-142716BE2A16}"/>
          </ac:spMkLst>
        </pc:spChg>
        <pc:spChg chg="add mod">
          <ac:chgData name="Hasan Jamal" userId="6724a5da2ffd1b8f" providerId="LiveId" clId="{61B860DB-D2A1-40B0-8544-99075C184C61}" dt="2024-11-21T07:38:26.462" v="3710" actId="1038"/>
          <ac:spMkLst>
            <pc:docMk/>
            <pc:sldMk cId="1665840354" sldId="870"/>
            <ac:spMk id="22" creationId="{0E2AF30A-9024-B63F-2A21-9FA3945B2574}"/>
          </ac:spMkLst>
        </pc:spChg>
        <pc:graphicFrameChg chg="modGraphic">
          <ac:chgData name="Hasan Jamal" userId="6724a5da2ffd1b8f" providerId="LiveId" clId="{61B860DB-D2A1-40B0-8544-99075C184C61}" dt="2024-11-21T07:19:27.328" v="3573" actId="6549"/>
          <ac:graphicFrameMkLst>
            <pc:docMk/>
            <pc:sldMk cId="1665840354" sldId="870"/>
            <ac:graphicFrameMk id="2" creationId="{F0C903CE-993A-172D-86EF-0AEB12D63A01}"/>
          </ac:graphicFrameMkLst>
        </pc:graphicFrameChg>
      </pc:sldChg>
      <pc:sldChg chg="addSp delSp modSp add mod delAnim modAnim">
        <pc:chgData name="Hasan Jamal" userId="6724a5da2ffd1b8f" providerId="LiveId" clId="{61B860DB-D2A1-40B0-8544-99075C184C61}" dt="2024-11-21T10:17:41.346" v="3735" actId="22"/>
        <pc:sldMkLst>
          <pc:docMk/>
          <pc:sldMk cId="904013832" sldId="871"/>
        </pc:sldMkLst>
        <pc:spChg chg="mod">
          <ac:chgData name="Hasan Jamal" userId="6724a5da2ffd1b8f" providerId="LiveId" clId="{61B860DB-D2A1-40B0-8544-99075C184C61}" dt="2024-11-21T07:22:47.892" v="3665" actId="20577"/>
          <ac:spMkLst>
            <pc:docMk/>
            <pc:sldMk cId="904013832" sldId="871"/>
            <ac:spMk id="7" creationId="{E1FB3AA9-40D7-3069-3BA8-02340079E58E}"/>
          </ac:spMkLst>
        </pc:spChg>
        <pc:spChg chg="mod">
          <ac:chgData name="Hasan Jamal" userId="6724a5da2ffd1b8f" providerId="LiveId" clId="{61B860DB-D2A1-40B0-8544-99075C184C61}" dt="2024-11-21T07:35:29.048" v="3669" actId="20577"/>
          <ac:spMkLst>
            <pc:docMk/>
            <pc:sldMk cId="904013832" sldId="871"/>
            <ac:spMk id="12" creationId="{296541AC-D192-2ECE-EB9B-AAB566574258}"/>
          </ac:spMkLst>
        </pc:spChg>
        <pc:spChg chg="add mod">
          <ac:chgData name="Hasan Jamal" userId="6724a5da2ffd1b8f" providerId="LiveId" clId="{61B860DB-D2A1-40B0-8544-99075C184C61}" dt="2024-11-21T07:40:14.300" v="3730" actId="207"/>
          <ac:spMkLst>
            <pc:docMk/>
            <pc:sldMk cId="904013832" sldId="871"/>
            <ac:spMk id="18" creationId="{1AB644B0-1AA8-6BFE-EB92-066D2CED80CF}"/>
          </ac:spMkLst>
        </pc:spChg>
        <pc:spChg chg="del">
          <ac:chgData name="Hasan Jamal" userId="6724a5da2ffd1b8f" providerId="LiveId" clId="{61B860DB-D2A1-40B0-8544-99075C184C61}" dt="2024-11-21T07:22:21.018" v="3657" actId="478"/>
          <ac:spMkLst>
            <pc:docMk/>
            <pc:sldMk cId="904013832" sldId="871"/>
            <ac:spMk id="19" creationId="{95F4B2F3-72F5-3ABE-A8C9-B42EDC29B6DB}"/>
          </ac:spMkLst>
        </pc:spChg>
        <pc:spChg chg="del">
          <ac:chgData name="Hasan Jamal" userId="6724a5da2ffd1b8f" providerId="LiveId" clId="{61B860DB-D2A1-40B0-8544-99075C184C61}" dt="2024-11-21T07:22:53.730" v="3666" actId="478"/>
          <ac:spMkLst>
            <pc:docMk/>
            <pc:sldMk cId="904013832" sldId="871"/>
            <ac:spMk id="20" creationId="{05CA7E9E-B114-4DC9-438C-2C40B81B3BAC}"/>
          </ac:spMkLst>
        </pc:spChg>
        <pc:spChg chg="mod">
          <ac:chgData name="Hasan Jamal" userId="6724a5da2ffd1b8f" providerId="LiveId" clId="{61B860DB-D2A1-40B0-8544-99075C184C61}" dt="2024-11-21T07:22:36.438" v="3661" actId="207"/>
          <ac:spMkLst>
            <pc:docMk/>
            <pc:sldMk cId="904013832" sldId="871"/>
            <ac:spMk id="21" creationId="{22C75142-893E-9C3E-9437-F1AEDFB65177}"/>
          </ac:spMkLst>
        </pc:spChg>
        <pc:spChg chg="del">
          <ac:chgData name="Hasan Jamal" userId="6724a5da2ffd1b8f" providerId="LiveId" clId="{61B860DB-D2A1-40B0-8544-99075C184C61}" dt="2024-11-21T07:22:24.374" v="3658" actId="478"/>
          <ac:spMkLst>
            <pc:docMk/>
            <pc:sldMk cId="904013832" sldId="871"/>
            <ac:spMk id="22" creationId="{61A3AE92-0050-7228-3D79-2BCBAD82349B}"/>
          </ac:spMkLst>
        </pc:spChg>
        <pc:spChg chg="add del">
          <ac:chgData name="Hasan Jamal" userId="6724a5da2ffd1b8f" providerId="LiveId" clId="{61B860DB-D2A1-40B0-8544-99075C184C61}" dt="2024-11-21T10:17:41.346" v="3735" actId="22"/>
          <ac:spMkLst>
            <pc:docMk/>
            <pc:sldMk cId="904013832" sldId="871"/>
            <ac:spMk id="24" creationId="{B9CC4C6A-3A87-D259-7C2E-902C0682725A}"/>
          </ac:spMkLst>
        </pc:spChg>
        <pc:graphicFrameChg chg="modGraphic">
          <ac:chgData name="Hasan Jamal" userId="6724a5da2ffd1b8f" providerId="LiveId" clId="{61B860DB-D2A1-40B0-8544-99075C184C61}" dt="2024-11-21T07:22:44.172" v="3663" actId="207"/>
          <ac:graphicFrameMkLst>
            <pc:docMk/>
            <pc:sldMk cId="904013832" sldId="871"/>
            <ac:graphicFrameMk id="2" creationId="{EB2C79C7-F330-BCED-1C39-AC54A8D2478E}"/>
          </ac:graphicFrameMkLst>
        </pc:graphicFrameChg>
      </pc:sldChg>
      <pc:sldChg chg="modSp add mod modAnim">
        <pc:chgData name="Hasan Jamal" userId="6724a5da2ffd1b8f" providerId="LiveId" clId="{61B860DB-D2A1-40B0-8544-99075C184C61}" dt="2024-11-21T10:20:24.118" v="3809" actId="1035"/>
        <pc:sldMkLst>
          <pc:docMk/>
          <pc:sldMk cId="2398817048" sldId="872"/>
        </pc:sldMkLst>
        <pc:spChg chg="mod">
          <ac:chgData name="Hasan Jamal" userId="6724a5da2ffd1b8f" providerId="LiveId" clId="{61B860DB-D2A1-40B0-8544-99075C184C61}" dt="2024-11-21T10:20:15.910" v="3805" actId="20577"/>
          <ac:spMkLst>
            <pc:docMk/>
            <pc:sldMk cId="2398817048" sldId="872"/>
            <ac:spMk id="4" creationId="{412B4B80-AAC0-142F-EF06-9A77F5F1D252}"/>
          </ac:spMkLst>
        </pc:spChg>
        <pc:spChg chg="mod">
          <ac:chgData name="Hasan Jamal" userId="6724a5da2ffd1b8f" providerId="LiveId" clId="{61B860DB-D2A1-40B0-8544-99075C184C61}" dt="2024-11-21T10:20:24.118" v="3809" actId="1035"/>
          <ac:spMkLst>
            <pc:docMk/>
            <pc:sldMk cId="2398817048" sldId="872"/>
            <ac:spMk id="5" creationId="{FEE62ED5-9662-2446-B630-1DF8839073C5}"/>
          </ac:spMkLst>
        </pc:spChg>
        <pc:spChg chg="mod">
          <ac:chgData name="Hasan Jamal" userId="6724a5da2ffd1b8f" providerId="LiveId" clId="{61B860DB-D2A1-40B0-8544-99075C184C61}" dt="2024-11-21T10:20:24.118" v="3809" actId="1035"/>
          <ac:spMkLst>
            <pc:docMk/>
            <pc:sldMk cId="2398817048" sldId="872"/>
            <ac:spMk id="6" creationId="{98730F7F-A7C6-8058-82B4-68E1F5FDE310}"/>
          </ac:spMkLst>
        </pc:spChg>
        <pc:spChg chg="mod">
          <ac:chgData name="Hasan Jamal" userId="6724a5da2ffd1b8f" providerId="LiveId" clId="{61B860DB-D2A1-40B0-8544-99075C184C61}" dt="2024-11-21T10:20:24.118" v="3809" actId="1035"/>
          <ac:spMkLst>
            <pc:docMk/>
            <pc:sldMk cId="2398817048" sldId="872"/>
            <ac:spMk id="7" creationId="{A9727C20-87A6-F78E-337C-60C994B1C411}"/>
          </ac:spMkLst>
        </pc:spChg>
        <pc:spChg chg="mod">
          <ac:chgData name="Hasan Jamal" userId="6724a5da2ffd1b8f" providerId="LiveId" clId="{61B860DB-D2A1-40B0-8544-99075C184C61}" dt="2024-11-21T10:20:24.118" v="3809" actId="1035"/>
          <ac:spMkLst>
            <pc:docMk/>
            <pc:sldMk cId="2398817048" sldId="872"/>
            <ac:spMk id="8" creationId="{599FA9F9-31F7-E213-024D-587B95D53496}"/>
          </ac:spMkLst>
        </pc:spChg>
        <pc:spChg chg="mod">
          <ac:chgData name="Hasan Jamal" userId="6724a5da2ffd1b8f" providerId="LiveId" clId="{61B860DB-D2A1-40B0-8544-99075C184C61}" dt="2024-11-21T10:20:24.118" v="3809" actId="1035"/>
          <ac:spMkLst>
            <pc:docMk/>
            <pc:sldMk cId="2398817048" sldId="872"/>
            <ac:spMk id="9" creationId="{E55FD59B-8642-5B19-2159-AE4BED7DB828}"/>
          </ac:spMkLst>
        </pc:spChg>
        <pc:spChg chg="mod">
          <ac:chgData name="Hasan Jamal" userId="6724a5da2ffd1b8f" providerId="LiveId" clId="{61B860DB-D2A1-40B0-8544-99075C184C61}" dt="2024-11-21T10:18:17.106" v="3761" actId="14100"/>
          <ac:spMkLst>
            <pc:docMk/>
            <pc:sldMk cId="2398817048" sldId="872"/>
            <ac:spMk id="3074" creationId="{523D8EE3-8F79-5750-E62C-E52CAE0ADC60}"/>
          </ac:spMkLst>
        </pc:spChg>
        <pc:graphicFrameChg chg="mod">
          <ac:chgData name="Hasan Jamal" userId="6724a5da2ffd1b8f" providerId="LiveId" clId="{61B860DB-D2A1-40B0-8544-99075C184C61}" dt="2024-11-21T10:20:24.118" v="3809" actId="1035"/>
          <ac:graphicFrameMkLst>
            <pc:docMk/>
            <pc:sldMk cId="2398817048" sldId="872"/>
            <ac:graphicFrameMk id="2" creationId="{67895651-5745-0740-9241-5635B2CF8100}"/>
          </ac:graphicFrameMkLst>
        </pc:graphicFrameChg>
      </pc:sldChg>
      <pc:sldChg chg="addSp delSp modSp add mod delAnim modAnim">
        <pc:chgData name="Hasan Jamal" userId="6724a5da2ffd1b8f" providerId="LiveId" clId="{61B860DB-D2A1-40B0-8544-99075C184C61}" dt="2024-11-21T10:40:24.556" v="4101" actId="114"/>
        <pc:sldMkLst>
          <pc:docMk/>
          <pc:sldMk cId="779649201" sldId="873"/>
        </pc:sldMkLst>
        <pc:spChg chg="mod">
          <ac:chgData name="Hasan Jamal" userId="6724a5da2ffd1b8f" providerId="LiveId" clId="{61B860DB-D2A1-40B0-8544-99075C184C61}" dt="2024-11-21T10:40:24.556" v="4101" actId="114"/>
          <ac:spMkLst>
            <pc:docMk/>
            <pc:sldMk cId="779649201" sldId="873"/>
            <ac:spMk id="4" creationId="{21B02CE9-5288-FE6E-8CAD-14D0FF9B4C52}"/>
          </ac:spMkLst>
        </pc:spChg>
        <pc:spChg chg="mod">
          <ac:chgData name="Hasan Jamal" userId="6724a5da2ffd1b8f" providerId="LiveId" clId="{61B860DB-D2A1-40B0-8544-99075C184C61}" dt="2024-11-21T10:21:25.590" v="3840" actId="1035"/>
          <ac:spMkLst>
            <pc:docMk/>
            <pc:sldMk cId="779649201" sldId="873"/>
            <ac:spMk id="5" creationId="{801D65D7-BCF1-9274-3297-A1D1FC7481EC}"/>
          </ac:spMkLst>
        </pc:spChg>
        <pc:spChg chg="mod">
          <ac:chgData name="Hasan Jamal" userId="6724a5da2ffd1b8f" providerId="LiveId" clId="{61B860DB-D2A1-40B0-8544-99075C184C61}" dt="2024-11-21T10:21:25.590" v="3840" actId="1035"/>
          <ac:spMkLst>
            <pc:docMk/>
            <pc:sldMk cId="779649201" sldId="873"/>
            <ac:spMk id="6" creationId="{756EED41-894A-2B3D-D834-5673CAC3C646}"/>
          </ac:spMkLst>
        </pc:spChg>
        <pc:spChg chg="mod">
          <ac:chgData name="Hasan Jamal" userId="6724a5da2ffd1b8f" providerId="LiveId" clId="{61B860DB-D2A1-40B0-8544-99075C184C61}" dt="2024-11-21T10:21:25.590" v="3840" actId="1035"/>
          <ac:spMkLst>
            <pc:docMk/>
            <pc:sldMk cId="779649201" sldId="873"/>
            <ac:spMk id="7" creationId="{A57CCA92-2DC3-CA98-C6C3-A8557DFF6B40}"/>
          </ac:spMkLst>
        </pc:spChg>
        <pc:spChg chg="mod">
          <ac:chgData name="Hasan Jamal" userId="6724a5da2ffd1b8f" providerId="LiveId" clId="{61B860DB-D2A1-40B0-8544-99075C184C61}" dt="2024-11-21T10:21:25.590" v="3840" actId="1035"/>
          <ac:spMkLst>
            <pc:docMk/>
            <pc:sldMk cId="779649201" sldId="873"/>
            <ac:spMk id="8" creationId="{FFC67B6A-3205-DC85-DC50-0A4625D2EB98}"/>
          </ac:spMkLst>
        </pc:spChg>
        <pc:spChg chg="mod">
          <ac:chgData name="Hasan Jamal" userId="6724a5da2ffd1b8f" providerId="LiveId" clId="{61B860DB-D2A1-40B0-8544-99075C184C61}" dt="2024-11-21T10:21:25.590" v="3840" actId="1035"/>
          <ac:spMkLst>
            <pc:docMk/>
            <pc:sldMk cId="779649201" sldId="873"/>
            <ac:spMk id="9" creationId="{5144B2B9-9402-1028-0279-A6F2BE4384AC}"/>
          </ac:spMkLst>
        </pc:spChg>
        <pc:spChg chg="add del mod">
          <ac:chgData name="Hasan Jamal" userId="6724a5da2ffd1b8f" providerId="LiveId" clId="{61B860DB-D2A1-40B0-8544-99075C184C61}" dt="2024-11-21T10:27:58.422" v="3931" actId="478"/>
          <ac:spMkLst>
            <pc:docMk/>
            <pc:sldMk cId="779649201" sldId="873"/>
            <ac:spMk id="10" creationId="{3A91958E-C482-69B9-C9C1-69C00A161361}"/>
          </ac:spMkLst>
        </pc:spChg>
        <pc:spChg chg="add mod">
          <ac:chgData name="Hasan Jamal" userId="6724a5da2ffd1b8f" providerId="LiveId" clId="{61B860DB-D2A1-40B0-8544-99075C184C61}" dt="2024-11-21T10:29:40.590" v="3954" actId="1035"/>
          <ac:spMkLst>
            <pc:docMk/>
            <pc:sldMk cId="779649201" sldId="873"/>
            <ac:spMk id="11" creationId="{2D29EF3B-7AF3-EF94-7E61-6427DEDDB0E7}"/>
          </ac:spMkLst>
        </pc:spChg>
        <pc:spChg chg="add mod">
          <ac:chgData name="Hasan Jamal" userId="6724a5da2ffd1b8f" providerId="LiveId" clId="{61B860DB-D2A1-40B0-8544-99075C184C61}" dt="2024-11-21T10:25:40.194" v="3885" actId="1035"/>
          <ac:spMkLst>
            <pc:docMk/>
            <pc:sldMk cId="779649201" sldId="873"/>
            <ac:spMk id="12" creationId="{E0795B87-9B6C-9D58-DDFD-98A9287DD706}"/>
          </ac:spMkLst>
        </pc:spChg>
        <pc:spChg chg="add mod">
          <ac:chgData name="Hasan Jamal" userId="6724a5da2ffd1b8f" providerId="LiveId" clId="{61B860DB-D2A1-40B0-8544-99075C184C61}" dt="2024-11-21T10:30:00.354" v="3965" actId="1035"/>
          <ac:spMkLst>
            <pc:docMk/>
            <pc:sldMk cId="779649201" sldId="873"/>
            <ac:spMk id="13" creationId="{8062BC0D-D54D-FD84-0D72-5FB48ED49FA5}"/>
          </ac:spMkLst>
        </pc:spChg>
        <pc:spChg chg="add mod">
          <ac:chgData name="Hasan Jamal" userId="6724a5da2ffd1b8f" providerId="LiveId" clId="{61B860DB-D2A1-40B0-8544-99075C184C61}" dt="2024-11-21T10:26:36.044" v="3913" actId="1037"/>
          <ac:spMkLst>
            <pc:docMk/>
            <pc:sldMk cId="779649201" sldId="873"/>
            <ac:spMk id="14" creationId="{F61A5B11-ECE3-62BD-3744-41910F173351}"/>
          </ac:spMkLst>
        </pc:spChg>
        <pc:spChg chg="add mod">
          <ac:chgData name="Hasan Jamal" userId="6724a5da2ffd1b8f" providerId="LiveId" clId="{61B860DB-D2A1-40B0-8544-99075C184C61}" dt="2024-11-21T10:27:09.104" v="3929" actId="1037"/>
          <ac:spMkLst>
            <pc:docMk/>
            <pc:sldMk cId="779649201" sldId="873"/>
            <ac:spMk id="15" creationId="{9AAD675F-2C85-8C10-C53B-ABED3DDF1A28}"/>
          </ac:spMkLst>
        </pc:spChg>
        <pc:spChg chg="add mod">
          <ac:chgData name="Hasan Jamal" userId="6724a5da2ffd1b8f" providerId="LiveId" clId="{61B860DB-D2A1-40B0-8544-99075C184C61}" dt="2024-11-21T10:31:07.556" v="4014" actId="1038"/>
          <ac:spMkLst>
            <pc:docMk/>
            <pc:sldMk cId="779649201" sldId="873"/>
            <ac:spMk id="16" creationId="{DFABE043-A11B-2EED-A624-22B6558F3ABD}"/>
          </ac:spMkLst>
        </pc:spChg>
        <pc:graphicFrameChg chg="mod modGraphic">
          <ac:chgData name="Hasan Jamal" userId="6724a5da2ffd1b8f" providerId="LiveId" clId="{61B860DB-D2A1-40B0-8544-99075C184C61}" dt="2024-11-21T10:27:13.002" v="3930" actId="6549"/>
          <ac:graphicFrameMkLst>
            <pc:docMk/>
            <pc:sldMk cId="779649201" sldId="873"/>
            <ac:graphicFrameMk id="2" creationId="{73887FC0-90F8-1866-CE57-7319FF33EA5E}"/>
          </ac:graphicFrameMkLst>
        </pc:graphicFrameChg>
      </pc:sldChg>
      <pc:sldChg chg="delSp modSp add mod delAnim modAnim">
        <pc:chgData name="Hasan Jamal" userId="6724a5da2ffd1b8f" providerId="LiveId" clId="{61B860DB-D2A1-40B0-8544-99075C184C61}" dt="2024-11-21T10:36:02.532" v="4036"/>
        <pc:sldMkLst>
          <pc:docMk/>
          <pc:sldMk cId="2959570500" sldId="874"/>
        </pc:sldMkLst>
        <pc:spChg chg="mod">
          <ac:chgData name="Hasan Jamal" userId="6724a5da2ffd1b8f" providerId="LiveId" clId="{61B860DB-D2A1-40B0-8544-99075C184C61}" dt="2024-11-21T10:35:32.458" v="4034" actId="255"/>
          <ac:spMkLst>
            <pc:docMk/>
            <pc:sldMk cId="2959570500" sldId="874"/>
            <ac:spMk id="4" creationId="{47FE303F-F0DF-2728-7895-454A95CB6C7D}"/>
          </ac:spMkLst>
        </pc:spChg>
        <pc:spChg chg="mod">
          <ac:chgData name="Hasan Jamal" userId="6724a5da2ffd1b8f" providerId="LiveId" clId="{61B860DB-D2A1-40B0-8544-99075C184C61}" dt="2024-11-21T10:34:28.146" v="4023" actId="20577"/>
          <ac:spMkLst>
            <pc:docMk/>
            <pc:sldMk cId="2959570500" sldId="874"/>
            <ac:spMk id="6" creationId="{FD2E0BC4-C00E-5B2F-72D7-89741BD9B843}"/>
          </ac:spMkLst>
        </pc:spChg>
        <pc:spChg chg="mod">
          <ac:chgData name="Hasan Jamal" userId="6724a5da2ffd1b8f" providerId="LiveId" clId="{61B860DB-D2A1-40B0-8544-99075C184C61}" dt="2024-11-21T10:34:19.064" v="4021" actId="207"/>
          <ac:spMkLst>
            <pc:docMk/>
            <pc:sldMk cId="2959570500" sldId="874"/>
            <ac:spMk id="11" creationId="{8BCED79F-5460-F6FE-AAE0-0FC62041B33B}"/>
          </ac:spMkLst>
        </pc:spChg>
        <pc:spChg chg="mod">
          <ac:chgData name="Hasan Jamal" userId="6724a5da2ffd1b8f" providerId="LiveId" clId="{61B860DB-D2A1-40B0-8544-99075C184C61}" dt="2024-11-21T10:34:33.880" v="4025" actId="20577"/>
          <ac:spMkLst>
            <pc:docMk/>
            <pc:sldMk cId="2959570500" sldId="874"/>
            <ac:spMk id="12" creationId="{6304B7EA-C386-8E9B-8900-4E40B3479570}"/>
          </ac:spMkLst>
        </pc:spChg>
        <pc:spChg chg="del">
          <ac:chgData name="Hasan Jamal" userId="6724a5da2ffd1b8f" providerId="LiveId" clId="{61B860DB-D2A1-40B0-8544-99075C184C61}" dt="2024-11-21T10:33:56.628" v="4018" actId="478"/>
          <ac:spMkLst>
            <pc:docMk/>
            <pc:sldMk cId="2959570500" sldId="874"/>
            <ac:spMk id="13" creationId="{12A3B440-DC49-7BEF-B9F6-DBE661229BC3}"/>
          </ac:spMkLst>
        </pc:spChg>
        <pc:spChg chg="del">
          <ac:chgData name="Hasan Jamal" userId="6724a5da2ffd1b8f" providerId="LiveId" clId="{61B860DB-D2A1-40B0-8544-99075C184C61}" dt="2024-11-21T10:33:54.470" v="4017" actId="478"/>
          <ac:spMkLst>
            <pc:docMk/>
            <pc:sldMk cId="2959570500" sldId="874"/>
            <ac:spMk id="15" creationId="{B142878C-CFEB-B988-8D41-318AABEA1043}"/>
          </ac:spMkLst>
        </pc:spChg>
        <pc:spChg chg="del">
          <ac:chgData name="Hasan Jamal" userId="6724a5da2ffd1b8f" providerId="LiveId" clId="{61B860DB-D2A1-40B0-8544-99075C184C61}" dt="2024-11-21T10:33:52.406" v="4016" actId="478"/>
          <ac:spMkLst>
            <pc:docMk/>
            <pc:sldMk cId="2959570500" sldId="874"/>
            <ac:spMk id="16" creationId="{091CED77-E999-A7C7-D8CC-CC687129BE23}"/>
          </ac:spMkLst>
        </pc:spChg>
      </pc:sldChg>
      <pc:sldChg chg="modSp add mod modAnim">
        <pc:chgData name="Hasan Jamal" userId="6724a5da2ffd1b8f" providerId="LiveId" clId="{61B860DB-D2A1-40B0-8544-99075C184C61}" dt="2024-11-22T01:49:12.778" v="4556"/>
        <pc:sldMkLst>
          <pc:docMk/>
          <pc:sldMk cId="1363347591" sldId="875"/>
        </pc:sldMkLst>
        <pc:spChg chg="mod">
          <ac:chgData name="Hasan Jamal" userId="6724a5da2ffd1b8f" providerId="LiveId" clId="{61B860DB-D2A1-40B0-8544-99075C184C61}" dt="2024-11-21T10:40:37.516" v="4103" actId="114"/>
          <ac:spMkLst>
            <pc:docMk/>
            <pc:sldMk cId="1363347591" sldId="875"/>
            <ac:spMk id="4" creationId="{80030532-E97A-FFBE-43C1-949A107EFB98}"/>
          </ac:spMkLst>
        </pc:spChg>
        <pc:spChg chg="mod">
          <ac:chgData name="Hasan Jamal" userId="6724a5da2ffd1b8f" providerId="LiveId" clId="{61B860DB-D2A1-40B0-8544-99075C184C61}" dt="2024-11-21T10:38:29.896" v="4081" actId="20577"/>
          <ac:spMkLst>
            <pc:docMk/>
            <pc:sldMk cId="1363347591" sldId="875"/>
            <ac:spMk id="5" creationId="{5046850F-BC30-B367-1DDC-47CE4A5683F7}"/>
          </ac:spMkLst>
        </pc:spChg>
        <pc:spChg chg="mod">
          <ac:chgData name="Hasan Jamal" userId="6724a5da2ffd1b8f" providerId="LiveId" clId="{61B860DB-D2A1-40B0-8544-99075C184C61}" dt="2024-11-21T10:38:37.548" v="4084" actId="20577"/>
          <ac:spMkLst>
            <pc:docMk/>
            <pc:sldMk cId="1363347591" sldId="875"/>
            <ac:spMk id="6" creationId="{784A287F-FBDA-D2CD-BFED-2DACF2DC1F8F}"/>
          </ac:spMkLst>
        </pc:spChg>
        <pc:spChg chg="mod">
          <ac:chgData name="Hasan Jamal" userId="6724a5da2ffd1b8f" providerId="LiveId" clId="{61B860DB-D2A1-40B0-8544-99075C184C61}" dt="2024-11-21T10:38:43.322" v="4087" actId="20577"/>
          <ac:spMkLst>
            <pc:docMk/>
            <pc:sldMk cId="1363347591" sldId="875"/>
            <ac:spMk id="7" creationId="{0C3CC4FA-2BE7-9542-9E9B-7EA153729646}"/>
          </ac:spMkLst>
        </pc:spChg>
        <pc:spChg chg="mod">
          <ac:chgData name="Hasan Jamal" userId="6724a5da2ffd1b8f" providerId="LiveId" clId="{61B860DB-D2A1-40B0-8544-99075C184C61}" dt="2024-11-21T10:38:47.030" v="4088" actId="20577"/>
          <ac:spMkLst>
            <pc:docMk/>
            <pc:sldMk cId="1363347591" sldId="875"/>
            <ac:spMk id="8" creationId="{EEF32DFC-8FDC-6E8D-FA43-D3C0786B2D6F}"/>
          </ac:spMkLst>
        </pc:spChg>
        <pc:spChg chg="mod">
          <ac:chgData name="Hasan Jamal" userId="6724a5da2ffd1b8f" providerId="LiveId" clId="{61B860DB-D2A1-40B0-8544-99075C184C61}" dt="2024-11-21T10:38:54.100" v="4091" actId="20577"/>
          <ac:spMkLst>
            <pc:docMk/>
            <pc:sldMk cId="1363347591" sldId="875"/>
            <ac:spMk id="9" creationId="{EDC0B34F-EC2F-8E2F-6CFF-8AAF15281263}"/>
          </ac:spMkLst>
        </pc:spChg>
        <pc:spChg chg="mod">
          <ac:chgData name="Hasan Jamal" userId="6724a5da2ffd1b8f" providerId="LiveId" clId="{61B860DB-D2A1-40B0-8544-99075C184C61}" dt="2024-11-21T10:38:21.396" v="4078" actId="20577"/>
          <ac:spMkLst>
            <pc:docMk/>
            <pc:sldMk cId="1363347591" sldId="875"/>
            <ac:spMk id="11" creationId="{D7E7D03D-FD6D-522C-DECC-C199FD5C63D6}"/>
          </ac:spMkLst>
        </pc:spChg>
        <pc:spChg chg="mod">
          <ac:chgData name="Hasan Jamal" userId="6724a5da2ffd1b8f" providerId="LiveId" clId="{61B860DB-D2A1-40B0-8544-99075C184C61}" dt="2024-11-21T10:37:22.110" v="4059" actId="20577"/>
          <ac:spMkLst>
            <pc:docMk/>
            <pc:sldMk cId="1363347591" sldId="875"/>
            <ac:spMk id="12" creationId="{57CC5259-2B90-7423-61DC-0B88DC0BD36F}"/>
          </ac:spMkLst>
        </pc:spChg>
        <pc:spChg chg="mod">
          <ac:chgData name="Hasan Jamal" userId="6724a5da2ffd1b8f" providerId="LiveId" clId="{61B860DB-D2A1-40B0-8544-99075C184C61}" dt="2024-11-21T10:37:58.010" v="4068" actId="20577"/>
          <ac:spMkLst>
            <pc:docMk/>
            <pc:sldMk cId="1363347591" sldId="875"/>
            <ac:spMk id="14" creationId="{8F1FF86B-1C24-377A-1782-9FBAB369F6BB}"/>
          </ac:spMkLst>
        </pc:spChg>
        <pc:spChg chg="mod">
          <ac:chgData name="Hasan Jamal" userId="6724a5da2ffd1b8f" providerId="LiveId" clId="{61B860DB-D2A1-40B0-8544-99075C184C61}" dt="2024-11-21T10:37:03.550" v="4053" actId="20577"/>
          <ac:spMkLst>
            <pc:docMk/>
            <pc:sldMk cId="1363347591" sldId="875"/>
            <ac:spMk id="3074" creationId="{C65493A4-D210-E144-5CC9-6980C6FB3786}"/>
          </ac:spMkLst>
        </pc:spChg>
        <pc:graphicFrameChg chg="modGraphic">
          <ac:chgData name="Hasan Jamal" userId="6724a5da2ffd1b8f" providerId="LiveId" clId="{61B860DB-D2A1-40B0-8544-99075C184C61}" dt="2024-11-21T10:38:14.888" v="4075" actId="20577"/>
          <ac:graphicFrameMkLst>
            <pc:docMk/>
            <pc:sldMk cId="1363347591" sldId="875"/>
            <ac:graphicFrameMk id="2" creationId="{B27BF759-9221-7C48-87AD-359C6CD62F69}"/>
          </ac:graphicFrameMkLst>
        </pc:graphicFrameChg>
      </pc:sldChg>
      <pc:sldChg chg="modSp add mod modAnim">
        <pc:chgData name="Hasan Jamal" userId="6724a5da2ffd1b8f" providerId="LiveId" clId="{61B860DB-D2A1-40B0-8544-99075C184C61}" dt="2024-11-22T01:48:22.254" v="4554"/>
        <pc:sldMkLst>
          <pc:docMk/>
          <pc:sldMk cId="1319352607" sldId="876"/>
        </pc:sldMkLst>
        <pc:spChg chg="mod">
          <ac:chgData name="Hasan Jamal" userId="6724a5da2ffd1b8f" providerId="LiveId" clId="{61B860DB-D2A1-40B0-8544-99075C184C61}" dt="2024-11-22T01:47:15.030" v="4552" actId="2711"/>
          <ac:spMkLst>
            <pc:docMk/>
            <pc:sldMk cId="1319352607" sldId="876"/>
            <ac:spMk id="4" creationId="{4786798D-2379-5A0F-BA2F-91D4BC715875}"/>
          </ac:spMkLst>
        </pc:spChg>
        <pc:spChg chg="mod">
          <ac:chgData name="Hasan Jamal" userId="6724a5da2ffd1b8f" providerId="LiveId" clId="{61B860DB-D2A1-40B0-8544-99075C184C61}" dt="2024-11-22T01:46:49.582" v="4542" actId="1035"/>
          <ac:spMkLst>
            <pc:docMk/>
            <pc:sldMk cId="1319352607" sldId="876"/>
            <ac:spMk id="6" creationId="{B8D7EF0F-032B-BF52-D403-461ED7727959}"/>
          </ac:spMkLst>
        </pc:spChg>
        <pc:spChg chg="mod">
          <ac:chgData name="Hasan Jamal" userId="6724a5da2ffd1b8f" providerId="LiveId" clId="{61B860DB-D2A1-40B0-8544-99075C184C61}" dt="2024-11-22T01:44:57.730" v="4477" actId="20577"/>
          <ac:spMkLst>
            <pc:docMk/>
            <pc:sldMk cId="1319352607" sldId="876"/>
            <ac:spMk id="3074" creationId="{42784494-DF60-FD65-FEF6-B47ADCB2C613}"/>
          </ac:spMkLst>
        </pc:spChg>
        <pc:graphicFrameChg chg="mod modGraphic">
          <ac:chgData name="Hasan Jamal" userId="6724a5da2ffd1b8f" providerId="LiveId" clId="{61B860DB-D2A1-40B0-8544-99075C184C61}" dt="2024-11-22T01:46:49.582" v="4542" actId="1035"/>
          <ac:graphicFrameMkLst>
            <pc:docMk/>
            <pc:sldMk cId="1319352607" sldId="876"/>
            <ac:graphicFrameMk id="2" creationId="{262570F3-30BB-D20E-3888-7A2481D23DEE}"/>
          </ac:graphicFrameMkLst>
        </pc:graphicFrameChg>
      </pc:sldChg>
      <pc:sldChg chg="modSp add mod modAnim">
        <pc:chgData name="Hasan Jamal" userId="6724a5da2ffd1b8f" providerId="LiveId" clId="{61B860DB-D2A1-40B0-8544-99075C184C61}" dt="2024-11-22T01:53:13.927" v="4631"/>
        <pc:sldMkLst>
          <pc:docMk/>
          <pc:sldMk cId="3495135070" sldId="877"/>
        </pc:sldMkLst>
        <pc:spChg chg="mod">
          <ac:chgData name="Hasan Jamal" userId="6724a5da2ffd1b8f" providerId="LiveId" clId="{61B860DB-D2A1-40B0-8544-99075C184C61}" dt="2024-11-22T01:52:41.270" v="4629"/>
          <ac:spMkLst>
            <pc:docMk/>
            <pc:sldMk cId="3495135070" sldId="877"/>
            <ac:spMk id="4" creationId="{C19BDADE-B300-76CB-FA64-A11509A2744C}"/>
          </ac:spMkLst>
        </pc:spChg>
        <pc:spChg chg="mod">
          <ac:chgData name="Hasan Jamal" userId="6724a5da2ffd1b8f" providerId="LiveId" clId="{61B860DB-D2A1-40B0-8544-99075C184C61}" dt="2024-11-22T01:52:27.158" v="4625" actId="1035"/>
          <ac:spMkLst>
            <pc:docMk/>
            <pc:sldMk cId="3495135070" sldId="877"/>
            <ac:spMk id="6" creationId="{0F072CCE-F705-B750-2523-FD07E388B203}"/>
          </ac:spMkLst>
        </pc:spChg>
        <pc:graphicFrameChg chg="mod modGraphic">
          <ac:chgData name="Hasan Jamal" userId="6724a5da2ffd1b8f" providerId="LiveId" clId="{61B860DB-D2A1-40B0-8544-99075C184C61}" dt="2024-11-22T01:52:27.158" v="4625" actId="1035"/>
          <ac:graphicFrameMkLst>
            <pc:docMk/>
            <pc:sldMk cId="3495135070" sldId="877"/>
            <ac:graphicFrameMk id="2" creationId="{B67B57A5-1ACC-5D54-0686-5702D093F986}"/>
          </ac:graphicFrameMkLst>
        </pc:graphicFrameChg>
      </pc:sldChg>
      <pc:sldChg chg="modSp add mod">
        <pc:chgData name="Hasan Jamal" userId="6724a5da2ffd1b8f" providerId="LiveId" clId="{61B860DB-D2A1-40B0-8544-99075C184C61}" dt="2024-11-22T16:51:42.781" v="5680" actId="6549"/>
        <pc:sldMkLst>
          <pc:docMk/>
          <pc:sldMk cId="3969370733" sldId="878"/>
        </pc:sldMkLst>
        <pc:spChg chg="mod">
          <ac:chgData name="Hasan Jamal" userId="6724a5da2ffd1b8f" providerId="LiveId" clId="{61B860DB-D2A1-40B0-8544-99075C184C61}" dt="2024-11-22T16:51:42.781" v="5680" actId="6549"/>
          <ac:spMkLst>
            <pc:docMk/>
            <pc:sldMk cId="3969370733" sldId="878"/>
            <ac:spMk id="12" creationId="{1186F93B-18B7-8744-7017-2A08A99D9A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323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a:t>
            </a:r>
            <a:r>
              <a:rPr lang="en-US" sz="2800" b="1" spc="-100">
                <a:solidFill>
                  <a:srgbClr val="675E47"/>
                </a:solidFill>
                <a:latin typeface="Cambria"/>
              </a:rPr>
              <a:t>Mamoona Tasadduq</a:t>
            </a:r>
          </a:p>
          <a:p>
            <a:pPr algn="ctr">
              <a:buClr>
                <a:srgbClr val="A9A57C"/>
              </a:buClr>
            </a:pPr>
            <a:r>
              <a:rPr lang="en-US" sz="2800" b="1" spc="-100">
                <a:solidFill>
                  <a:srgbClr val="675E47"/>
                </a:solidFill>
                <a:latin typeface="Cambria"/>
              </a:rPr>
              <a:t>Lecture</a:t>
            </a:r>
            <a:r>
              <a:rPr lang="en-US" sz="2800" b="1" spc="-100" dirty="0">
                <a:solidFill>
                  <a:srgbClr val="675E47"/>
                </a:solidFill>
                <a:latin typeface="Cambria"/>
              </a:rPr>
              <a:t># 08: Deadlock</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2F1F-7A40-D006-295B-5A2BE8FD33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23C9BD-1079-6753-22F3-62B0364B396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a:t>
            </a:r>
          </a:p>
        </p:txBody>
      </p:sp>
      <p:sp>
        <p:nvSpPr>
          <p:cNvPr id="3" name="Slide Number Placeholder 2">
            <a:extLst>
              <a:ext uri="{FF2B5EF4-FFF2-40B4-BE49-F238E27FC236}">
                <a16:creationId xmlns:a16="http://schemas.microsoft.com/office/drawing/2014/main" id="{381F6D8C-EAB4-776E-9A21-BB974D24DC00}"/>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08FFD99-EBCA-DEB5-E371-B821B54A6358}"/>
              </a:ext>
            </a:extLst>
          </p:cNvPr>
          <p:cNvSpPr txBox="1">
            <a:spLocks noChangeArrowheads="1"/>
          </p:cNvSpPr>
          <p:nvPr/>
        </p:nvSpPr>
        <p:spPr>
          <a:xfrm>
            <a:off x="632151" y="1453240"/>
            <a:ext cx="10247343"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Synchronization is a live gun</a:t>
            </a:r>
          </a:p>
          <a:p>
            <a:pPr lvl="1" algn="just"/>
            <a:r>
              <a:rPr lang="en-US" dirty="0">
                <a:latin typeface="Arial" panose="020B0604020202020204" pitchFamily="34" charset="0"/>
                <a:cs typeface="Arial" panose="020B0604020202020204" pitchFamily="34" charset="0"/>
              </a:rPr>
              <a:t>We can easily shoot ourselves in the foot</a:t>
            </a:r>
          </a:p>
          <a:p>
            <a:pPr lvl="1" algn="just"/>
            <a:r>
              <a:rPr lang="en-US" dirty="0">
                <a:latin typeface="Arial" panose="020B0604020202020204" pitchFamily="34" charset="0"/>
                <a:cs typeface="Arial" panose="020B0604020202020204" pitchFamily="34" charset="0"/>
              </a:rPr>
              <a:t>Incorrect use of synchronization can block all processes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one process tries to access a resource that a second process holds, and vice-versa, they can never make progress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We call this situation </a:t>
            </a:r>
            <a:r>
              <a:rPr lang="en-US" b="1" dirty="0">
                <a:solidFill>
                  <a:srgbClr val="FF0000"/>
                </a:solidFill>
                <a:latin typeface="Arial" panose="020B0604020202020204" pitchFamily="34" charset="0"/>
                <a:cs typeface="Arial" panose="020B0604020202020204" pitchFamily="34" charset="0"/>
              </a:rPr>
              <a:t>deadlock</a:t>
            </a:r>
            <a:r>
              <a:rPr lang="en-US" dirty="0">
                <a:latin typeface="Arial" panose="020B0604020202020204" pitchFamily="34" charset="0"/>
                <a:cs typeface="Arial" panose="020B0604020202020204" pitchFamily="34" charset="0"/>
              </a:rPr>
              <a:t>, and we will look at:</a:t>
            </a:r>
          </a:p>
          <a:p>
            <a:pPr lvl="1" algn="just"/>
            <a:r>
              <a:rPr lang="en-US" dirty="0">
                <a:latin typeface="Arial" panose="020B0604020202020204" pitchFamily="34" charset="0"/>
                <a:cs typeface="Arial" panose="020B0604020202020204" pitchFamily="34" charset="0"/>
              </a:rPr>
              <a:t>Definition and conditions necessary for deadlock</a:t>
            </a:r>
          </a:p>
          <a:p>
            <a:pPr lvl="1" algn="just"/>
            <a:r>
              <a:rPr lang="en-US" dirty="0">
                <a:latin typeface="Arial" panose="020B0604020202020204" pitchFamily="34" charset="0"/>
                <a:cs typeface="Arial" panose="020B0604020202020204" pitchFamily="34" charset="0"/>
              </a:rPr>
              <a:t>Representation of deadlock conditions</a:t>
            </a:r>
          </a:p>
          <a:p>
            <a:pPr lvl="1" algn="just"/>
            <a:r>
              <a:rPr lang="en-US" dirty="0">
                <a:latin typeface="Arial" panose="020B0604020202020204" pitchFamily="34" charset="0"/>
                <a:cs typeface="Arial" panose="020B0604020202020204" pitchFamily="34" charset="0"/>
              </a:rPr>
              <a:t>Approaches to dealing with deadlock</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3138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0D95B-273A-0604-8FC1-5D7CCB63569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907C9D5-4BCB-2FC1-ED81-AF74A14E638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Definition</a:t>
            </a:r>
          </a:p>
        </p:txBody>
      </p:sp>
      <p:sp>
        <p:nvSpPr>
          <p:cNvPr id="3" name="Slide Number Placeholder 2">
            <a:extLst>
              <a:ext uri="{FF2B5EF4-FFF2-40B4-BE49-F238E27FC236}">
                <a16:creationId xmlns:a16="http://schemas.microsoft.com/office/drawing/2014/main" id="{4B15B240-D99D-3DF6-ECF1-23990AB374B8}"/>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1C5BDDD7-A346-973A-FBB8-EE79A046DD42}"/>
              </a:ext>
            </a:extLst>
          </p:cNvPr>
          <p:cNvSpPr txBox="1">
            <a:spLocks noChangeArrowheads="1"/>
          </p:cNvSpPr>
          <p:nvPr/>
        </p:nvSpPr>
        <p:spPr>
          <a:xfrm>
            <a:off x="632151" y="1453240"/>
            <a:ext cx="10247343"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Deadlock</a:t>
            </a:r>
            <a:r>
              <a:rPr lang="en-US" dirty="0">
                <a:latin typeface="Arial" panose="020B0604020202020204" pitchFamily="34" charset="0"/>
                <a:cs typeface="Arial" panose="020B0604020202020204" pitchFamily="34" charset="0"/>
              </a:rPr>
              <a:t> is a problem that can arise:</a:t>
            </a:r>
          </a:p>
          <a:p>
            <a:pPr lvl="1" algn="just"/>
            <a:r>
              <a:rPr lang="en-US" dirty="0">
                <a:latin typeface="Arial" panose="020B0604020202020204" pitchFamily="34" charset="0"/>
                <a:cs typeface="Arial" panose="020B0604020202020204" pitchFamily="34" charset="0"/>
              </a:rPr>
              <a:t>When processes compete for access to limited resources</a:t>
            </a:r>
          </a:p>
          <a:p>
            <a:pPr lvl="1" algn="just"/>
            <a:r>
              <a:rPr lang="en-US" dirty="0">
                <a:latin typeface="Arial" panose="020B0604020202020204" pitchFamily="34" charset="0"/>
                <a:cs typeface="Arial" panose="020B0604020202020204" pitchFamily="34" charset="0"/>
              </a:rPr>
              <a:t>When processes are incorrectly synchronized</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Definition</a:t>
            </a:r>
            <a:r>
              <a:rPr lang="en-US" dirty="0">
                <a:latin typeface="Arial" panose="020B0604020202020204" pitchFamily="34" charset="0"/>
                <a:cs typeface="Arial" panose="020B0604020202020204" pitchFamily="34" charset="0"/>
              </a:rPr>
              <a:t> – A condition where a set of processes are waiting indefinitely for an event that can be caused only by another process in the set. Deadlocks can occur via system calls, locking, etc.</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Let </a:t>
            </a:r>
            <a:r>
              <a:rPr lang="en-US" b="1"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and </a:t>
            </a:r>
            <a:r>
              <a:rPr lang="en-US" b="1" i="1" dirty="0">
                <a:latin typeface="Arial" panose="020B0604020202020204" pitchFamily="34" charset="0"/>
                <a:cs typeface="Arial" panose="020B0604020202020204" pitchFamily="34" charset="0"/>
              </a:rPr>
              <a:t>Q</a:t>
            </a:r>
            <a:r>
              <a:rPr lang="en-US" dirty="0">
                <a:latin typeface="Arial" panose="020B0604020202020204" pitchFamily="34" charset="0"/>
                <a:cs typeface="Arial" panose="020B0604020202020204" pitchFamily="34" charset="0"/>
              </a:rPr>
              <a:t> be two semaphores initialized to 1</a:t>
            </a:r>
          </a:p>
          <a:p>
            <a:pPr lvl="1"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54161B51-C1AC-72FA-F087-2CB207F1DA00}"/>
              </a:ext>
            </a:extLst>
          </p:cNvPr>
          <p:cNvGraphicFramePr>
            <a:graphicFrameLocks noGrp="1"/>
          </p:cNvGraphicFramePr>
          <p:nvPr>
            <p:extLst>
              <p:ext uri="{D42A27DB-BD31-4B8C-83A1-F6EECF244321}">
                <p14:modId xmlns:p14="http://schemas.microsoft.com/office/powerpoint/2010/main" val="969869340"/>
              </p:ext>
            </p:extLst>
          </p:nvPr>
        </p:nvGraphicFramePr>
        <p:xfrm>
          <a:off x="1737395" y="4631269"/>
          <a:ext cx="7696200" cy="1905000"/>
        </p:xfrm>
        <a:graphic>
          <a:graphicData uri="http://schemas.openxmlformats.org/drawingml/2006/table">
            <a:tbl>
              <a:tblPr firstRow="1" bandRow="1">
                <a:tableStyleId>{2D5ABB26-0587-4C30-8999-92F81FD0307C}</a:tableStyleId>
              </a:tblPr>
              <a:tblGrid>
                <a:gridCol w="4040505">
                  <a:extLst>
                    <a:ext uri="{9D8B030D-6E8A-4147-A177-3AD203B41FA5}">
                      <a16:colId xmlns:a16="http://schemas.microsoft.com/office/drawing/2014/main" val="20000"/>
                    </a:ext>
                  </a:extLst>
                </a:gridCol>
                <a:gridCol w="3655695">
                  <a:extLst>
                    <a:ext uri="{9D8B030D-6E8A-4147-A177-3AD203B41FA5}">
                      <a16:colId xmlns:a16="http://schemas.microsoft.com/office/drawing/2014/main" val="20001"/>
                    </a:ext>
                  </a:extLst>
                </a:gridCol>
              </a:tblGrid>
              <a:tr h="370840">
                <a:tc>
                  <a:txBody>
                    <a:bodyPr/>
                    <a:lstStyle/>
                    <a:p>
                      <a:pPr algn="l"/>
                      <a:r>
                        <a:rPr lang="en-US" altLang="en-US" b="1" u="none" dirty="0">
                          <a:solidFill>
                            <a:srgbClr val="C00000"/>
                          </a:solidFill>
                          <a:latin typeface="Garamond" panose="02020404030301010803" pitchFamily="18" charset="0"/>
                        </a:rPr>
                        <a:t>          </a:t>
                      </a:r>
                      <a:r>
                        <a:rPr lang="en-US" altLang="en-US" b="1" u="sng" dirty="0">
                          <a:solidFill>
                            <a:srgbClr val="C00000"/>
                          </a:solidFill>
                          <a:latin typeface="Garamond" panose="02020404030301010803" pitchFamily="18" charset="0"/>
                        </a:rPr>
                        <a:t>Thread A</a:t>
                      </a:r>
                    </a:p>
                    <a:p>
                      <a:pPr algn="ctr"/>
                      <a:endParaRPr lang="en-US" altLang="en-US" sz="1100" b="1" u="sng" dirty="0">
                        <a:latin typeface="Garamond" panose="02020404030301010803" pitchFamily="18" charset="0"/>
                      </a:endParaRPr>
                    </a:p>
                    <a:p>
                      <a:r>
                        <a:rPr lang="en-US" altLang="en-US" b="1" dirty="0">
                          <a:solidFill>
                            <a:srgbClr val="7030A0"/>
                          </a:solidFill>
                          <a:latin typeface="Courier New" pitchFamily="49" charset="0"/>
                        </a:rPr>
                        <a:t>wait(S);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solidFill>
                            <a:srgbClr val="7030A0"/>
                          </a:solidFill>
                          <a:latin typeface="Courier New" pitchFamily="49" charset="0"/>
                        </a:rPr>
                        <a:t>Wait(Q);</a:t>
                      </a:r>
                      <a:br>
                        <a:rPr lang="en-US" altLang="en-US" b="1" dirty="0">
                          <a:solidFill>
                            <a:srgbClr val="7030A0"/>
                          </a:solidFill>
                          <a:latin typeface="Courier New" pitchFamily="49" charset="0"/>
                        </a:rPr>
                      </a:br>
                      <a:r>
                        <a:rPr lang="en-US" altLang="en-US" b="1" dirty="0">
                          <a:solidFill>
                            <a:srgbClr val="7030A0"/>
                          </a:solidFill>
                          <a:latin typeface="Courier New" pitchFamily="49" charset="0"/>
                        </a:rPr>
                        <a:t>...</a:t>
                      </a:r>
                      <a:br>
                        <a:rPr lang="en-US" altLang="en-US" b="1" dirty="0">
                          <a:solidFill>
                            <a:srgbClr val="7030A0"/>
                          </a:solidFill>
                          <a:latin typeface="Courier New" pitchFamily="49" charset="0"/>
                        </a:rPr>
                      </a:br>
                      <a:r>
                        <a:rPr lang="en-US" altLang="en-US" b="1" dirty="0">
                          <a:solidFill>
                            <a:srgbClr val="7030A0"/>
                          </a:solidFill>
                          <a:latin typeface="Courier New" pitchFamily="49" charset="0"/>
                        </a:rPr>
                        <a:t>signal(S);</a:t>
                      </a:r>
                      <a:endParaRPr lang="en-US" b="1" dirty="0">
                        <a:solidFill>
                          <a:srgbClr val="7030A0"/>
                        </a:solidFill>
                      </a:endParaRPr>
                    </a:p>
                    <a:p>
                      <a:r>
                        <a:rPr lang="en-US" altLang="en-US" b="1" dirty="0">
                          <a:solidFill>
                            <a:srgbClr val="7030A0"/>
                          </a:solidFill>
                          <a:latin typeface="Courier New" pitchFamily="49" charset="0"/>
                        </a:rPr>
                        <a:t>signal(Q);</a:t>
                      </a:r>
                      <a:endParaRPr lang="en-US" b="1" dirty="0">
                        <a:solidFill>
                          <a:srgbClr val="7030A0"/>
                        </a:solidFill>
                      </a:endParaRPr>
                    </a:p>
                  </a:txBody>
                  <a:tcPr/>
                </a:tc>
                <a:tc>
                  <a:txBody>
                    <a:bodyPr/>
                    <a:lstStyle/>
                    <a:p>
                      <a:pPr marL="0" marR="0" indent="0" algn="l" defTabSz="457177" rtl="0" eaLnBrk="1" fontAlgn="auto" latinLnBrk="0" hangingPunct="1">
                        <a:lnSpc>
                          <a:spcPct val="100000"/>
                        </a:lnSpc>
                        <a:spcBef>
                          <a:spcPts val="0"/>
                        </a:spcBef>
                        <a:spcAft>
                          <a:spcPts val="0"/>
                        </a:spcAft>
                        <a:buClrTx/>
                        <a:buSzTx/>
                        <a:buFontTx/>
                        <a:buNone/>
                        <a:tabLst/>
                        <a:defRPr/>
                      </a:pPr>
                      <a:r>
                        <a:rPr lang="en-US" altLang="en-US" b="1" u="none" dirty="0">
                          <a:solidFill>
                            <a:srgbClr val="C00000"/>
                          </a:solidFill>
                          <a:latin typeface="Garamond" panose="02020404030301010803" pitchFamily="18" charset="0"/>
                        </a:rPr>
                        <a:t>     </a:t>
                      </a:r>
                      <a:r>
                        <a:rPr lang="en-US" altLang="en-US" b="1" u="sng" dirty="0">
                          <a:solidFill>
                            <a:srgbClr val="C00000"/>
                          </a:solidFill>
                          <a:latin typeface="Garamond" panose="02020404030301010803" pitchFamily="18" charset="0"/>
                        </a:rPr>
                        <a:t>Thread B</a:t>
                      </a:r>
                    </a:p>
                    <a:p>
                      <a:pPr marL="0" marR="0" indent="0" algn="ctr" defTabSz="457177" rtl="0" eaLnBrk="1" fontAlgn="auto" latinLnBrk="0" hangingPunct="1">
                        <a:lnSpc>
                          <a:spcPct val="100000"/>
                        </a:lnSpc>
                        <a:spcBef>
                          <a:spcPts val="0"/>
                        </a:spcBef>
                        <a:spcAft>
                          <a:spcPts val="0"/>
                        </a:spcAft>
                        <a:buClrTx/>
                        <a:buSzTx/>
                        <a:buFontTx/>
                        <a:buNone/>
                        <a:tabLst/>
                        <a:defRPr/>
                      </a:pPr>
                      <a:endParaRPr lang="en-US" altLang="en-US" sz="1100" b="1" u="sng" dirty="0">
                        <a:latin typeface="Garamond" panose="02020404030301010803" pitchFamily="18" charset="0"/>
                      </a:endParaRPr>
                    </a:p>
                    <a:p>
                      <a:r>
                        <a:rPr lang="en-US" altLang="en-US" b="1" dirty="0">
                          <a:solidFill>
                            <a:srgbClr val="7030A0"/>
                          </a:solidFill>
                          <a:latin typeface="Courier New" pitchFamily="49" charset="0"/>
                        </a:rPr>
                        <a:t>wait(Q);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solidFill>
                            <a:srgbClr val="7030A0"/>
                          </a:solidFill>
                          <a:latin typeface="Courier New" pitchFamily="49" charset="0"/>
                        </a:rPr>
                        <a:t>Wait(S);</a:t>
                      </a:r>
                      <a:br>
                        <a:rPr lang="en-US" altLang="en-US" b="1" dirty="0">
                          <a:solidFill>
                            <a:srgbClr val="7030A0"/>
                          </a:solidFill>
                          <a:latin typeface="Courier New" pitchFamily="49" charset="0"/>
                        </a:rPr>
                      </a:br>
                      <a:r>
                        <a:rPr lang="en-US" altLang="en-US" b="1" dirty="0">
                          <a:solidFill>
                            <a:srgbClr val="7030A0"/>
                          </a:solidFill>
                          <a:latin typeface="Courier New" pitchFamily="49" charset="0"/>
                        </a:rPr>
                        <a:t>...</a:t>
                      </a:r>
                      <a:br>
                        <a:rPr lang="en-US" altLang="en-US" b="1" dirty="0">
                          <a:solidFill>
                            <a:srgbClr val="7030A0"/>
                          </a:solidFill>
                          <a:latin typeface="Courier New" pitchFamily="49" charset="0"/>
                        </a:rPr>
                      </a:br>
                      <a:r>
                        <a:rPr lang="en-US" altLang="en-US" b="1" dirty="0">
                          <a:solidFill>
                            <a:srgbClr val="7030A0"/>
                          </a:solidFill>
                          <a:latin typeface="Courier New" pitchFamily="49" charset="0"/>
                        </a:rPr>
                        <a:t>signal(Q);</a:t>
                      </a:r>
                      <a:endParaRPr lang="en-US" b="1" dirty="0">
                        <a:solidFill>
                          <a:srgbClr val="7030A0"/>
                        </a:solidFill>
                      </a:endParaRPr>
                    </a:p>
                    <a:p>
                      <a:r>
                        <a:rPr lang="en-US" altLang="en-US" b="1" dirty="0">
                          <a:solidFill>
                            <a:srgbClr val="7030A0"/>
                          </a:solidFill>
                          <a:latin typeface="Courier New" pitchFamily="49" charset="0"/>
                        </a:rPr>
                        <a:t>signal(S);</a:t>
                      </a:r>
                      <a:endParaRPr lang="en-US" b="1" dirty="0">
                        <a:solidFill>
                          <a:srgbClr val="7030A0"/>
                        </a:solidFill>
                      </a:endParaRPr>
                    </a:p>
                  </a:txBody>
                  <a:tcPr/>
                </a:tc>
                <a:extLst>
                  <a:ext uri="{0D108BD9-81ED-4DB2-BD59-A6C34878D82A}">
                    <a16:rowId xmlns:a16="http://schemas.microsoft.com/office/drawing/2014/main" val="10000"/>
                  </a:ext>
                </a:extLst>
              </a:tr>
            </a:tbl>
          </a:graphicData>
        </a:graphic>
      </p:graphicFrame>
      <p:pic>
        <p:nvPicPr>
          <p:cNvPr id="4" name="Picture 2" descr="http://csunplugged.org/sites/default/files/cartoons/deadlock.jpg?1286488735">
            <a:extLst>
              <a:ext uri="{FF2B5EF4-FFF2-40B4-BE49-F238E27FC236}">
                <a16:creationId xmlns:a16="http://schemas.microsoft.com/office/drawing/2014/main" id="{60A981A9-00B9-9D8F-62B0-533833A12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433" y="4772660"/>
            <a:ext cx="3054324" cy="17526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5250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Characterization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476117"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just">
              <a:buNone/>
            </a:pPr>
            <a:r>
              <a:rPr lang="en-US" dirty="0">
                <a:latin typeface="Arial" panose="020B0604020202020204" pitchFamily="34" charset="0"/>
                <a:cs typeface="Arial" panose="020B0604020202020204" pitchFamily="34" charset="0"/>
              </a:rPr>
              <a:t>Four conditions are necessary for deadlock to occur:</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Mutual Exclusion </a:t>
            </a:r>
            <a:r>
              <a:rPr lang="en-US" dirty="0">
                <a:latin typeface="Arial" panose="020B0604020202020204" pitchFamily="34" charset="0"/>
                <a:cs typeface="Arial" panose="020B0604020202020204" pitchFamily="34" charset="0"/>
              </a:rPr>
              <a:t>– at least one resource must be held in a non-sharable mode</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Hold and Wait </a:t>
            </a:r>
            <a:r>
              <a:rPr lang="en-US" dirty="0">
                <a:latin typeface="Arial" panose="020B0604020202020204" pitchFamily="34" charset="0"/>
                <a:cs typeface="Arial" panose="020B0604020202020204" pitchFamily="34" charset="0"/>
              </a:rPr>
              <a:t>– at least one process holds a resource and is waiting for additional resource(s) to become available, held by other processes</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No Preemption </a:t>
            </a:r>
            <a:r>
              <a:rPr lang="en-US" dirty="0">
                <a:latin typeface="Arial" panose="020B0604020202020204" pitchFamily="34" charset="0"/>
                <a:cs typeface="Arial" panose="020B0604020202020204" pitchFamily="34" charset="0"/>
              </a:rPr>
              <a:t>– a resource can be released only voluntarily by the process holding it, after it has completed its task</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Circular Wait </a:t>
            </a:r>
            <a:r>
              <a:rPr lang="en-US" dirty="0">
                <a:latin typeface="Arial" panose="020B0604020202020204" pitchFamily="34" charset="0"/>
                <a:cs typeface="Arial" panose="020B0604020202020204" pitchFamily="34" charset="0"/>
              </a:rPr>
              <a:t>– there must exist a set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0</a:t>
            </a:r>
            <a:r>
              <a:rPr lang="en-US" b="1" i="1" dirty="0">
                <a:latin typeface="Arial" panose="020B0604020202020204" pitchFamily="34" charset="0"/>
                <a:cs typeface="Arial" panose="020B0604020202020204" pitchFamily="34" charset="0"/>
              </a:rPr>
              <a:t>, P</a:t>
            </a:r>
            <a:r>
              <a:rPr lang="en-US" b="1" i="1" baseline="-25000" dirty="0">
                <a:latin typeface="Arial" panose="020B0604020202020204" pitchFamily="34" charset="0"/>
                <a:cs typeface="Arial" panose="020B0604020202020204" pitchFamily="34" charset="0"/>
              </a:rPr>
              <a:t>1</a:t>
            </a:r>
            <a:r>
              <a:rPr lang="en-US" b="1" i="1" dirty="0">
                <a:latin typeface="Arial" panose="020B0604020202020204" pitchFamily="34" charset="0"/>
                <a:cs typeface="Arial" panose="020B0604020202020204" pitchFamily="34" charset="0"/>
              </a:rPr>
              <a:t>, …, </a:t>
            </a:r>
            <a:r>
              <a:rPr lang="en-US" b="1" i="1" dirty="0" err="1">
                <a:latin typeface="Arial" panose="020B0604020202020204" pitchFamily="34" charset="0"/>
                <a:cs typeface="Arial" panose="020B0604020202020204" pitchFamily="34" charset="0"/>
              </a:rPr>
              <a:t>P</a:t>
            </a:r>
            <a:r>
              <a:rPr lang="en-US" b="1" i="1" baseline="-25000" dirty="0" err="1">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of waiting processes such that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waiting for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i+1</a:t>
            </a:r>
            <a:r>
              <a:rPr lang="en-US"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to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and </a:t>
            </a:r>
            <a:r>
              <a:rPr lang="en-US" b="1" i="1" dirty="0" err="1">
                <a:latin typeface="Arial" panose="020B0604020202020204" pitchFamily="34" charset="0"/>
                <a:cs typeface="Arial" panose="020B0604020202020204" pitchFamily="34" charset="0"/>
              </a:rPr>
              <a:t>P</a:t>
            </a:r>
            <a:r>
              <a:rPr lang="en-US" b="1" i="1" baseline="-25000" dirty="0" err="1">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is waiting on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0 </a:t>
            </a:r>
            <a:r>
              <a:rPr lang="en-US" i="1" dirty="0">
                <a:latin typeface="Arial" panose="020B0604020202020204" pitchFamily="34" charset="0"/>
                <a:cs typeface="Arial" panose="020B0604020202020204" pitchFamily="34" charset="0"/>
              </a:rPr>
              <a:t>etc.</a:t>
            </a:r>
          </a:p>
        </p:txBody>
      </p:sp>
    </p:spTree>
    <p:custDataLst>
      <p:tags r:id="rId1"/>
    </p:custDataLst>
    <p:extLst>
      <p:ext uri="{BB962C8B-B14F-4D97-AF65-F5344CB8AC3E}">
        <p14:creationId xmlns:p14="http://schemas.microsoft.com/office/powerpoint/2010/main" val="98211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C164-2939-5FCE-8EC1-32E14C8A352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EBE2308-D8CB-D713-ABCD-BAAB564AC58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Dealing with Deadlocks</a:t>
            </a:r>
          </a:p>
        </p:txBody>
      </p:sp>
      <p:sp>
        <p:nvSpPr>
          <p:cNvPr id="3" name="Slide Number Placeholder 2">
            <a:extLst>
              <a:ext uri="{FF2B5EF4-FFF2-40B4-BE49-F238E27FC236}">
                <a16:creationId xmlns:a16="http://schemas.microsoft.com/office/drawing/2014/main" id="{FAA4AF25-8F2D-8AC2-A1A3-529FEFA6067D}"/>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9B2EFA9A-C1C7-039F-7C2E-C53CA04C12EE}"/>
              </a:ext>
            </a:extLst>
          </p:cNvPr>
          <p:cNvSpPr txBox="1">
            <a:spLocks noChangeArrowheads="1"/>
          </p:cNvSpPr>
          <p:nvPr/>
        </p:nvSpPr>
        <p:spPr>
          <a:xfrm>
            <a:off x="632151" y="1453241"/>
            <a:ext cx="1028686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There are four approaches for dealing with deadlock:</a:t>
            </a:r>
          </a:p>
          <a:p>
            <a:pPr lvl="1" algn="just"/>
            <a:r>
              <a:rPr lang="en-US" b="1" dirty="0">
                <a:solidFill>
                  <a:srgbClr val="00B050"/>
                </a:solidFill>
                <a:latin typeface="Arial" panose="020B0604020202020204" pitchFamily="34" charset="0"/>
                <a:cs typeface="Arial" panose="020B0604020202020204" pitchFamily="34" charset="0"/>
              </a:rPr>
              <a:t>Ignore it </a:t>
            </a:r>
            <a:r>
              <a:rPr lang="en-US" dirty="0">
                <a:latin typeface="Arial" panose="020B0604020202020204" pitchFamily="34" charset="0"/>
                <a:cs typeface="Arial" panose="020B0604020202020204" pitchFamily="34" charset="0"/>
              </a:rPr>
              <a:t>– How lucky do you feel?</a:t>
            </a:r>
          </a:p>
          <a:p>
            <a:pPr lvl="1" algn="just"/>
            <a:r>
              <a:rPr lang="en-US" b="1" dirty="0">
                <a:solidFill>
                  <a:srgbClr val="00B050"/>
                </a:solidFill>
                <a:latin typeface="Arial" panose="020B0604020202020204" pitchFamily="34" charset="0"/>
                <a:cs typeface="Arial" panose="020B0604020202020204" pitchFamily="34" charset="0"/>
              </a:rPr>
              <a:t>Prevention:</a:t>
            </a:r>
            <a:r>
              <a:rPr lang="en-US" dirty="0">
                <a:latin typeface="Arial" panose="020B0604020202020204" pitchFamily="34" charset="0"/>
                <a:cs typeface="Arial" panose="020B0604020202020204" pitchFamily="34" charset="0"/>
              </a:rPr>
              <a:t> Make it impossible for deadlock to happen</a:t>
            </a:r>
          </a:p>
          <a:p>
            <a:pPr lvl="1" algn="just"/>
            <a:r>
              <a:rPr lang="en-US" b="1" dirty="0">
                <a:solidFill>
                  <a:srgbClr val="00B050"/>
                </a:solidFill>
                <a:latin typeface="Arial" panose="020B0604020202020204" pitchFamily="34" charset="0"/>
                <a:cs typeface="Arial" panose="020B0604020202020204" pitchFamily="34" charset="0"/>
              </a:rPr>
              <a:t>Avoidance: </a:t>
            </a:r>
            <a:r>
              <a:rPr lang="en-US" dirty="0">
                <a:latin typeface="Arial" panose="020B0604020202020204" pitchFamily="34" charset="0"/>
                <a:cs typeface="Arial" panose="020B0604020202020204" pitchFamily="34" charset="0"/>
              </a:rPr>
              <a:t>Control allocation of resources</a:t>
            </a:r>
          </a:p>
          <a:p>
            <a:pPr lvl="1" algn="just"/>
            <a:r>
              <a:rPr lang="en-US" b="1" dirty="0">
                <a:solidFill>
                  <a:srgbClr val="00B050"/>
                </a:solidFill>
                <a:latin typeface="Arial" panose="020B0604020202020204" pitchFamily="34" charset="0"/>
                <a:cs typeface="Arial" panose="020B0604020202020204" pitchFamily="34" charset="0"/>
              </a:rPr>
              <a:t>Detection and Recovery: </a:t>
            </a:r>
            <a:r>
              <a:rPr lang="en-US" dirty="0">
                <a:latin typeface="Arial" panose="020B0604020202020204" pitchFamily="34" charset="0"/>
                <a:cs typeface="Arial" panose="020B0604020202020204" pitchFamily="34" charset="0"/>
              </a:rPr>
              <a:t>Look for a cycle in dependencies</a:t>
            </a:r>
          </a:p>
        </p:txBody>
      </p:sp>
    </p:spTree>
    <p:custDataLst>
      <p:tags r:id="rId1"/>
    </p:custDataLst>
    <p:extLst>
      <p:ext uri="{BB962C8B-B14F-4D97-AF65-F5344CB8AC3E}">
        <p14:creationId xmlns:p14="http://schemas.microsoft.com/office/powerpoint/2010/main" val="2737903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3956-DE96-FDA7-17D5-D63E8AFAB68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6AC320-59C6-115E-34A7-5CFE7395F0D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Prevention</a:t>
            </a:r>
          </a:p>
        </p:txBody>
      </p:sp>
      <p:sp>
        <p:nvSpPr>
          <p:cNvPr id="3" name="Slide Number Placeholder 2">
            <a:extLst>
              <a:ext uri="{FF2B5EF4-FFF2-40B4-BE49-F238E27FC236}">
                <a16:creationId xmlns:a16="http://schemas.microsoft.com/office/drawing/2014/main" id="{8B9F3ABF-8391-2EF0-1D6A-83B3E654AFAB}"/>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B6A1DBCE-7394-34D4-A1F6-7B90765ECBA2}"/>
              </a:ext>
            </a:extLst>
          </p:cNvPr>
          <p:cNvSpPr txBox="1">
            <a:spLocks noChangeArrowheads="1"/>
          </p:cNvSpPr>
          <p:nvPr/>
        </p:nvSpPr>
        <p:spPr>
          <a:xfrm>
            <a:off x="632150" y="1453241"/>
            <a:ext cx="10560783"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just">
              <a:buNone/>
            </a:pPr>
            <a:r>
              <a:rPr lang="en-US" dirty="0">
                <a:latin typeface="Arial" panose="020B0604020202020204" pitchFamily="34" charset="0"/>
                <a:cs typeface="Arial" panose="020B0604020202020204" pitchFamily="34" charset="0"/>
              </a:rPr>
              <a:t>Invalidate one of the four necessary conditions for deadlock: </a:t>
            </a:r>
          </a:p>
          <a:p>
            <a:pPr algn="just">
              <a:spcBef>
                <a:spcPts val="1800"/>
              </a:spcBef>
            </a:pPr>
            <a:r>
              <a:rPr lang="en-US" sz="2050" b="1" dirty="0">
                <a:solidFill>
                  <a:srgbClr val="FF0000"/>
                </a:solidFill>
                <a:latin typeface="Arial" panose="020B0604020202020204" pitchFamily="34" charset="0"/>
                <a:cs typeface="Arial" panose="020B0604020202020204" pitchFamily="34" charset="0"/>
              </a:rPr>
              <a:t>Mutual Exclusion </a:t>
            </a:r>
            <a:r>
              <a:rPr lang="en-US" sz="2050" dirty="0">
                <a:latin typeface="Arial" panose="020B0604020202020204" pitchFamily="34" charset="0"/>
                <a:cs typeface="Arial" panose="020B0604020202020204" pitchFamily="34" charset="0"/>
              </a:rPr>
              <a:t>– not required for sharable resources (e.g., read-only files); must hold for non-sharable resources</a:t>
            </a:r>
          </a:p>
          <a:p>
            <a:pPr algn="just">
              <a:spcBef>
                <a:spcPts val="1800"/>
              </a:spcBef>
            </a:pPr>
            <a:r>
              <a:rPr lang="en-US" sz="2050" b="1" dirty="0">
                <a:solidFill>
                  <a:srgbClr val="FF0000"/>
                </a:solidFill>
                <a:latin typeface="Arial" panose="020B0604020202020204" pitchFamily="34" charset="0"/>
                <a:cs typeface="Arial" panose="020B0604020202020204" pitchFamily="34" charset="0"/>
              </a:rPr>
              <a:t>Hold and Wait </a:t>
            </a:r>
            <a:r>
              <a:rPr lang="en-US" sz="2050" dirty="0">
                <a:latin typeface="Arial" panose="020B0604020202020204" pitchFamily="34" charset="0"/>
                <a:cs typeface="Arial" panose="020B0604020202020204" pitchFamily="34" charset="0"/>
              </a:rPr>
              <a:t>– must guarantee that whenever a process requests a resource, it does not hold any other resources. Require processes to request and be allocated all its resources before it begins execution or allow process to request resources only when the process has none allocated to it. Low resource utilization and starvation possible.</a:t>
            </a:r>
          </a:p>
          <a:p>
            <a:pPr algn="just">
              <a:spcBef>
                <a:spcPts val="1800"/>
              </a:spcBef>
            </a:pPr>
            <a:r>
              <a:rPr lang="en-US" sz="2050" b="1" dirty="0">
                <a:solidFill>
                  <a:srgbClr val="FF0000"/>
                </a:solidFill>
                <a:latin typeface="Arial" panose="020B0604020202020204" pitchFamily="34" charset="0"/>
                <a:cs typeface="Arial" panose="020B0604020202020204" pitchFamily="34" charset="0"/>
              </a:rPr>
              <a:t>No Preemption </a:t>
            </a:r>
            <a:r>
              <a:rPr lang="en-US" sz="2050" dirty="0">
                <a:latin typeface="Arial" panose="020B0604020202020204" pitchFamily="34" charset="0"/>
                <a:cs typeface="Arial" panose="020B0604020202020204" pitchFamily="34" charset="0"/>
              </a:rPr>
              <a:t>– if a process holding some resources requests another resource that cannot be immediately allocated to it, then all resources currently being held are released. Preempted resources are added to the list of resources for which the process is waiting. Process will be restarted only when it can regain its old resources, as well as the new ones that it is requesting (</a:t>
            </a:r>
            <a:r>
              <a:rPr lang="en-US" sz="2050" b="1" dirty="0">
                <a:solidFill>
                  <a:srgbClr val="00B050"/>
                </a:solidFill>
                <a:latin typeface="Arial" panose="020B0604020202020204" pitchFamily="34" charset="0"/>
                <a:cs typeface="Arial" panose="020B0604020202020204" pitchFamily="34" charset="0"/>
              </a:rPr>
              <a:t>Problem</a:t>
            </a:r>
            <a:r>
              <a:rPr lang="en-US" sz="2050" dirty="0">
                <a:latin typeface="Arial" panose="020B0604020202020204" pitchFamily="34" charset="0"/>
                <a:cs typeface="Arial" panose="020B0604020202020204" pitchFamily="34" charset="0"/>
              </a:rPr>
              <a:t>: not all resources can be easily preempted, like printers.)</a:t>
            </a:r>
          </a:p>
          <a:p>
            <a:pPr algn="just">
              <a:spcBef>
                <a:spcPts val="1800"/>
              </a:spcBef>
            </a:pPr>
            <a:r>
              <a:rPr lang="en-US" sz="2050" b="1" dirty="0">
                <a:solidFill>
                  <a:srgbClr val="FF0000"/>
                </a:solidFill>
                <a:latin typeface="Arial" panose="020B0604020202020204" pitchFamily="34" charset="0"/>
                <a:cs typeface="Arial" panose="020B0604020202020204" pitchFamily="34" charset="0"/>
              </a:rPr>
              <a:t>Circular Wait </a:t>
            </a:r>
            <a:r>
              <a:rPr lang="en-US" sz="2050" dirty="0">
                <a:latin typeface="Arial" panose="020B0604020202020204" pitchFamily="34" charset="0"/>
                <a:cs typeface="Arial" panose="020B0604020202020204" pitchFamily="34" charset="0"/>
              </a:rPr>
              <a:t>– impose a total ordering of all resource types, and require that each process requests resources in an increasing order of enumeration</a:t>
            </a:r>
            <a:endParaRPr lang="en-US" sz="2050" b="1" i="1" baseline="-250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597506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Resource Allocation Graph</a:t>
            </a: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89939"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altLang="en-US" dirty="0">
                <a:latin typeface="Arial" panose="020B0604020202020204" pitchFamily="34" charset="0"/>
                <a:cs typeface="Arial" panose="020B0604020202020204" pitchFamily="34" charset="0"/>
              </a:rPr>
              <a:t>View system as a graph</a:t>
            </a:r>
          </a:p>
          <a:p>
            <a:pPr lvl="1" algn="just"/>
            <a:r>
              <a:rPr lang="en-US" altLang="en-US" dirty="0">
                <a:latin typeface="Arial" panose="020B0604020202020204" pitchFamily="34" charset="0"/>
                <a:cs typeface="Arial" panose="020B0604020202020204" pitchFamily="34" charset="0"/>
              </a:rPr>
              <a:t>Processes and resources are vertices</a:t>
            </a:r>
          </a:p>
          <a:p>
            <a:pPr lvl="1" algn="just"/>
            <a:r>
              <a:rPr lang="en-US" dirty="0">
                <a:latin typeface="Arial" panose="020B0604020202020204" pitchFamily="34" charset="0"/>
                <a:cs typeface="Arial" panose="020B0604020202020204" pitchFamily="34" charset="0"/>
              </a:rPr>
              <a:t>Resource Requests and Assignments are edges</a:t>
            </a:r>
          </a:p>
          <a:p>
            <a:pPr lvl="1" algn="just"/>
            <a:endParaRPr lang="en-US" altLang="en-US" b="1" dirty="0">
              <a:solidFill>
                <a:srgbClr val="FF0000"/>
              </a:solidFill>
              <a:latin typeface="Arial" panose="020B0604020202020204" pitchFamily="34" charset="0"/>
              <a:cs typeface="Arial" panose="020B0604020202020204" pitchFamily="34" charset="0"/>
            </a:endParaRPr>
          </a:p>
          <a:p>
            <a:pPr algn="just"/>
            <a:r>
              <a:rPr lang="en-US" altLang="en-US" b="1" dirty="0">
                <a:latin typeface="Arial" panose="020B0604020202020204" pitchFamily="34" charset="0"/>
                <a:cs typeface="Arial" panose="020B0604020202020204" pitchFamily="34" charset="0"/>
              </a:rPr>
              <a:t>Process:</a:t>
            </a:r>
          </a:p>
          <a:p>
            <a:pPr algn="just"/>
            <a:endParaRPr lang="en-US" altLang="en-US" b="1" dirty="0">
              <a:latin typeface="Arial" panose="020B0604020202020204" pitchFamily="34" charset="0"/>
              <a:cs typeface="Arial" panose="020B0604020202020204" pitchFamily="34" charset="0"/>
            </a:endParaRPr>
          </a:p>
          <a:p>
            <a:pPr algn="just"/>
            <a:r>
              <a:rPr lang="en-US" altLang="en-US" b="1" dirty="0">
                <a:latin typeface="Arial" panose="020B0604020202020204" pitchFamily="34" charset="0"/>
                <a:cs typeface="Arial" panose="020B0604020202020204" pitchFamily="34" charset="0"/>
              </a:rPr>
              <a:t>Resource with 3 instances: </a:t>
            </a:r>
          </a:p>
          <a:p>
            <a:pPr algn="just"/>
            <a:endParaRPr lang="en-US" altLang="en-US" b="1" dirty="0">
              <a:latin typeface="Arial" panose="020B0604020202020204" pitchFamily="34" charset="0"/>
              <a:cs typeface="Arial" panose="020B0604020202020204" pitchFamily="34" charset="0"/>
            </a:endParaRPr>
          </a:p>
          <a:p>
            <a:pPr algn="just"/>
            <a:r>
              <a:rPr lang="en-US" altLang="en-US" b="1" dirty="0">
                <a:latin typeface="Arial" panose="020B0604020202020204" pitchFamily="34" charset="0"/>
                <a:cs typeface="Arial" panose="020B0604020202020204" pitchFamily="34" charset="0"/>
              </a:rPr>
              <a:t>Request Edge – </a:t>
            </a:r>
            <a:r>
              <a:rPr lang="en-US" altLang="en-US" b="1" i="1" dirty="0">
                <a:latin typeface="Arial" panose="020B0604020202020204" pitchFamily="34" charset="0"/>
                <a:cs typeface="Arial" panose="020B0604020202020204" pitchFamily="34" charset="0"/>
              </a:rPr>
              <a:t>P</a:t>
            </a:r>
            <a:r>
              <a:rPr lang="en-US" altLang="en-US" b="1" i="1" baseline="-25000" dirty="0">
                <a:latin typeface="Arial" panose="020B0604020202020204" pitchFamily="34" charset="0"/>
                <a:cs typeface="Arial" panose="020B0604020202020204" pitchFamily="34" charset="0"/>
              </a:rPr>
              <a:t>1 </a:t>
            </a:r>
            <a:r>
              <a:rPr lang="en-US" altLang="en-US" b="1" dirty="0">
                <a:latin typeface="Arial" panose="020B0604020202020204" pitchFamily="34" charset="0"/>
                <a:cs typeface="Arial" panose="020B0604020202020204" pitchFamily="34" charset="0"/>
                <a:sym typeface="Symbol" pitchFamily="18" charset="2"/>
              </a:rPr>
              <a:t>requesting </a:t>
            </a:r>
            <a:r>
              <a:rPr lang="en-US" altLang="en-US" b="1" i="1" dirty="0">
                <a:latin typeface="Arial" panose="020B0604020202020204" pitchFamily="34" charset="0"/>
                <a:cs typeface="Arial" panose="020B0604020202020204" pitchFamily="34" charset="0"/>
                <a:sym typeface="Symbol" pitchFamily="18" charset="2"/>
              </a:rPr>
              <a:t>R</a:t>
            </a:r>
            <a:r>
              <a:rPr lang="en-US" altLang="en-US" b="1" i="1" baseline="-25000" dirty="0">
                <a:latin typeface="Arial" panose="020B0604020202020204" pitchFamily="34" charset="0"/>
                <a:cs typeface="Arial" panose="020B0604020202020204" pitchFamily="34" charset="0"/>
                <a:sym typeface="Symbol" pitchFamily="18" charset="2"/>
              </a:rPr>
              <a:t>2, </a:t>
            </a:r>
            <a:endParaRPr lang="en-US" altLang="en-US" b="1" dirty="0">
              <a:latin typeface="Arial" panose="020B0604020202020204" pitchFamily="34" charset="0"/>
              <a:cs typeface="Arial" panose="020B0604020202020204" pitchFamily="34" charset="0"/>
            </a:endParaRPr>
          </a:p>
          <a:p>
            <a:pPr algn="just"/>
            <a:endParaRPr lang="en-US" altLang="en-US" b="1" dirty="0">
              <a:latin typeface="Arial" panose="020B0604020202020204" pitchFamily="34" charset="0"/>
              <a:cs typeface="Arial" panose="020B0604020202020204" pitchFamily="34" charset="0"/>
              <a:sym typeface="Symbol" pitchFamily="18" charset="2"/>
            </a:endParaRPr>
          </a:p>
          <a:p>
            <a:pPr algn="just"/>
            <a:r>
              <a:rPr lang="en-US" altLang="en-US" b="1" dirty="0">
                <a:latin typeface="Arial" panose="020B0604020202020204" pitchFamily="34" charset="0"/>
                <a:cs typeface="Arial" panose="020B0604020202020204" pitchFamily="34" charset="0"/>
                <a:sym typeface="Symbol" pitchFamily="18" charset="2"/>
              </a:rPr>
              <a:t>Assignment Edge </a:t>
            </a:r>
            <a:r>
              <a:rPr lang="en-US" altLang="en-US" b="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P</a:t>
            </a:r>
            <a:r>
              <a:rPr lang="en-US" altLang="en-US" b="1" i="1" baseline="-25000" dirty="0">
                <a:latin typeface="Arial" panose="020B0604020202020204" pitchFamily="34" charset="0"/>
                <a:cs typeface="Arial" panose="020B0604020202020204" pitchFamily="34" charset="0"/>
              </a:rPr>
              <a:t>1 </a:t>
            </a:r>
            <a:r>
              <a:rPr lang="en-US" altLang="en-US" b="1" dirty="0">
                <a:latin typeface="Arial" panose="020B0604020202020204" pitchFamily="34" charset="0"/>
                <a:cs typeface="Arial" panose="020B0604020202020204" pitchFamily="34" charset="0"/>
                <a:sym typeface="Symbol" pitchFamily="18" charset="2"/>
              </a:rPr>
              <a:t>holding instance of </a:t>
            </a:r>
            <a:r>
              <a:rPr lang="en-US" altLang="en-US" b="1" i="1" dirty="0">
                <a:latin typeface="Arial" panose="020B0604020202020204" pitchFamily="34" charset="0"/>
                <a:cs typeface="Arial" panose="020B0604020202020204" pitchFamily="34" charset="0"/>
                <a:sym typeface="Symbol" pitchFamily="18" charset="2"/>
              </a:rPr>
              <a:t>R</a:t>
            </a:r>
            <a:r>
              <a:rPr lang="en-US" altLang="en-US" b="1" i="1" baseline="-25000" dirty="0">
                <a:latin typeface="Arial" panose="020B0604020202020204" pitchFamily="34" charset="0"/>
                <a:cs typeface="Arial" panose="020B0604020202020204" pitchFamily="34" charset="0"/>
                <a:sym typeface="Symbol" pitchFamily="18" charset="2"/>
              </a:rPr>
              <a:t>2</a:t>
            </a:r>
            <a:endParaRPr lang="en-US" altLang="en-US" b="1" dirty="0">
              <a:latin typeface="Arial" panose="020B0604020202020204" pitchFamily="34" charset="0"/>
              <a:cs typeface="Arial" panose="020B0604020202020204" pitchFamily="34" charset="0"/>
            </a:endParaRPr>
          </a:p>
          <a:p>
            <a:pPr algn="just"/>
            <a:endParaRPr lang="en-US" sz="1100" dirty="0">
              <a:latin typeface="Arial" panose="020B0604020202020204" pitchFamily="34" charset="0"/>
              <a:cs typeface="Arial" panose="020B0604020202020204" pitchFamily="34" charset="0"/>
            </a:endParaRPr>
          </a:p>
        </p:txBody>
      </p:sp>
      <p:pic>
        <p:nvPicPr>
          <p:cNvPr id="5" name="Picture 1032"/>
          <p:cNvPicPr>
            <a:picLocks noChangeAspect="1" noChangeArrowheads="1"/>
          </p:cNvPicPr>
          <p:nvPr/>
        </p:nvPicPr>
        <p:blipFill>
          <a:blip r:embed="rId3" cstate="print">
            <a:extLst>
              <a:ext uri="{28A0092B-C50C-407E-A947-70E740481C1C}">
                <a14:useLocalDpi xmlns:a14="http://schemas.microsoft.com/office/drawing/2010/main" val="0"/>
              </a:ext>
            </a:extLst>
          </a:blip>
          <a:srcRect l="25287" t="926" r="25287" b="1532"/>
          <a:stretch>
            <a:fillRect/>
          </a:stretch>
        </p:blipFill>
        <p:spPr bwMode="auto">
          <a:xfrm>
            <a:off x="8277179" y="1154378"/>
            <a:ext cx="2160210" cy="319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4" name="Picture 3">
            <a:extLst>
              <a:ext uri="{FF2B5EF4-FFF2-40B4-BE49-F238E27FC236}">
                <a16:creationId xmlns:a16="http://schemas.microsoft.com/office/drawing/2014/main" id="{611CB35F-E1A0-BE4E-43B7-EF704A53BF71}"/>
              </a:ext>
            </a:extLst>
          </p:cNvPr>
          <p:cNvPicPr>
            <a:picLocks noChangeAspect="1"/>
          </p:cNvPicPr>
          <p:nvPr/>
        </p:nvPicPr>
        <p:blipFill>
          <a:blip r:embed="rId4"/>
          <a:stretch>
            <a:fillRect/>
          </a:stretch>
        </p:blipFill>
        <p:spPr>
          <a:xfrm>
            <a:off x="2371922" y="2838450"/>
            <a:ext cx="695325" cy="660559"/>
          </a:xfrm>
          <a:prstGeom prst="rect">
            <a:avLst/>
          </a:prstGeom>
        </p:spPr>
      </p:pic>
      <p:pic>
        <p:nvPicPr>
          <p:cNvPr id="7" name="Picture 6">
            <a:extLst>
              <a:ext uri="{FF2B5EF4-FFF2-40B4-BE49-F238E27FC236}">
                <a16:creationId xmlns:a16="http://schemas.microsoft.com/office/drawing/2014/main" id="{A8A4D373-38BB-BEA8-0AE3-312EF5717DE9}"/>
              </a:ext>
            </a:extLst>
          </p:cNvPr>
          <p:cNvPicPr>
            <a:picLocks noChangeAspect="1"/>
          </p:cNvPicPr>
          <p:nvPr/>
        </p:nvPicPr>
        <p:blipFill>
          <a:blip r:embed="rId5"/>
          <a:stretch>
            <a:fillRect/>
          </a:stretch>
        </p:blipFill>
        <p:spPr>
          <a:xfrm>
            <a:off x="4879113" y="3613309"/>
            <a:ext cx="547688" cy="707572"/>
          </a:xfrm>
          <a:prstGeom prst="rect">
            <a:avLst/>
          </a:prstGeom>
        </p:spPr>
      </p:pic>
      <p:grpSp>
        <p:nvGrpSpPr>
          <p:cNvPr id="15" name="Group 14">
            <a:extLst>
              <a:ext uri="{FF2B5EF4-FFF2-40B4-BE49-F238E27FC236}">
                <a16:creationId xmlns:a16="http://schemas.microsoft.com/office/drawing/2014/main" id="{A95883A4-C7F5-16BB-7D15-580B39156696}"/>
              </a:ext>
            </a:extLst>
          </p:cNvPr>
          <p:cNvGrpSpPr/>
          <p:nvPr/>
        </p:nvGrpSpPr>
        <p:grpSpPr>
          <a:xfrm>
            <a:off x="5712441" y="4416743"/>
            <a:ext cx="1793259" cy="841057"/>
            <a:chOff x="5712441" y="4407218"/>
            <a:chExt cx="2009775" cy="926164"/>
          </a:xfrm>
        </p:grpSpPr>
        <p:pic>
          <p:nvPicPr>
            <p:cNvPr id="9" name="Picture 8">
              <a:extLst>
                <a:ext uri="{FF2B5EF4-FFF2-40B4-BE49-F238E27FC236}">
                  <a16:creationId xmlns:a16="http://schemas.microsoft.com/office/drawing/2014/main" id="{69835E2E-C9AE-B414-5408-7D79A25AC9C1}"/>
                </a:ext>
              </a:extLst>
            </p:cNvPr>
            <p:cNvPicPr>
              <a:picLocks noChangeAspect="1"/>
            </p:cNvPicPr>
            <p:nvPr/>
          </p:nvPicPr>
          <p:blipFill>
            <a:blip r:embed="rId6"/>
            <a:stretch>
              <a:fillRect/>
            </a:stretch>
          </p:blipFill>
          <p:spPr>
            <a:xfrm>
              <a:off x="5712441" y="4407218"/>
              <a:ext cx="2009775" cy="926164"/>
            </a:xfrm>
            <a:prstGeom prst="rect">
              <a:avLst/>
            </a:prstGeom>
          </p:spPr>
        </p:pic>
        <p:cxnSp>
          <p:nvCxnSpPr>
            <p:cNvPr id="11" name="Straight Arrow Connector 10">
              <a:extLst>
                <a:ext uri="{FF2B5EF4-FFF2-40B4-BE49-F238E27FC236}">
                  <a16:creationId xmlns:a16="http://schemas.microsoft.com/office/drawing/2014/main" id="{DA5F8C1D-D590-F021-08A1-6F38B6EEB2AE}"/>
                </a:ext>
              </a:extLst>
            </p:cNvPr>
            <p:cNvCxnSpPr/>
            <p:nvPr/>
          </p:nvCxnSpPr>
          <p:spPr>
            <a:xfrm>
              <a:off x="6343650" y="4791075"/>
              <a:ext cx="685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F8EE0480-2794-D412-C32F-9406A6E67355}"/>
              </a:ext>
            </a:extLst>
          </p:cNvPr>
          <p:cNvGrpSpPr/>
          <p:nvPr/>
        </p:nvGrpSpPr>
        <p:grpSpPr>
          <a:xfrm>
            <a:off x="7091439" y="5333382"/>
            <a:ext cx="1793260" cy="841057"/>
            <a:chOff x="7091438" y="5333382"/>
            <a:chExt cx="2009775" cy="926164"/>
          </a:xfrm>
        </p:grpSpPr>
        <p:pic>
          <p:nvPicPr>
            <p:cNvPr id="13" name="Picture 12">
              <a:extLst>
                <a:ext uri="{FF2B5EF4-FFF2-40B4-BE49-F238E27FC236}">
                  <a16:creationId xmlns:a16="http://schemas.microsoft.com/office/drawing/2014/main" id="{D6E3F4A2-A0EB-70E8-6932-387706AF447C}"/>
                </a:ext>
              </a:extLst>
            </p:cNvPr>
            <p:cNvPicPr>
              <a:picLocks noChangeAspect="1"/>
            </p:cNvPicPr>
            <p:nvPr/>
          </p:nvPicPr>
          <p:blipFill>
            <a:blip r:embed="rId6"/>
            <a:stretch>
              <a:fillRect/>
            </a:stretch>
          </p:blipFill>
          <p:spPr>
            <a:xfrm>
              <a:off x="7091438" y="5333382"/>
              <a:ext cx="2009775" cy="926164"/>
            </a:xfrm>
            <a:prstGeom prst="rect">
              <a:avLst/>
            </a:prstGeom>
          </p:spPr>
        </p:pic>
        <p:cxnSp>
          <p:nvCxnSpPr>
            <p:cNvPr id="14" name="Straight Arrow Connector 13">
              <a:extLst>
                <a:ext uri="{FF2B5EF4-FFF2-40B4-BE49-F238E27FC236}">
                  <a16:creationId xmlns:a16="http://schemas.microsoft.com/office/drawing/2014/main" id="{EE91BA96-44A0-53A7-577A-A9377B469988}"/>
                </a:ext>
              </a:extLst>
            </p:cNvPr>
            <p:cNvCxnSpPr>
              <a:cxnSpLocks/>
            </p:cNvCxnSpPr>
            <p:nvPr/>
          </p:nvCxnSpPr>
          <p:spPr>
            <a:xfrm>
              <a:off x="7722647" y="5688664"/>
              <a:ext cx="954628"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10276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E90F8-54C3-AC51-5ECF-9343FA4E047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5A2BB69-1DBF-F4DD-5A09-8BA0309A41A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Cycles and Deadlock</a:t>
            </a:r>
          </a:p>
        </p:txBody>
      </p:sp>
      <p:sp>
        <p:nvSpPr>
          <p:cNvPr id="3" name="Slide Number Placeholder 2">
            <a:extLst>
              <a:ext uri="{FF2B5EF4-FFF2-40B4-BE49-F238E27FC236}">
                <a16:creationId xmlns:a16="http://schemas.microsoft.com/office/drawing/2014/main" id="{DD8F2B3A-F6E9-3083-8960-87D5746FB644}"/>
              </a:ext>
            </a:extLst>
          </p:cNvPr>
          <p:cNvSpPr>
            <a:spLocks noGrp="1"/>
          </p:cNvSpPr>
          <p:nvPr>
            <p:ph type="sldNum" sz="quarter" idx="12"/>
          </p:nvPr>
        </p:nvSpPr>
        <p:spPr/>
        <p:txBody>
          <a:bodyPr/>
          <a:lstStyle/>
          <a:p>
            <a:fld id="{3485D9CA-6DAA-4C3C-A3E2-EDEA918D5F89}" type="slidenum">
              <a:rPr lang="en-US" smtClean="0">
                <a:latin typeface="Calibri"/>
              </a:rPr>
              <a:pPr/>
              <a:t>8</a:t>
            </a:fld>
            <a:endParaRPr lang="en-US">
              <a:latin typeface="Calibri"/>
            </a:endParaRPr>
          </a:p>
        </p:txBody>
      </p:sp>
      <p:sp>
        <p:nvSpPr>
          <p:cNvPr id="12" name="Rectangle 3">
            <a:extLst>
              <a:ext uri="{FF2B5EF4-FFF2-40B4-BE49-F238E27FC236}">
                <a16:creationId xmlns:a16="http://schemas.microsoft.com/office/drawing/2014/main" id="{B2BC2AD5-EDD2-DD41-AFEB-E85A2BB5B842}"/>
              </a:ext>
            </a:extLst>
          </p:cNvPr>
          <p:cNvSpPr txBox="1">
            <a:spLocks noChangeArrowheads="1"/>
          </p:cNvSpPr>
          <p:nvPr/>
        </p:nvSpPr>
        <p:spPr>
          <a:xfrm>
            <a:off x="632152" y="1453242"/>
            <a:ext cx="10428572"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the graph has no cycles, no deadlock exists</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the graph contains a cycle, deadlock might exist</a:t>
            </a:r>
          </a:p>
          <a:p>
            <a:pPr lvl="1" algn="just"/>
            <a:r>
              <a:rPr lang="en-US" dirty="0">
                <a:latin typeface="Arial" panose="020B0604020202020204" pitchFamily="34" charset="0"/>
                <a:cs typeface="Arial" panose="020B0604020202020204" pitchFamily="34" charset="0"/>
              </a:rPr>
              <a:t>if only one instance per resource type, then definitely deadlock</a:t>
            </a:r>
          </a:p>
          <a:p>
            <a:pPr lvl="1" algn="just"/>
            <a:r>
              <a:rPr lang="en-US" dirty="0">
                <a:latin typeface="Arial" panose="020B0604020202020204" pitchFamily="34" charset="0"/>
                <a:cs typeface="Arial" panose="020B0604020202020204" pitchFamily="34" charset="0"/>
              </a:rPr>
              <a:t>if several instances per resource type, possibility of deadlock</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any instance of a resource involved in the cycle is held by a process not in the cycle, then we can make progress when the resource is released</a:t>
            </a:r>
          </a:p>
        </p:txBody>
      </p:sp>
    </p:spTree>
    <p:custDataLst>
      <p:tags r:id="rId1"/>
    </p:custDataLst>
    <p:extLst>
      <p:ext uri="{BB962C8B-B14F-4D97-AF65-F5344CB8AC3E}">
        <p14:creationId xmlns:p14="http://schemas.microsoft.com/office/powerpoint/2010/main" val="356331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Resource Allocation Graph</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pic>
        <p:nvPicPr>
          <p:cNvPr id="122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2710" y="1365250"/>
            <a:ext cx="2743200" cy="4042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846081" y="6019800"/>
            <a:ext cx="4272323"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R</a:t>
            </a:r>
            <a:r>
              <a:rPr lang="en-US" baseline="-25000" dirty="0">
                <a:latin typeface="Arial" panose="020B0604020202020204" pitchFamily="34" charset="0"/>
                <a:cs typeface="Arial" panose="020B0604020202020204" pitchFamily="34" charset="0"/>
              </a:rPr>
              <a:t>2 </a:t>
            </a:r>
            <a:r>
              <a:rPr lang="en-US" dirty="0">
                <a:latin typeface="Arial" panose="020B0604020202020204" pitchFamily="34" charset="0"/>
                <a:cs typeface="Arial" panose="020B0604020202020204" pitchFamily="34" charset="0"/>
              </a:rPr>
              <a:t>(1st instance)</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a:t>
            </a:r>
          </a:p>
        </p:txBody>
      </p:sp>
      <p:sp>
        <p:nvSpPr>
          <p:cNvPr id="7" name="Rectangle 6"/>
          <p:cNvSpPr/>
          <p:nvPr/>
        </p:nvSpPr>
        <p:spPr>
          <a:xfrm>
            <a:off x="3365910" y="6452810"/>
            <a:ext cx="5447325"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R</a:t>
            </a:r>
            <a:r>
              <a:rPr lang="en-US" baseline="-25000" dirty="0">
                <a:latin typeface="Arial" panose="020B0604020202020204" pitchFamily="34" charset="0"/>
                <a:cs typeface="Arial" panose="020B0604020202020204" pitchFamily="34" charset="0"/>
              </a:rPr>
              <a:t>2 </a:t>
            </a:r>
            <a:r>
              <a:rPr lang="en-US" dirty="0">
                <a:latin typeface="Arial" panose="020B0604020202020204" pitchFamily="34" charset="0"/>
                <a:cs typeface="Arial" panose="020B0604020202020204" pitchFamily="34" charset="0"/>
              </a:rPr>
              <a:t>(2nd instance)-&gt;P</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a:t>
            </a:r>
          </a:p>
        </p:txBody>
      </p:sp>
      <p:sp>
        <p:nvSpPr>
          <p:cNvPr id="8" name="Rectangle 7"/>
          <p:cNvSpPr/>
          <p:nvPr/>
        </p:nvSpPr>
        <p:spPr>
          <a:xfrm>
            <a:off x="4584263" y="5496580"/>
            <a:ext cx="2440092" cy="523220"/>
          </a:xfrm>
          <a:prstGeom prst="rect">
            <a:avLst/>
          </a:prstGeom>
        </p:spPr>
        <p:txBody>
          <a:bodyPr wrap="none">
            <a:spAutoFit/>
          </a:bodyPr>
          <a:lstStyle/>
          <a:p>
            <a:r>
              <a:rPr lang="en-US" sz="2800" b="1" dirty="0">
                <a:solidFill>
                  <a:srgbClr val="FF0000"/>
                </a:solidFill>
                <a:latin typeface="Arial" panose="020B0604020202020204" pitchFamily="34" charset="0"/>
                <a:cs typeface="Arial" panose="020B0604020202020204" pitchFamily="34" charset="0"/>
              </a:rPr>
              <a:t>DEADLOCK !</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1069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E89B0-AE5B-6624-C502-06584322F39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451AC84-185B-6801-8DD4-BE9B326BE1F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Resource Allocation Graph</a:t>
            </a:r>
          </a:p>
        </p:txBody>
      </p:sp>
      <p:sp>
        <p:nvSpPr>
          <p:cNvPr id="3" name="Slide Number Placeholder 2">
            <a:extLst>
              <a:ext uri="{FF2B5EF4-FFF2-40B4-BE49-F238E27FC236}">
                <a16:creationId xmlns:a16="http://schemas.microsoft.com/office/drawing/2014/main" id="{18592FD0-04B4-AD62-3A31-CFF1AED737BB}"/>
              </a:ext>
            </a:extLst>
          </p:cNvPr>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sp>
        <p:nvSpPr>
          <p:cNvPr id="2" name="Rectangle 1">
            <a:extLst>
              <a:ext uri="{FF2B5EF4-FFF2-40B4-BE49-F238E27FC236}">
                <a16:creationId xmlns:a16="http://schemas.microsoft.com/office/drawing/2014/main" id="{4D1ABFFE-0EE3-0380-70AE-2AEB8C7D8B0D}"/>
              </a:ext>
            </a:extLst>
          </p:cNvPr>
          <p:cNvSpPr/>
          <p:nvPr/>
        </p:nvSpPr>
        <p:spPr>
          <a:xfrm>
            <a:off x="3846081" y="6019800"/>
            <a:ext cx="3765774"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may release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after completion</a:t>
            </a:r>
          </a:p>
        </p:txBody>
      </p:sp>
      <p:sp>
        <p:nvSpPr>
          <p:cNvPr id="7" name="Rectangle 6">
            <a:extLst>
              <a:ext uri="{FF2B5EF4-FFF2-40B4-BE49-F238E27FC236}">
                <a16:creationId xmlns:a16="http://schemas.microsoft.com/office/drawing/2014/main" id="{986EC692-47C8-86A4-17B3-17D8938A0FD6}"/>
              </a:ext>
            </a:extLst>
          </p:cNvPr>
          <p:cNvSpPr/>
          <p:nvPr/>
        </p:nvSpPr>
        <p:spPr>
          <a:xfrm>
            <a:off x="3832069" y="6470739"/>
            <a:ext cx="3852337"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P</a:t>
            </a:r>
            <a:r>
              <a:rPr lang="en-US" baseline="-25000" dirty="0">
                <a:latin typeface="Arial" panose="020B0604020202020204" pitchFamily="34" charset="0"/>
                <a:cs typeface="Arial" panose="020B0604020202020204" pitchFamily="34" charset="0"/>
              </a:rPr>
              <a:t>4</a:t>
            </a:r>
            <a:r>
              <a:rPr lang="en-US" dirty="0">
                <a:latin typeface="Arial" panose="020B0604020202020204" pitchFamily="34" charset="0"/>
                <a:cs typeface="Arial" panose="020B0604020202020204" pitchFamily="34" charset="0"/>
              </a:rPr>
              <a:t> may release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after completion</a:t>
            </a:r>
          </a:p>
        </p:txBody>
      </p:sp>
      <p:sp>
        <p:nvSpPr>
          <p:cNvPr id="8" name="Rectangle 7">
            <a:extLst>
              <a:ext uri="{FF2B5EF4-FFF2-40B4-BE49-F238E27FC236}">
                <a16:creationId xmlns:a16="http://schemas.microsoft.com/office/drawing/2014/main" id="{CF9DEC28-8253-9E45-2EF8-A027A24DEC23}"/>
              </a:ext>
            </a:extLst>
          </p:cNvPr>
          <p:cNvSpPr/>
          <p:nvPr/>
        </p:nvSpPr>
        <p:spPr>
          <a:xfrm>
            <a:off x="4333254" y="5496580"/>
            <a:ext cx="3078087" cy="523220"/>
          </a:xfrm>
          <a:prstGeom prst="rect">
            <a:avLst/>
          </a:prstGeom>
        </p:spPr>
        <p:txBody>
          <a:bodyPr wrap="none">
            <a:spAutoFit/>
          </a:bodyPr>
          <a:lstStyle/>
          <a:p>
            <a:r>
              <a:rPr lang="en-US" sz="2800" b="1" dirty="0">
                <a:solidFill>
                  <a:srgbClr val="FF0000"/>
                </a:solidFill>
                <a:latin typeface="Arial" panose="020B0604020202020204" pitchFamily="34" charset="0"/>
                <a:cs typeface="Arial" panose="020B0604020202020204" pitchFamily="34" charset="0"/>
              </a:rPr>
              <a:t>NO DEADLOCK !</a:t>
            </a:r>
            <a:endParaRPr lang="en-US" b="1" dirty="0">
              <a:solidFill>
                <a:srgbClr val="FF0000"/>
              </a:solidFill>
              <a:latin typeface="Arial" panose="020B0604020202020204" pitchFamily="34" charset="0"/>
              <a:cs typeface="Arial" panose="020B0604020202020204" pitchFamily="34" charset="0"/>
            </a:endParaRPr>
          </a:p>
        </p:txBody>
      </p:sp>
      <p:pic>
        <p:nvPicPr>
          <p:cNvPr id="13315"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9631" y="1447229"/>
            <a:ext cx="3028950" cy="386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402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Resource Allocation Graph</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37874"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r>
              <a:rPr lang="en-US" dirty="0">
                <a:latin typeface="Arial" panose="020B0604020202020204" pitchFamily="34" charset="0"/>
                <a:cs typeface="Arial" panose="020B0604020202020204" pitchFamily="34" charset="0"/>
              </a:rPr>
              <a:t>A system has three processes (P</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and three reusable resources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There are two instances of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and 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P</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holds an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an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and is requesting another instance of an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holds an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and an 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P</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holds an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an 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and is requesting another instance of R</a:t>
            </a:r>
            <a:r>
              <a:rPr lang="en-US" baseline="-25000"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a:t>
            </a:r>
            <a:endParaRPr lang="en-US" sz="1100" dirty="0">
              <a:latin typeface="Arial" panose="020B0604020202020204" pitchFamily="34" charset="0"/>
              <a:cs typeface="Arial" panose="020B0604020202020204" pitchFamily="34" charset="0"/>
            </a:endParaRPr>
          </a:p>
          <a:p>
            <a:pPr algn="just">
              <a:spcBef>
                <a:spcPts val="600"/>
              </a:spcBef>
            </a:pPr>
            <a:endParaRPr lang="en-US" dirty="0">
              <a:latin typeface="Arial" panose="020B0604020202020204" pitchFamily="34" charset="0"/>
              <a:cs typeface="Arial" panose="020B0604020202020204" pitchFamily="34" charset="0"/>
            </a:endParaRPr>
          </a:p>
          <a:p>
            <a:pPr marL="571500" indent="-457200" algn="just">
              <a:spcBef>
                <a:spcPts val="600"/>
              </a:spcBef>
              <a:buClr>
                <a:schemeClr val="tx1"/>
              </a:buClr>
              <a:buFont typeface="+mj-lt"/>
              <a:buAutoNum type="alphaLcParenR"/>
            </a:pPr>
            <a:r>
              <a:rPr lang="en-US" dirty="0">
                <a:latin typeface="Arial" panose="020B0604020202020204" pitchFamily="34" charset="0"/>
                <a:cs typeface="Arial" panose="020B0604020202020204" pitchFamily="34" charset="0"/>
              </a:rPr>
              <a:t>Draw the resource allocation graph for this situation.</a:t>
            </a: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endParaRPr lang="en-US" b="1" dirty="0">
              <a:solidFill>
                <a:srgbClr val="FF0000"/>
              </a:solidFill>
              <a:latin typeface="Arial" panose="020B0604020202020204" pitchFamily="34" charset="0"/>
              <a:cs typeface="Arial" panose="020B0604020202020204" pitchFamily="34" charset="0"/>
            </a:endParaRPr>
          </a:p>
          <a:p>
            <a:pPr algn="just">
              <a:spcBef>
                <a:spcPts val="0"/>
              </a:spcBef>
            </a:pPr>
            <a:endParaRPr lang="en-US"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4280" y="3854823"/>
            <a:ext cx="2711597" cy="2832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77039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ABBB-9072-201E-0741-88B0D7A1078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264559C-86D2-70CD-1A2A-0EF14566D6A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Resource Allocation Graph</a:t>
            </a:r>
          </a:p>
        </p:txBody>
      </p:sp>
      <p:sp>
        <p:nvSpPr>
          <p:cNvPr id="3" name="Slide Number Placeholder 2">
            <a:extLst>
              <a:ext uri="{FF2B5EF4-FFF2-40B4-BE49-F238E27FC236}">
                <a16:creationId xmlns:a16="http://schemas.microsoft.com/office/drawing/2014/main" id="{B53E7066-604C-8352-DE8D-3E410DAC4972}"/>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5B021EA4-1429-E778-6EFD-70DA12915D75}"/>
              </a:ext>
            </a:extLst>
          </p:cNvPr>
          <p:cNvSpPr txBox="1">
            <a:spLocks noChangeArrowheads="1"/>
          </p:cNvSpPr>
          <p:nvPr/>
        </p:nvSpPr>
        <p:spPr>
          <a:xfrm>
            <a:off x="632150" y="1453241"/>
            <a:ext cx="10537874"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571500" indent="-457200" algn="just">
              <a:spcBef>
                <a:spcPts val="600"/>
              </a:spcBef>
              <a:buClr>
                <a:schemeClr val="tx1"/>
              </a:buClr>
              <a:buFont typeface="+mj-lt"/>
              <a:buAutoNum type="alphaLcParenR" startAt="2"/>
            </a:pPr>
            <a:r>
              <a:rPr lang="en-US" dirty="0">
                <a:latin typeface="Arial" panose="020B0604020202020204" pitchFamily="34" charset="0"/>
                <a:cs typeface="Arial" panose="020B0604020202020204" pitchFamily="34" charset="0"/>
              </a:rPr>
              <a:t>Does the allocation graph in (a) contain a deadlock? If yes, write all the cycles in the graph.</a:t>
            </a:r>
          </a:p>
          <a:p>
            <a:pPr marL="571500" indent="-457200" algn="just">
              <a:spcBef>
                <a:spcPts val="600"/>
              </a:spcBef>
              <a:buClr>
                <a:schemeClr val="tx1"/>
              </a:buClr>
              <a:buFont typeface="+mj-lt"/>
              <a:buAutoNum type="alphaLcParenR" startAt="2"/>
            </a:pPr>
            <a:endParaRPr lang="en-US" dirty="0">
              <a:latin typeface="Arial" panose="020B0604020202020204" pitchFamily="34" charset="0"/>
              <a:cs typeface="Arial" panose="020B0604020202020204" pitchFamily="34" charset="0"/>
            </a:endParaRPr>
          </a:p>
          <a:p>
            <a:pPr marL="571500" indent="-457200" algn="just">
              <a:spcBef>
                <a:spcPts val="600"/>
              </a:spcBef>
              <a:buClr>
                <a:schemeClr val="tx1"/>
              </a:buClr>
              <a:buFont typeface="+mj-lt"/>
              <a:buAutoNum type="alphaLcParenR" startAt="2"/>
            </a:pPr>
            <a:r>
              <a:rPr lang="en-US" dirty="0">
                <a:latin typeface="Arial" panose="020B0604020202020204" pitchFamily="34" charset="0"/>
                <a:cs typeface="Arial" panose="020B0604020202020204" pitchFamily="34" charset="0"/>
              </a:rPr>
              <a:t>Now assume that 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also demands resource R</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Does this allocation graph contain a deadlock? If yes, write all the cycles in the graph.</a:t>
            </a:r>
          </a:p>
          <a:p>
            <a:pPr marL="571500" indent="-457200" algn="just">
              <a:spcBef>
                <a:spcPts val="600"/>
              </a:spcBef>
              <a:buClr>
                <a:schemeClr val="tx1"/>
              </a:buClr>
              <a:buFont typeface="+mj-lt"/>
              <a:buAutoNum type="alphaLcParenR" startAt="2"/>
            </a:pPr>
            <a:endParaRPr lang="en-US" dirty="0">
              <a:latin typeface="Arial" panose="020B0604020202020204" pitchFamily="34" charset="0"/>
              <a:cs typeface="Arial" panose="020B0604020202020204" pitchFamily="34" charset="0"/>
            </a:endParaRPr>
          </a:p>
          <a:p>
            <a:pPr marL="571500" indent="-457200" algn="just">
              <a:spcBef>
                <a:spcPts val="600"/>
              </a:spcBef>
              <a:buClr>
                <a:schemeClr val="tx1"/>
              </a:buClr>
              <a:buFont typeface="+mj-lt"/>
              <a:buAutoNum type="alphaLcParenR" startAt="2"/>
            </a:pPr>
            <a:r>
              <a:rPr lang="en-US" dirty="0">
                <a:latin typeface="Arial" panose="020B0604020202020204" pitchFamily="34" charset="0"/>
                <a:cs typeface="Arial" panose="020B0604020202020204" pitchFamily="34" charset="0"/>
              </a:rPr>
              <a:t>Assume the allocation graph at point (c), and, in addition, assume that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has now three instances. Does this allocation graph contain a deadlock? If yes, write all the cycles in the graph.</a:t>
            </a:r>
          </a:p>
          <a:p>
            <a:pPr marL="571500" indent="-457200" algn="just">
              <a:spcBef>
                <a:spcPts val="600"/>
              </a:spcBef>
              <a:buClr>
                <a:schemeClr val="tx1"/>
              </a:buClr>
              <a:buFont typeface="+mj-lt"/>
              <a:buAutoNum type="alphaLcParenR" startAt="2"/>
            </a:pPr>
            <a:endParaRPr lang="en-US" dirty="0">
              <a:latin typeface="Arial" panose="020B0604020202020204" pitchFamily="34" charset="0"/>
              <a:cs typeface="Arial" panose="020B0604020202020204" pitchFamily="34" charset="0"/>
            </a:endParaRPr>
          </a:p>
          <a:p>
            <a:pPr marL="571500" indent="-457200" algn="just">
              <a:spcBef>
                <a:spcPts val="600"/>
              </a:spcBef>
              <a:buClr>
                <a:schemeClr val="tx1"/>
              </a:buClr>
              <a:buFont typeface="+mj-lt"/>
              <a:buAutoNum type="alphaLcParenR" startAt="2"/>
            </a:pPr>
            <a:r>
              <a:rPr lang="en-US" dirty="0">
                <a:latin typeface="Arial" panose="020B0604020202020204" pitchFamily="34" charset="0"/>
                <a:cs typeface="Arial" panose="020B0604020202020204" pitchFamily="34" charset="0"/>
              </a:rPr>
              <a:t>Add to the original allocation graph an additional process P4 that demands an instance of R1. Does this allocation graph contain a deadlock? If yes, write all the cycles in the graph.</a:t>
            </a: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endParaRPr lang="en-US" b="1" dirty="0">
              <a:solidFill>
                <a:srgbClr val="FF0000"/>
              </a:solidFill>
              <a:latin typeface="Arial" panose="020B0604020202020204" pitchFamily="34" charset="0"/>
              <a:cs typeface="Arial" panose="020B0604020202020204" pitchFamily="34" charset="0"/>
            </a:endParaRPr>
          </a:p>
          <a:p>
            <a:pPr algn="just">
              <a:spcBef>
                <a:spcPts val="0"/>
              </a:spcBef>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84613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F12C0-C4AD-25FD-5813-FFECC527971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39DAEA-BA01-F701-B01C-227C27F1A09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Avoidance</a:t>
            </a:r>
          </a:p>
        </p:txBody>
      </p:sp>
      <p:sp>
        <p:nvSpPr>
          <p:cNvPr id="3" name="Slide Number Placeholder 2">
            <a:extLst>
              <a:ext uri="{FF2B5EF4-FFF2-40B4-BE49-F238E27FC236}">
                <a16:creationId xmlns:a16="http://schemas.microsoft.com/office/drawing/2014/main" id="{341CB83C-A622-087A-63C8-1AC163E05FC9}"/>
              </a:ext>
            </a:extLst>
          </p:cNvPr>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F6A59142-37FA-8761-0A36-197D45C18F0F}"/>
              </a:ext>
            </a:extLst>
          </p:cNvPr>
          <p:cNvSpPr txBox="1">
            <a:spLocks noChangeArrowheads="1"/>
          </p:cNvSpPr>
          <p:nvPr/>
        </p:nvSpPr>
        <p:spPr>
          <a:xfrm>
            <a:off x="632151" y="1453241"/>
            <a:ext cx="10428572" cy="507065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Provide information in advance about what </a:t>
            </a:r>
            <a:r>
              <a:rPr lang="en-US" b="1" dirty="0">
                <a:solidFill>
                  <a:srgbClr val="FF0000"/>
                </a:solidFill>
                <a:latin typeface="Arial" panose="020B0604020202020204" pitchFamily="34" charset="0"/>
                <a:cs typeface="Arial" panose="020B0604020202020204" pitchFamily="34" charset="0"/>
              </a:rPr>
              <a:t>maximum number </a:t>
            </a:r>
            <a:r>
              <a:rPr lang="en-US" dirty="0">
                <a:latin typeface="Arial" panose="020B0604020202020204" pitchFamily="34" charset="0"/>
                <a:cs typeface="Arial" panose="020B0604020202020204" pitchFamily="34" charset="0"/>
              </a:rPr>
              <a:t>of resources of each type will be needed by processes to guarantee that deadlock will not happen</a:t>
            </a:r>
          </a:p>
          <a:p>
            <a:pPr algn="just"/>
            <a:endParaRPr lang="en-US" sz="11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System only grants resource requests if it knows that the process can obtain all resources it needs in future requests</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Ensures that a system will never enter an unsafe state.</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Avoid circularities (wait dependencies)</a:t>
            </a:r>
          </a:p>
          <a:p>
            <a:pPr algn="just"/>
            <a:endParaRPr lang="en-US" sz="1100"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Tough</a:t>
            </a:r>
          </a:p>
          <a:p>
            <a:pPr lvl="1" algn="just"/>
            <a:r>
              <a:rPr lang="en-US" dirty="0">
                <a:latin typeface="Arial" panose="020B0604020202020204" pitchFamily="34" charset="0"/>
                <a:cs typeface="Arial" panose="020B0604020202020204" pitchFamily="34" charset="0"/>
              </a:rPr>
              <a:t>Hard to determine all resources needed in advance</a:t>
            </a:r>
          </a:p>
          <a:p>
            <a:pPr lvl="1" algn="just"/>
            <a:r>
              <a:rPr lang="en-US" dirty="0">
                <a:latin typeface="Arial" panose="020B0604020202020204" pitchFamily="34" charset="0"/>
                <a:cs typeface="Arial" panose="020B0604020202020204" pitchFamily="34" charset="0"/>
              </a:rPr>
              <a:t>Good theoretical problem, not as practical to use</a:t>
            </a:r>
          </a:p>
        </p:txBody>
      </p:sp>
    </p:spTree>
    <p:custDataLst>
      <p:tags r:id="rId1"/>
    </p:custDataLst>
    <p:extLst>
      <p:ext uri="{BB962C8B-B14F-4D97-AF65-F5344CB8AC3E}">
        <p14:creationId xmlns:p14="http://schemas.microsoft.com/office/powerpoint/2010/main" val="203564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781D-ECDD-92D7-58FC-A55C020ABA1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3EB48DE-C9F9-8AC1-5496-B8E7CD60F32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Safe State</a:t>
            </a:r>
          </a:p>
        </p:txBody>
      </p:sp>
      <p:sp>
        <p:nvSpPr>
          <p:cNvPr id="3" name="Slide Number Placeholder 2">
            <a:extLst>
              <a:ext uri="{FF2B5EF4-FFF2-40B4-BE49-F238E27FC236}">
                <a16:creationId xmlns:a16="http://schemas.microsoft.com/office/drawing/2014/main" id="{EFC39B5F-6075-60CC-7261-6B7F54A05EA2}"/>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3A7FEC1F-8021-DC6B-469F-B772039B1C5F}"/>
              </a:ext>
            </a:extLst>
          </p:cNvPr>
          <p:cNvSpPr txBox="1">
            <a:spLocks noChangeArrowheads="1"/>
          </p:cNvSpPr>
          <p:nvPr/>
        </p:nvSpPr>
        <p:spPr>
          <a:xfrm>
            <a:off x="632151" y="1453242"/>
            <a:ext cx="10466155" cy="2419512"/>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When a process requests an available resource, system must decide if immediate allocation leaves the system in a safe state</a:t>
            </a:r>
          </a:p>
          <a:p>
            <a:pPr lvl="1"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System is in </a:t>
            </a:r>
            <a:r>
              <a:rPr lang="en-US" b="1" dirty="0">
                <a:solidFill>
                  <a:srgbClr val="FF0000"/>
                </a:solidFill>
                <a:latin typeface="Arial" panose="020B0604020202020204" pitchFamily="34" charset="0"/>
                <a:cs typeface="Arial" panose="020B0604020202020204" pitchFamily="34" charset="0"/>
              </a:rPr>
              <a:t>safe state</a:t>
            </a:r>
            <a:r>
              <a:rPr lang="en-US" dirty="0">
                <a:latin typeface="Arial" panose="020B0604020202020204" pitchFamily="34" charset="0"/>
                <a:cs typeface="Arial" panose="020B0604020202020204" pitchFamily="34" charset="0"/>
              </a:rPr>
              <a:t> if there exists a sequence &lt;</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1</a:t>
            </a:r>
            <a:r>
              <a:rPr lang="en-US" b="1" i="1" dirty="0">
                <a:latin typeface="Arial" panose="020B0604020202020204" pitchFamily="34" charset="0"/>
                <a:cs typeface="Arial" panose="020B0604020202020204" pitchFamily="34" charset="0"/>
              </a:rPr>
              <a:t>, P</a:t>
            </a:r>
            <a:r>
              <a:rPr lang="en-US" b="1" i="1" baseline="-25000" dirty="0">
                <a:latin typeface="Arial" panose="020B0604020202020204" pitchFamily="34" charset="0"/>
                <a:cs typeface="Arial" panose="020B0604020202020204" pitchFamily="34" charset="0"/>
              </a:rPr>
              <a:t>2</a:t>
            </a:r>
            <a:r>
              <a:rPr lang="en-US" b="1" i="1" dirty="0">
                <a:latin typeface="Arial" panose="020B0604020202020204" pitchFamily="34" charset="0"/>
                <a:cs typeface="Arial" panose="020B0604020202020204" pitchFamily="34" charset="0"/>
              </a:rPr>
              <a:t>, …, </a:t>
            </a:r>
            <a:r>
              <a:rPr lang="en-US" b="1" i="1" dirty="0" err="1">
                <a:latin typeface="Arial" panose="020B0604020202020204" pitchFamily="34" charset="0"/>
                <a:cs typeface="Arial" panose="020B0604020202020204" pitchFamily="34" charset="0"/>
              </a:rPr>
              <a:t>P</a:t>
            </a:r>
            <a:r>
              <a:rPr lang="en-US" b="1" i="1" baseline="-25000" dirty="0" err="1">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&gt; of ALL the  processes  in the systems such that for each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the resources that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can still request can be satisfied by currently available resources plus the resources held by all the </a:t>
            </a:r>
            <a:r>
              <a:rPr lang="en-US" b="1" i="1" dirty="0" err="1">
                <a:latin typeface="Arial" panose="020B0604020202020204" pitchFamily="34" charset="0"/>
                <a:cs typeface="Arial" panose="020B0604020202020204" pitchFamily="34" charset="0"/>
              </a:rPr>
              <a:t>P</a:t>
            </a:r>
            <a:r>
              <a:rPr lang="en-US" b="1" i="1" baseline="-25000" dirty="0" err="1">
                <a:latin typeface="Arial" panose="020B0604020202020204" pitchFamily="34" charset="0"/>
                <a:cs typeface="Arial" panose="020B0604020202020204" pitchFamily="34" charset="0"/>
              </a:rPr>
              <a:t>j</a:t>
            </a:r>
            <a:r>
              <a:rPr lang="en-US" dirty="0">
                <a:latin typeface="Arial" panose="020B0604020202020204" pitchFamily="34" charset="0"/>
                <a:cs typeface="Arial" panose="020B0604020202020204" pitchFamily="34" charset="0"/>
              </a:rPr>
              <a:t>, with </a:t>
            </a:r>
            <a:r>
              <a:rPr lang="en-US" i="1" dirty="0">
                <a:latin typeface="Arial" panose="020B0604020202020204" pitchFamily="34" charset="0"/>
                <a:cs typeface="Arial" panose="020B0604020202020204" pitchFamily="34" charset="0"/>
              </a:rPr>
              <a:t>j &lt; </a:t>
            </a:r>
            <a:r>
              <a:rPr lang="en-US" i="1" dirty="0" err="1">
                <a:latin typeface="Arial" panose="020B0604020202020204" pitchFamily="34" charset="0"/>
                <a:cs typeface="Arial" panose="020B0604020202020204" pitchFamily="34" charset="0"/>
              </a:rPr>
              <a:t>i</a:t>
            </a:r>
            <a:endParaRPr lang="en-US" i="1" dirty="0">
              <a:latin typeface="Arial" panose="020B0604020202020204" pitchFamily="34" charset="0"/>
              <a:cs typeface="Arial" panose="020B0604020202020204" pitchFamily="34" charset="0"/>
            </a:endParaRPr>
          </a:p>
        </p:txBody>
      </p:sp>
      <p:sp>
        <p:nvSpPr>
          <p:cNvPr id="2" name="Rectangle 3">
            <a:extLst>
              <a:ext uri="{FF2B5EF4-FFF2-40B4-BE49-F238E27FC236}">
                <a16:creationId xmlns:a16="http://schemas.microsoft.com/office/drawing/2014/main" id="{E6A63F48-502E-F50D-1685-B02B9B17F92A}"/>
              </a:ext>
            </a:extLst>
          </p:cNvPr>
          <p:cNvSpPr txBox="1">
            <a:spLocks noChangeArrowheads="1"/>
          </p:cNvSpPr>
          <p:nvPr/>
        </p:nvSpPr>
        <p:spPr>
          <a:xfrm>
            <a:off x="623190" y="3872754"/>
            <a:ext cx="7418646" cy="311971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a system is in safe state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no deadlocks</a:t>
            </a:r>
          </a:p>
          <a:p>
            <a:pPr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a system is in unsafe state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possibility of deadlock</a:t>
            </a:r>
          </a:p>
          <a:p>
            <a:pPr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Grant a resource to a process if the new state is safe. If the new state is unsafe, process must wait even if the resource is currently available</a:t>
            </a:r>
          </a:p>
          <a:p>
            <a:pPr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ensures no circular-wait condition exists</a:t>
            </a:r>
          </a:p>
        </p:txBody>
      </p:sp>
      <p:pic>
        <p:nvPicPr>
          <p:cNvPr id="35842" name="Picture 1">
            <a:extLst>
              <a:ext uri="{FF2B5EF4-FFF2-40B4-BE49-F238E27FC236}">
                <a16:creationId xmlns:a16="http://schemas.microsoft.com/office/drawing/2014/main" id="{138FEED4-3700-4E13-BB16-66A99CC6BD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00005" y="3872754"/>
            <a:ext cx="2617542" cy="2617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321442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820F-A7F7-C523-7A88-A46E8E79E43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8D2E5AA-1DFD-EBC1-1D8E-80A85E7E4E9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Avoidance Algorithms</a:t>
            </a:r>
          </a:p>
        </p:txBody>
      </p:sp>
      <p:sp>
        <p:nvSpPr>
          <p:cNvPr id="3" name="Slide Number Placeholder 2">
            <a:extLst>
              <a:ext uri="{FF2B5EF4-FFF2-40B4-BE49-F238E27FC236}">
                <a16:creationId xmlns:a16="http://schemas.microsoft.com/office/drawing/2014/main" id="{455C0444-2B5D-7CE3-4BC8-34AFB8377E09}"/>
              </a:ext>
            </a:extLst>
          </p:cNvPr>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814FE0E4-5D96-EA17-3D0B-DB9601BAA923}"/>
              </a:ext>
            </a:extLst>
          </p:cNvPr>
          <p:cNvSpPr txBox="1">
            <a:spLocks noChangeArrowheads="1"/>
          </p:cNvSpPr>
          <p:nvPr/>
        </p:nvSpPr>
        <p:spPr>
          <a:xfrm>
            <a:off x="632150" y="1453241"/>
            <a:ext cx="10104159" cy="45919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Single instance of a resource type</a:t>
            </a:r>
            <a:endParaRPr lang="en-US" b="1" dirty="0">
              <a:solidFill>
                <a:srgbClr val="FF000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Use a resource-allocation graph</a:t>
            </a:r>
            <a:endParaRPr lang="en-US" baseline="-250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Multiple instances of a resource type</a:t>
            </a:r>
            <a:endParaRPr lang="en-US" b="1" dirty="0">
              <a:solidFill>
                <a:srgbClr val="00B05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Use the banker’s algorithm</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52509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BDBD5-2502-4E29-8AE7-E55EE94130B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B27053C-248C-C3C1-64C3-C4A144256E2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Resource-Allocation Graph Scheme</a:t>
            </a:r>
          </a:p>
        </p:txBody>
      </p:sp>
      <p:sp>
        <p:nvSpPr>
          <p:cNvPr id="3" name="Slide Number Placeholder 2">
            <a:extLst>
              <a:ext uri="{FF2B5EF4-FFF2-40B4-BE49-F238E27FC236}">
                <a16:creationId xmlns:a16="http://schemas.microsoft.com/office/drawing/2014/main" id="{1610784E-742F-3B31-C72D-FA1D0374B4F3}"/>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09F1CB03-18D3-96C9-272B-38A27EBFC999}"/>
              </a:ext>
            </a:extLst>
          </p:cNvPr>
          <p:cNvSpPr txBox="1">
            <a:spLocks noChangeArrowheads="1"/>
          </p:cNvSpPr>
          <p:nvPr/>
        </p:nvSpPr>
        <p:spPr>
          <a:xfrm>
            <a:off x="632151" y="1453241"/>
            <a:ext cx="10502014"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Claim edges</a:t>
            </a:r>
            <a:r>
              <a:rPr lang="en-US"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r>
              <a:rPr lang="en-US" dirty="0">
                <a:latin typeface="Arial" panose="020B0604020202020204" pitchFamily="34" charset="0"/>
                <a:cs typeface="Arial" panose="020B0604020202020204" pitchFamily="34" charset="0"/>
              </a:rPr>
              <a:t> indicates that process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may request resource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r>
              <a:rPr lang="en-US" dirty="0">
                <a:latin typeface="Arial" panose="020B0604020202020204" pitchFamily="34" charset="0"/>
                <a:cs typeface="Arial" panose="020B0604020202020204" pitchFamily="34" charset="0"/>
              </a:rPr>
              <a:t> in the future; represented by a dashed line</a:t>
            </a:r>
            <a:endParaRPr lang="en-US" sz="12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Claim edge converts to request edge when a process requests a resource</a:t>
            </a:r>
          </a:p>
          <a:p>
            <a:pPr algn="just"/>
            <a:endParaRPr lang="en-US" sz="10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Request edge converts to an assignment edge when the resource is allocated to the process</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When a resource is released by a process, assignment edge reconverts to a claim edge</a:t>
            </a:r>
          </a:p>
          <a:p>
            <a:pPr algn="just"/>
            <a:endParaRPr lang="en-US" sz="1000" dirty="0">
              <a:latin typeface="Arial" panose="020B0604020202020204" pitchFamily="34" charset="0"/>
              <a:cs typeface="Arial" panose="020B0604020202020204" pitchFamily="34" charset="0"/>
            </a:endParaRPr>
          </a:p>
          <a:p>
            <a:pPr algn="just"/>
            <a:r>
              <a:rPr lang="en-US" altLang="en-US" dirty="0">
                <a:latin typeface="Arial" panose="020B0604020202020204" pitchFamily="34" charset="0"/>
                <a:cs typeface="Arial" panose="020B0604020202020204" pitchFamily="34" charset="0"/>
                <a:sym typeface="Symbol" panose="05050102010706020507" pitchFamily="18" charset="2"/>
              </a:rPr>
              <a:t>Resources must be claimed </a:t>
            </a:r>
            <a:r>
              <a:rPr lang="en-US" altLang="en-US" b="1" i="1" dirty="0">
                <a:latin typeface="Arial" panose="020B0604020202020204" pitchFamily="34" charset="0"/>
                <a:cs typeface="Arial" panose="020B0604020202020204" pitchFamily="34" charset="0"/>
                <a:sym typeface="Symbol" panose="05050102010706020507" pitchFamily="18" charset="2"/>
              </a:rPr>
              <a:t>a priori</a:t>
            </a:r>
            <a:r>
              <a:rPr lang="en-US" altLang="en-US" dirty="0">
                <a:latin typeface="Arial" panose="020B0604020202020204" pitchFamily="34" charset="0"/>
                <a:cs typeface="Arial" panose="020B0604020202020204" pitchFamily="34" charset="0"/>
                <a:sym typeface="Symbol" panose="05050102010706020507" pitchFamily="18" charset="2"/>
              </a:rPr>
              <a:t> in the system</a:t>
            </a:r>
            <a:endParaRPr lang="en-US"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solution does not work for multiple instances of the same resource.</a:t>
            </a:r>
          </a:p>
        </p:txBody>
      </p:sp>
    </p:spTree>
    <p:custDataLst>
      <p:tags r:id="rId1"/>
    </p:custDataLst>
    <p:extLst>
      <p:ext uri="{BB962C8B-B14F-4D97-AF65-F5344CB8AC3E}">
        <p14:creationId xmlns:p14="http://schemas.microsoft.com/office/powerpoint/2010/main" val="3610718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Resource-Allocation Graph Scheme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Suppose process 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requests resource R</a:t>
            </a:r>
            <a:r>
              <a:rPr lang="en-US" baseline="-25000" dirty="0">
                <a:latin typeface="Arial" panose="020B0604020202020204" pitchFamily="34" charset="0"/>
                <a:cs typeface="Arial" panose="020B0604020202020204" pitchFamily="34" charset="0"/>
              </a:rPr>
              <a:t>2</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request can only be granted if converting the claim edge to an assignment edge does not result in the formation of a cycle in the resource allocation graph</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Although R</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is currently available, we cannot allocate it to P</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as it may create a cycle in the graph which indicates an unsafe state</a:t>
            </a:r>
          </a:p>
        </p:txBody>
      </p:sp>
      <p:pic>
        <p:nvPicPr>
          <p:cNvPr id="52226"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075" y="4137431"/>
            <a:ext cx="2570630" cy="260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6146" y="4136385"/>
            <a:ext cx="2570914" cy="260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32573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064B8-7512-AFE6-7E5A-DA77911C89E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7084D9C-6163-052F-BAB1-8A71D56CFBA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Banker’s Algorithm</a:t>
            </a:r>
          </a:p>
        </p:txBody>
      </p:sp>
      <p:sp>
        <p:nvSpPr>
          <p:cNvPr id="3" name="Slide Number Placeholder 2">
            <a:extLst>
              <a:ext uri="{FF2B5EF4-FFF2-40B4-BE49-F238E27FC236}">
                <a16:creationId xmlns:a16="http://schemas.microsoft.com/office/drawing/2014/main" id="{DFC9B7FD-4F3C-64AE-BC00-3FC8E15990C7}"/>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FD027DCF-1F18-79C7-E904-B6B9B4F6432D}"/>
              </a:ext>
            </a:extLst>
          </p:cNvPr>
          <p:cNvSpPr txBox="1">
            <a:spLocks noChangeArrowheads="1"/>
          </p:cNvSpPr>
          <p:nvPr/>
        </p:nvSpPr>
        <p:spPr>
          <a:xfrm>
            <a:off x="632151" y="1453242"/>
            <a:ext cx="10551664"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Banker’s algorithm is the classic approach to deadlock avoidance for resources with multiple units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Each process must a priori claim maximum use</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resources requested may not exceed the total available in the system</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When a process requests a resource, the system  must determine whether the allocation will leave the system in a safe state.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it will, the resources are allocated, otherwise, the process must wait until some other process releases enough resources.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When a process gets all its resources it must return them in finite amount of time</a:t>
            </a:r>
          </a:p>
        </p:txBody>
      </p:sp>
    </p:spTree>
    <p:custDataLst>
      <p:tags r:id="rId1"/>
    </p:custDataLst>
    <p:extLst>
      <p:ext uri="{BB962C8B-B14F-4D97-AF65-F5344CB8AC3E}">
        <p14:creationId xmlns:p14="http://schemas.microsoft.com/office/powerpoint/2010/main" val="303152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A4ECE-3694-82FD-7D3D-D5D4463827F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B9B0E6F-25E4-AE5E-845A-FE4E1961D5E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Structures for the Banker’s Algorithm </a:t>
            </a:r>
          </a:p>
        </p:txBody>
      </p:sp>
      <p:sp>
        <p:nvSpPr>
          <p:cNvPr id="3" name="Slide Number Placeholder 2">
            <a:extLst>
              <a:ext uri="{FF2B5EF4-FFF2-40B4-BE49-F238E27FC236}">
                <a16:creationId xmlns:a16="http://schemas.microsoft.com/office/drawing/2014/main" id="{C5FDFA7B-D3D0-CBC9-E7B1-CF71480AFFE7}"/>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4" name="Rectangle 3">
            <a:extLst>
              <a:ext uri="{FF2B5EF4-FFF2-40B4-BE49-F238E27FC236}">
                <a16:creationId xmlns:a16="http://schemas.microsoft.com/office/drawing/2014/main" id="{5FCAECDB-311F-74B7-61FF-1B10056351ED}"/>
              </a:ext>
            </a:extLst>
          </p:cNvPr>
          <p:cNvSpPr txBox="1">
            <a:spLocks noChangeArrowheads="1"/>
          </p:cNvSpPr>
          <p:nvPr/>
        </p:nvSpPr>
        <p:spPr>
          <a:xfrm>
            <a:off x="632151" y="1453242"/>
            <a:ext cx="10433956" cy="55454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Let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 number of processes, and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 = number of resources types. </a:t>
            </a:r>
          </a:p>
          <a:p>
            <a:pPr algn="just"/>
            <a:endParaRPr lang="en-US" sz="8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Available</a:t>
            </a:r>
            <a:r>
              <a:rPr lang="en-US" dirty="0">
                <a:latin typeface="Arial" panose="020B0604020202020204" pitchFamily="34" charset="0"/>
                <a:cs typeface="Arial" panose="020B0604020202020204" pitchFamily="34" charset="0"/>
              </a:rPr>
              <a:t>: Vector of length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 If </a:t>
            </a:r>
            <a:r>
              <a:rPr lang="en-US" b="1" dirty="0">
                <a:latin typeface="Courier"/>
                <a:cs typeface="Arial" panose="020B0604020202020204" pitchFamily="34" charset="0"/>
              </a:rPr>
              <a:t>Available[j]</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there are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instances of resource type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r>
              <a:rPr lang="en-US" dirty="0">
                <a:latin typeface="Arial" panose="020B0604020202020204" pitchFamily="34" charset="0"/>
                <a:cs typeface="Arial" panose="020B0604020202020204" pitchFamily="34" charset="0"/>
              </a:rPr>
              <a:t> available</a:t>
            </a:r>
            <a:endParaRPr lang="en-US" sz="1400" dirty="0">
              <a:latin typeface="Arial" panose="020B0604020202020204" pitchFamily="34" charset="0"/>
              <a:cs typeface="Arial" panose="020B0604020202020204" pitchFamily="34" charset="0"/>
            </a:endParaRPr>
          </a:p>
          <a:p>
            <a:pPr algn="just"/>
            <a:endParaRPr lang="en-US" sz="8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Max</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n x m</a:t>
            </a:r>
            <a:r>
              <a:rPr lang="en-US" dirty="0">
                <a:latin typeface="Arial" panose="020B0604020202020204" pitchFamily="34" charset="0"/>
                <a:cs typeface="Arial" panose="020B0604020202020204" pitchFamily="34" charset="0"/>
              </a:rPr>
              <a:t> matrix. If </a:t>
            </a:r>
            <a:r>
              <a:rPr lang="en-US" b="1" dirty="0">
                <a:latin typeface="Courier"/>
                <a:cs typeface="Arial" panose="020B0604020202020204" pitchFamily="34" charset="0"/>
              </a:rPr>
              <a:t>Max[</a:t>
            </a:r>
            <a:r>
              <a:rPr lang="en-US" b="1" dirty="0" err="1">
                <a:latin typeface="Courier"/>
                <a:cs typeface="Arial" panose="020B0604020202020204" pitchFamily="34" charset="0"/>
              </a:rPr>
              <a:t>i</a:t>
            </a:r>
            <a:r>
              <a:rPr lang="en-US" b="1" dirty="0">
                <a:latin typeface="Courier"/>
                <a:cs typeface="Arial" panose="020B0604020202020204" pitchFamily="34" charset="0"/>
              </a:rPr>
              <a:t>][j]</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then process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may request at most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instances of resource type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endParaRPr lang="en-US" b="1" dirty="0">
              <a:solidFill>
                <a:srgbClr val="FF0000"/>
              </a:solidFill>
              <a:latin typeface="Arial" panose="020B0604020202020204" pitchFamily="34" charset="0"/>
              <a:cs typeface="Arial" panose="020B0604020202020204" pitchFamily="34" charset="0"/>
            </a:endParaRPr>
          </a:p>
          <a:p>
            <a:pPr algn="just"/>
            <a:endParaRPr lang="en-US" sz="8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Allocation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n x m</a:t>
            </a:r>
            <a:r>
              <a:rPr lang="en-US" dirty="0">
                <a:latin typeface="Arial" panose="020B0604020202020204" pitchFamily="34" charset="0"/>
                <a:cs typeface="Arial" panose="020B0604020202020204" pitchFamily="34" charset="0"/>
              </a:rPr>
              <a:t> matrix. If </a:t>
            </a:r>
            <a:r>
              <a:rPr lang="en-US" b="1" dirty="0">
                <a:latin typeface="Courier"/>
                <a:cs typeface="Arial" panose="020B0604020202020204" pitchFamily="34" charset="0"/>
              </a:rPr>
              <a:t>Allocation[</a:t>
            </a:r>
            <a:r>
              <a:rPr lang="en-US" b="1" dirty="0" err="1">
                <a:latin typeface="Courier"/>
                <a:cs typeface="Arial" panose="020B0604020202020204" pitchFamily="34" charset="0"/>
              </a:rPr>
              <a:t>i</a:t>
            </a:r>
            <a:r>
              <a:rPr lang="en-US" b="1" dirty="0">
                <a:latin typeface="Courier"/>
                <a:cs typeface="Arial" panose="020B0604020202020204" pitchFamily="34" charset="0"/>
              </a:rPr>
              <a:t>][j]</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then process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currently allocated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instances of resource type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endParaRPr lang="en-US" b="1" i="1" baseline="-25000" dirty="0">
              <a:latin typeface="Arial" panose="020B0604020202020204" pitchFamily="34" charset="0"/>
              <a:cs typeface="Arial" panose="020B0604020202020204" pitchFamily="34" charset="0"/>
            </a:endParaRPr>
          </a:p>
          <a:p>
            <a:pPr algn="just"/>
            <a:endParaRPr lang="en-US" sz="800"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Need</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n x m</a:t>
            </a:r>
            <a:r>
              <a:rPr lang="en-US" dirty="0">
                <a:latin typeface="Arial" panose="020B0604020202020204" pitchFamily="34" charset="0"/>
                <a:cs typeface="Arial" panose="020B0604020202020204" pitchFamily="34" charset="0"/>
              </a:rPr>
              <a:t> matrix. If </a:t>
            </a:r>
            <a:r>
              <a:rPr lang="en-US" b="1" dirty="0">
                <a:latin typeface="Courier"/>
                <a:cs typeface="Arial" panose="020B0604020202020204" pitchFamily="34" charset="0"/>
              </a:rPr>
              <a:t>Need[</a:t>
            </a:r>
            <a:r>
              <a:rPr lang="en-US" b="1" dirty="0" err="1">
                <a:latin typeface="Courier"/>
                <a:cs typeface="Arial" panose="020B0604020202020204" pitchFamily="34" charset="0"/>
              </a:rPr>
              <a:t>i</a:t>
            </a:r>
            <a:r>
              <a:rPr lang="en-US" b="1" dirty="0">
                <a:latin typeface="Courier"/>
                <a:cs typeface="Arial" panose="020B0604020202020204" pitchFamily="34" charset="0"/>
              </a:rPr>
              <a:t>][j]</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then process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may need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more instances of resource type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to complete its task</a:t>
            </a:r>
          </a:p>
          <a:p>
            <a:pPr marL="114300" indent="0" algn="ctr">
              <a:buNone/>
            </a:pPr>
            <a:r>
              <a:rPr lang="en-US" b="1" dirty="0">
                <a:latin typeface="Courier"/>
                <a:cs typeface="Arial" panose="020B0604020202020204" pitchFamily="34" charset="0"/>
              </a:rPr>
              <a:t>Need[</a:t>
            </a:r>
            <a:r>
              <a:rPr lang="en-US" b="1" dirty="0" err="1">
                <a:latin typeface="Courier"/>
                <a:cs typeface="Arial" panose="020B0604020202020204" pitchFamily="34" charset="0"/>
              </a:rPr>
              <a:t>i</a:t>
            </a:r>
            <a:r>
              <a:rPr lang="en-US" b="1" dirty="0">
                <a:latin typeface="Courier"/>
                <a:cs typeface="Arial" panose="020B0604020202020204" pitchFamily="34" charset="0"/>
              </a:rPr>
              <a:t>][j]</a:t>
            </a:r>
            <a:r>
              <a:rPr lang="en-US" b="1" dirty="0">
                <a:latin typeface="Arial" panose="020B0604020202020204" pitchFamily="34" charset="0"/>
                <a:cs typeface="Arial" panose="020B0604020202020204" pitchFamily="34" charset="0"/>
              </a:rPr>
              <a:t> = </a:t>
            </a:r>
            <a:r>
              <a:rPr lang="en-US" b="1" dirty="0">
                <a:latin typeface="Courier"/>
                <a:cs typeface="Arial" panose="020B0604020202020204" pitchFamily="34" charset="0"/>
              </a:rPr>
              <a:t>Max[</a:t>
            </a:r>
            <a:r>
              <a:rPr lang="en-US" b="1" dirty="0" err="1">
                <a:latin typeface="Courier"/>
                <a:cs typeface="Arial" panose="020B0604020202020204" pitchFamily="34" charset="0"/>
              </a:rPr>
              <a:t>i</a:t>
            </a:r>
            <a:r>
              <a:rPr lang="en-US" b="1" dirty="0">
                <a:latin typeface="Courier"/>
                <a:cs typeface="Arial" panose="020B0604020202020204" pitchFamily="34" charset="0"/>
              </a:rPr>
              <a:t>][j]</a:t>
            </a:r>
            <a:r>
              <a:rPr lang="en-US" b="1" dirty="0">
                <a:latin typeface="Arial" panose="020B0604020202020204" pitchFamily="34" charset="0"/>
                <a:cs typeface="Arial" panose="020B0604020202020204" pitchFamily="34" charset="0"/>
              </a:rPr>
              <a:t> – </a:t>
            </a:r>
            <a:r>
              <a:rPr lang="en-US" b="1" dirty="0">
                <a:latin typeface="Courier"/>
                <a:cs typeface="Arial" panose="020B0604020202020204" pitchFamily="34" charset="0"/>
              </a:rPr>
              <a:t>Allocation[</a:t>
            </a:r>
            <a:r>
              <a:rPr lang="en-US" b="1" dirty="0" err="1">
                <a:latin typeface="Courier"/>
                <a:cs typeface="Arial" panose="020B0604020202020204" pitchFamily="34" charset="0"/>
              </a:rPr>
              <a:t>i</a:t>
            </a:r>
            <a:r>
              <a:rPr lang="en-US" b="1" dirty="0">
                <a:latin typeface="Courier"/>
                <a:cs typeface="Arial" panose="020B0604020202020204" pitchFamily="34" charset="0"/>
              </a:rPr>
              <a:t>][j]</a:t>
            </a:r>
            <a:endParaRPr lang="en-US" dirty="0">
              <a:latin typeface="Arial" panose="020B0604020202020204" pitchFamily="34" charset="0"/>
              <a:cs typeface="Arial" panose="020B0604020202020204" pitchFamily="34" charset="0"/>
            </a:endParaRPr>
          </a:p>
          <a:p>
            <a:pPr algn="just"/>
            <a:endParaRPr lang="en-US" sz="800" b="1" dirty="0">
              <a:solidFill>
                <a:srgbClr val="FF0000"/>
              </a:solidFill>
              <a:latin typeface="Arial" panose="020B0604020202020204" pitchFamily="34" charset="0"/>
              <a:cs typeface="Arial" panose="020B0604020202020204" pitchFamily="34" charset="0"/>
            </a:endParaRPr>
          </a:p>
          <a:p>
            <a:pPr algn="just"/>
            <a:r>
              <a:rPr lang="en-US" b="1" dirty="0" err="1">
                <a:solidFill>
                  <a:srgbClr val="FF0000"/>
                </a:solidFill>
                <a:latin typeface="Arial" panose="020B0604020202020204" pitchFamily="34" charset="0"/>
                <a:cs typeface="Arial" panose="020B0604020202020204" pitchFamily="34" charset="0"/>
              </a:rPr>
              <a:t>Request</a:t>
            </a:r>
            <a:r>
              <a:rPr lang="en-US" b="1" baseline="-25000" dirty="0" err="1">
                <a:solidFill>
                  <a:srgbClr val="FF0000"/>
                </a:solidFill>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Vector of length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 If </a:t>
            </a:r>
            <a:r>
              <a:rPr lang="en-US" b="1" dirty="0">
                <a:latin typeface="Courier"/>
                <a:cs typeface="Arial" panose="020B0604020202020204" pitchFamily="34" charset="0"/>
              </a:rPr>
              <a:t>Request[j]</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instances of resource type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j</a:t>
            </a:r>
            <a:r>
              <a:rPr lang="en-US" dirty="0">
                <a:latin typeface="Arial" panose="020B0604020202020204" pitchFamily="34" charset="0"/>
                <a:cs typeface="Arial" panose="020B0604020202020204" pitchFamily="34" charset="0"/>
              </a:rPr>
              <a:t> is requested by the process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54771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6271A-9DF5-D79E-056F-C7AE7166D11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047340A-466E-C069-9152-0CF91DA6C94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Safety Algorithm</a:t>
            </a:r>
          </a:p>
        </p:txBody>
      </p:sp>
      <p:sp>
        <p:nvSpPr>
          <p:cNvPr id="3" name="Slide Number Placeholder 2">
            <a:extLst>
              <a:ext uri="{FF2B5EF4-FFF2-40B4-BE49-F238E27FC236}">
                <a16:creationId xmlns:a16="http://schemas.microsoft.com/office/drawing/2014/main" id="{8E7ED450-1A53-E7BD-AB96-59B5C3E3D898}"/>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4" name="Rectangle 3">
            <a:extLst>
              <a:ext uri="{FF2B5EF4-FFF2-40B4-BE49-F238E27FC236}">
                <a16:creationId xmlns:a16="http://schemas.microsoft.com/office/drawing/2014/main" id="{D0A3C34F-6A61-A012-816C-FA06D351C0E0}"/>
              </a:ext>
            </a:extLst>
          </p:cNvPr>
          <p:cNvSpPr txBox="1">
            <a:spLocks noChangeArrowheads="1"/>
          </p:cNvSpPr>
          <p:nvPr/>
        </p:nvSpPr>
        <p:spPr>
          <a:xfrm>
            <a:off x="632151" y="1453242"/>
            <a:ext cx="10280729" cy="5404758"/>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342900" indent="-342900">
              <a:buClrTx/>
              <a:buFont typeface="+mj-lt"/>
              <a:buAutoNum type="arabicPeriod"/>
            </a:pPr>
            <a:r>
              <a:rPr lang="en-US" altLang="en-US" dirty="0">
                <a:latin typeface="Arial" panose="020B0604020202020204" pitchFamily="34" charset="0"/>
                <a:cs typeface="Arial" panose="020B0604020202020204" pitchFamily="34" charset="0"/>
              </a:rPr>
              <a:t>Let </a:t>
            </a:r>
            <a:r>
              <a:rPr lang="en-US" altLang="en-US" b="1" i="1" dirty="0">
                <a:solidFill>
                  <a:srgbClr val="000000"/>
                </a:solidFill>
                <a:latin typeface="Arial" panose="020B0604020202020204" pitchFamily="34" charset="0"/>
                <a:cs typeface="Arial" panose="020B0604020202020204" pitchFamily="34" charset="0"/>
              </a:rPr>
              <a:t>Work</a:t>
            </a:r>
            <a:r>
              <a:rPr lang="en-US" altLang="en-US" i="1" dirty="0">
                <a:solidFill>
                  <a:srgbClr val="000000"/>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and </a:t>
            </a:r>
            <a:r>
              <a:rPr lang="en-US" altLang="en-US" b="1" i="1" dirty="0">
                <a:solidFill>
                  <a:srgbClr val="000000"/>
                </a:solidFill>
                <a:latin typeface="Arial" panose="020B0604020202020204" pitchFamily="34" charset="0"/>
                <a:cs typeface="Arial" panose="020B0604020202020204" pitchFamily="34" charset="0"/>
              </a:rPr>
              <a:t>Finish</a:t>
            </a:r>
            <a:r>
              <a:rPr lang="en-US" altLang="en-US" dirty="0">
                <a:solidFill>
                  <a:srgbClr val="000000"/>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be vectors of length</a:t>
            </a:r>
            <a:r>
              <a:rPr lang="en-US" altLang="en-US" i="1" dirty="0">
                <a:latin typeface="Arial" panose="020B0604020202020204" pitchFamily="34" charset="0"/>
                <a:cs typeface="Arial" panose="020B0604020202020204" pitchFamily="34" charset="0"/>
              </a:rPr>
              <a:t> m</a:t>
            </a:r>
            <a:r>
              <a:rPr lang="en-US" altLang="en-US" dirty="0">
                <a:latin typeface="Arial" panose="020B0604020202020204" pitchFamily="34" charset="0"/>
                <a:cs typeface="Arial" panose="020B0604020202020204" pitchFamily="34" charset="0"/>
              </a:rPr>
              <a:t> and</a:t>
            </a:r>
            <a:r>
              <a:rPr lang="en-US" altLang="en-US" i="1" dirty="0">
                <a:latin typeface="Arial" panose="020B0604020202020204" pitchFamily="34" charset="0"/>
                <a:cs typeface="Arial" panose="020B0604020202020204" pitchFamily="34" charset="0"/>
              </a:rPr>
              <a:t> n</a:t>
            </a:r>
            <a:r>
              <a:rPr lang="en-US" altLang="en-US" dirty="0">
                <a:latin typeface="Arial" panose="020B0604020202020204" pitchFamily="34" charset="0"/>
                <a:cs typeface="Arial" panose="020B0604020202020204" pitchFamily="34" charset="0"/>
              </a:rPr>
              <a:t>, respectively.</a:t>
            </a:r>
          </a:p>
          <a:p>
            <a:pPr marL="0" indent="0">
              <a:buNone/>
            </a:pPr>
            <a:r>
              <a:rPr lang="en-US" altLang="en-US" dirty="0">
                <a:latin typeface="Arial" panose="020B0604020202020204" pitchFamily="34" charset="0"/>
                <a:cs typeface="Arial" panose="020B0604020202020204" pitchFamily="34" charset="0"/>
              </a:rPr>
              <a:t>     Initialize:</a:t>
            </a:r>
          </a:p>
          <a:p>
            <a:pPr marL="1543050" lvl="3" indent="-342900">
              <a:lnSpc>
                <a:spcPct val="90000"/>
              </a:lnSpc>
              <a:buFontTx/>
              <a:buNone/>
            </a:pPr>
            <a:r>
              <a:rPr lang="en-US" altLang="en-US" sz="2200" b="1" i="1" dirty="0">
                <a:latin typeface="Arial" panose="020B0604020202020204" pitchFamily="34" charset="0"/>
                <a:cs typeface="Arial" panose="020B0604020202020204" pitchFamily="34" charset="0"/>
              </a:rPr>
              <a:t>Work </a:t>
            </a:r>
            <a:r>
              <a:rPr lang="en-US" altLang="en-US" sz="2200" b="1" dirty="0">
                <a:latin typeface="Arial" panose="020B0604020202020204" pitchFamily="34" charset="0"/>
                <a:cs typeface="Arial" panose="020B0604020202020204" pitchFamily="34" charset="0"/>
              </a:rPr>
              <a:t>= </a:t>
            </a:r>
            <a:r>
              <a:rPr lang="en-US" altLang="en-US" sz="2200" b="1" i="1" dirty="0">
                <a:latin typeface="Arial" panose="020B0604020202020204" pitchFamily="34" charset="0"/>
                <a:cs typeface="Arial" panose="020B0604020202020204" pitchFamily="34" charset="0"/>
              </a:rPr>
              <a:t>Available</a:t>
            </a:r>
          </a:p>
          <a:p>
            <a:pPr marL="1543050" lvl="3" indent="-342900">
              <a:lnSpc>
                <a:spcPct val="90000"/>
              </a:lnSpc>
              <a:buFontTx/>
              <a:buNone/>
            </a:pPr>
            <a:r>
              <a:rPr lang="en-US" altLang="en-US" sz="2200" b="1" i="1" dirty="0">
                <a:latin typeface="Arial" panose="020B0604020202020204" pitchFamily="34" charset="0"/>
                <a:cs typeface="Arial" panose="020B0604020202020204" pitchFamily="34" charset="0"/>
              </a:rPr>
              <a:t>Finish </a:t>
            </a:r>
            <a:r>
              <a:rPr lang="en-US" altLang="en-US" sz="2200" b="1" dirty="0">
                <a:latin typeface="Arial" panose="020B0604020202020204" pitchFamily="34" charset="0"/>
                <a:cs typeface="Arial" panose="020B0604020202020204" pitchFamily="34" charset="0"/>
              </a:rPr>
              <a:t>[</a:t>
            </a:r>
            <a:r>
              <a:rPr lang="en-US" altLang="en-US" sz="2200" b="1" i="1" dirty="0" err="1">
                <a:latin typeface="Arial" panose="020B0604020202020204" pitchFamily="34" charset="0"/>
                <a:cs typeface="Arial" panose="020B0604020202020204" pitchFamily="34" charset="0"/>
              </a:rPr>
              <a:t>i</a:t>
            </a:r>
            <a:r>
              <a:rPr lang="en-US" altLang="en-US" sz="2200" b="1" dirty="0">
                <a:latin typeface="Arial" panose="020B0604020202020204" pitchFamily="34" charset="0"/>
                <a:cs typeface="Arial" panose="020B0604020202020204" pitchFamily="34" charset="0"/>
              </a:rPr>
              <a:t>] =</a:t>
            </a:r>
            <a:r>
              <a:rPr lang="en-US" altLang="en-US" sz="2200" b="1" i="1" dirty="0">
                <a:latin typeface="Arial" panose="020B0604020202020204" pitchFamily="34" charset="0"/>
                <a:cs typeface="Arial" panose="020B0604020202020204" pitchFamily="34" charset="0"/>
              </a:rPr>
              <a:t> false </a:t>
            </a:r>
            <a:r>
              <a:rPr lang="en-US" altLang="en-US" sz="2200" b="1" dirty="0">
                <a:latin typeface="Arial" panose="020B0604020202020204" pitchFamily="34" charset="0"/>
                <a:cs typeface="Arial" panose="020B0604020202020204" pitchFamily="34" charset="0"/>
              </a:rPr>
              <a:t>for</a:t>
            </a:r>
            <a:r>
              <a:rPr lang="en-US" altLang="en-US" sz="2200" b="1" i="1" dirty="0">
                <a:latin typeface="Arial" panose="020B0604020202020204" pitchFamily="34" charset="0"/>
                <a:cs typeface="Arial" panose="020B0604020202020204" pitchFamily="34" charset="0"/>
              </a:rPr>
              <a:t> </a:t>
            </a:r>
            <a:r>
              <a:rPr lang="en-US" altLang="en-US" sz="2200" b="1" i="1" dirty="0" err="1">
                <a:latin typeface="Arial" panose="020B0604020202020204" pitchFamily="34" charset="0"/>
                <a:cs typeface="Arial" panose="020B0604020202020204" pitchFamily="34" charset="0"/>
              </a:rPr>
              <a:t>i</a:t>
            </a:r>
            <a:r>
              <a:rPr lang="en-US" altLang="en-US" sz="2200" b="1" dirty="0">
                <a:latin typeface="Arial" panose="020B0604020202020204" pitchFamily="34" charset="0"/>
                <a:cs typeface="Arial" panose="020B0604020202020204" pitchFamily="34" charset="0"/>
              </a:rPr>
              <a:t> = 0, 1, …, </a:t>
            </a:r>
            <a:r>
              <a:rPr lang="en-US" altLang="en-US" sz="2200" b="1" i="1" dirty="0">
                <a:latin typeface="Arial" panose="020B0604020202020204" pitchFamily="34" charset="0"/>
                <a:cs typeface="Arial" panose="020B0604020202020204" pitchFamily="34" charset="0"/>
              </a:rPr>
              <a:t>n – 1</a:t>
            </a:r>
            <a:endParaRPr lang="en-US" altLang="en-US" sz="2200" b="1" dirty="0">
              <a:latin typeface="Arial" panose="020B0604020202020204" pitchFamily="34" charset="0"/>
              <a:cs typeface="Arial" panose="020B0604020202020204" pitchFamily="34" charset="0"/>
            </a:endParaRPr>
          </a:p>
          <a:p>
            <a:pPr marL="1543050" lvl="3" indent="-342900">
              <a:lnSpc>
                <a:spcPct val="90000"/>
              </a:lnSpc>
              <a:buFontTx/>
              <a:buNone/>
            </a:pPr>
            <a:endParaRPr lang="en-US" altLang="en-US" sz="2200" dirty="0">
              <a:latin typeface="Arial" panose="020B0604020202020204" pitchFamily="34" charset="0"/>
              <a:cs typeface="Arial" panose="020B0604020202020204" pitchFamily="34" charset="0"/>
            </a:endParaRPr>
          </a:p>
          <a:p>
            <a:pPr marL="457200" indent="-457200">
              <a:lnSpc>
                <a:spcPct val="90000"/>
              </a:lnSpc>
              <a:buClrTx/>
              <a:buFont typeface="+mj-lt"/>
              <a:buAutoNum type="arabicPeriod" startAt="2"/>
            </a:pPr>
            <a:r>
              <a:rPr lang="en-US" altLang="en-US" dirty="0">
                <a:latin typeface="Arial" panose="020B0604020202020204" pitchFamily="34" charset="0"/>
                <a:cs typeface="Arial" panose="020B0604020202020204" pitchFamily="34" charset="0"/>
              </a:rPr>
              <a:t>Find an </a:t>
            </a:r>
            <a:r>
              <a:rPr lang="en-US" altLang="en-US" b="1" i="1" dirty="0" err="1">
                <a:latin typeface="Arial" panose="020B0604020202020204" pitchFamily="34" charset="0"/>
                <a:cs typeface="Arial" panose="020B0604020202020204" pitchFamily="34" charset="0"/>
              </a:rPr>
              <a:t>i</a:t>
            </a:r>
            <a:r>
              <a:rPr lang="en-US" altLang="en-US" i="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such that both: </a:t>
            </a:r>
          </a:p>
          <a:p>
            <a:pPr marL="800100" lvl="1" indent="-342900">
              <a:lnSpc>
                <a:spcPct val="90000"/>
              </a:lnSpc>
              <a:buFont typeface="Monotype Sorts" pitchFamily="-84" charset="2"/>
              <a:buNone/>
            </a:pPr>
            <a:r>
              <a:rPr lang="en-US" altLang="en-US" sz="2200" dirty="0">
                <a:latin typeface="Arial" panose="020B0604020202020204" pitchFamily="34" charset="0"/>
                <a:cs typeface="Arial" panose="020B0604020202020204" pitchFamily="34" charset="0"/>
              </a:rPr>
              <a:t>  (a) </a:t>
            </a:r>
            <a:r>
              <a:rPr lang="en-US" altLang="en-US" sz="2200" b="1" i="1" dirty="0">
                <a:latin typeface="Arial" panose="020B0604020202020204" pitchFamily="34" charset="0"/>
                <a:cs typeface="Arial" panose="020B0604020202020204" pitchFamily="34" charset="0"/>
              </a:rPr>
              <a:t>Finish</a:t>
            </a:r>
            <a:r>
              <a:rPr lang="en-US" altLang="en-US" sz="2200" b="1" dirty="0">
                <a:latin typeface="Arial" panose="020B0604020202020204" pitchFamily="34" charset="0"/>
                <a:cs typeface="Arial" panose="020B0604020202020204" pitchFamily="34" charset="0"/>
              </a:rPr>
              <a:t> [</a:t>
            </a:r>
            <a:r>
              <a:rPr lang="en-US" altLang="en-US" sz="2200" b="1" i="1" dirty="0" err="1">
                <a:latin typeface="Arial" panose="020B0604020202020204" pitchFamily="34" charset="0"/>
                <a:cs typeface="Arial" panose="020B0604020202020204" pitchFamily="34" charset="0"/>
              </a:rPr>
              <a:t>i</a:t>
            </a:r>
            <a:r>
              <a:rPr lang="en-US" altLang="en-US" sz="2200" b="1" dirty="0">
                <a:latin typeface="Arial" panose="020B0604020202020204" pitchFamily="34" charset="0"/>
                <a:cs typeface="Arial" panose="020B0604020202020204" pitchFamily="34" charset="0"/>
              </a:rPr>
              <a:t>] = </a:t>
            </a:r>
            <a:r>
              <a:rPr lang="en-US" altLang="en-US" sz="2200" b="1" i="1" dirty="0">
                <a:latin typeface="Arial" panose="020B0604020202020204" pitchFamily="34" charset="0"/>
                <a:cs typeface="Arial" panose="020B0604020202020204" pitchFamily="34" charset="0"/>
              </a:rPr>
              <a:t>false</a:t>
            </a:r>
            <a:endParaRPr lang="en-US" altLang="en-US" sz="2200" b="1" dirty="0">
              <a:latin typeface="Arial" panose="020B0604020202020204" pitchFamily="34" charset="0"/>
              <a:cs typeface="Arial" panose="020B0604020202020204" pitchFamily="34" charset="0"/>
            </a:endParaRPr>
          </a:p>
          <a:p>
            <a:pPr marL="800100" lvl="1" indent="-342900">
              <a:lnSpc>
                <a:spcPct val="90000"/>
              </a:lnSpc>
              <a:buFont typeface="Monotype Sorts" pitchFamily="-84" charset="2"/>
              <a:buNone/>
            </a:pPr>
            <a:r>
              <a:rPr lang="en-US" altLang="en-US" sz="2200" dirty="0">
                <a:latin typeface="Arial" panose="020B0604020202020204" pitchFamily="34" charset="0"/>
                <a:cs typeface="Arial" panose="020B0604020202020204" pitchFamily="34" charset="0"/>
              </a:rPr>
              <a:t>  (b) </a:t>
            </a:r>
            <a:r>
              <a:rPr lang="en-US" altLang="en-US" sz="2200" b="1" i="1" dirty="0" err="1">
                <a:latin typeface="Arial" panose="020B0604020202020204" pitchFamily="34" charset="0"/>
                <a:cs typeface="Arial" panose="020B0604020202020204" pitchFamily="34" charset="0"/>
              </a:rPr>
              <a:t>Need</a:t>
            </a:r>
            <a:r>
              <a:rPr lang="en-US" altLang="en-US" sz="2200" b="1" i="1" baseline="-25000" dirty="0" err="1">
                <a:latin typeface="Arial" panose="020B0604020202020204" pitchFamily="34" charset="0"/>
                <a:cs typeface="Arial" panose="020B0604020202020204" pitchFamily="34" charset="0"/>
              </a:rPr>
              <a:t>i</a:t>
            </a:r>
            <a:r>
              <a:rPr lang="en-US" altLang="en-US" sz="2200" b="1" dirty="0">
                <a:latin typeface="Arial" panose="020B0604020202020204" pitchFamily="34" charset="0"/>
                <a:cs typeface="Arial" panose="020B0604020202020204" pitchFamily="34" charset="0"/>
              </a:rPr>
              <a:t> </a:t>
            </a: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a:latin typeface="Arial" panose="020B0604020202020204" pitchFamily="34" charset="0"/>
                <a:cs typeface="Arial" panose="020B0604020202020204" pitchFamily="34" charset="0"/>
                <a:sym typeface="Symbol" panose="05050102010706020507" pitchFamily="18" charset="2"/>
              </a:rPr>
              <a:t>Work</a:t>
            </a:r>
          </a:p>
          <a:p>
            <a:pPr marL="800100" lvl="1" indent="-342900">
              <a:lnSpc>
                <a:spcPct val="90000"/>
              </a:lnSpc>
              <a:buFont typeface="Monotype Sorts" pitchFamily="-84" charset="2"/>
              <a:buNone/>
            </a:pPr>
            <a:r>
              <a:rPr lang="en-US" altLang="en-US" sz="2200" dirty="0">
                <a:latin typeface="Arial" panose="020B0604020202020204" pitchFamily="34" charset="0"/>
                <a:cs typeface="Arial" panose="020B0604020202020204" pitchFamily="34" charset="0"/>
                <a:sym typeface="Symbol" panose="05050102010706020507" pitchFamily="18" charset="2"/>
              </a:rPr>
              <a:t>   If no such</a:t>
            </a: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i</a:t>
            </a:r>
            <a:r>
              <a:rPr lang="en-US" altLang="en-US" sz="2200" b="1" i="1" dirty="0">
                <a:latin typeface="Arial" panose="020B0604020202020204" pitchFamily="34" charset="0"/>
                <a:cs typeface="Arial" panose="020B0604020202020204" pitchFamily="34" charset="0"/>
                <a:sym typeface="Symbol" panose="05050102010706020507" pitchFamily="18" charset="2"/>
              </a:rPr>
              <a:t> </a:t>
            </a:r>
            <a:r>
              <a:rPr lang="en-US" altLang="en-US" sz="2200" dirty="0">
                <a:latin typeface="Arial" panose="020B0604020202020204" pitchFamily="34" charset="0"/>
                <a:cs typeface="Arial" panose="020B0604020202020204" pitchFamily="34" charset="0"/>
                <a:sym typeface="Symbol" panose="05050102010706020507" pitchFamily="18" charset="2"/>
              </a:rPr>
              <a:t>exists, go to step 4</a:t>
            </a:r>
          </a:p>
          <a:p>
            <a:pPr marL="800100" lvl="1" indent="-342900">
              <a:lnSpc>
                <a:spcPct val="90000"/>
              </a:lnSpc>
              <a:buFont typeface="Monotype Sorts" pitchFamily="-84" charset="2"/>
              <a:buNone/>
            </a:pPr>
            <a:endParaRPr lang="en-US" altLang="en-US" sz="2200" dirty="0">
              <a:latin typeface="Arial" panose="020B0604020202020204" pitchFamily="34" charset="0"/>
              <a:cs typeface="Arial" panose="020B0604020202020204" pitchFamily="34" charset="0"/>
              <a:sym typeface="Symbol" panose="05050102010706020507" pitchFamily="18" charset="2"/>
            </a:endParaRPr>
          </a:p>
          <a:p>
            <a:pPr marL="342900" indent="-342900">
              <a:buClrTx/>
              <a:buFont typeface="+mj-lt"/>
              <a:buAutoNum type="arabicPeriod" startAt="2"/>
            </a:pPr>
            <a:r>
              <a:rPr lang="en-US" altLang="en-US"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Work</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Work </a:t>
            </a:r>
            <a:r>
              <a:rPr lang="en-US" altLang="en-US" b="1" dirty="0">
                <a:latin typeface="Arial" panose="020B0604020202020204" pitchFamily="34" charset="0"/>
                <a:cs typeface="Arial" panose="020B0604020202020204" pitchFamily="34" charset="0"/>
              </a:rPr>
              <a:t>+ </a:t>
            </a:r>
            <a:r>
              <a:rPr lang="en-US" altLang="en-US" b="1" i="1" dirty="0" err="1">
                <a:latin typeface="Arial" panose="020B0604020202020204" pitchFamily="34" charset="0"/>
                <a:cs typeface="Arial" panose="020B0604020202020204" pitchFamily="34" charset="0"/>
              </a:rPr>
              <a:t>Allocation</a:t>
            </a:r>
            <a:r>
              <a:rPr lang="en-US" altLang="en-US" b="1" i="1" baseline="-25000" dirty="0" err="1">
                <a:latin typeface="Arial" panose="020B0604020202020204" pitchFamily="34" charset="0"/>
                <a:cs typeface="Arial" panose="020B0604020202020204" pitchFamily="34" charset="0"/>
              </a:rPr>
              <a:t>i</a:t>
            </a:r>
            <a:br>
              <a:rPr lang="en-US" altLang="en-US" b="1" dirty="0">
                <a:latin typeface="Arial" panose="020B0604020202020204" pitchFamily="34" charset="0"/>
                <a:cs typeface="Arial" panose="020B0604020202020204" pitchFamily="34" charset="0"/>
              </a:rPr>
            </a:br>
            <a:r>
              <a:rPr lang="en-US" altLang="en-US" b="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Finish</a:t>
            </a:r>
            <a:r>
              <a:rPr lang="en-US" altLang="en-US" b="1" dirty="0">
                <a:latin typeface="Arial" panose="020B0604020202020204" pitchFamily="34" charset="0"/>
                <a:cs typeface="Arial" panose="020B0604020202020204" pitchFamily="34" charset="0"/>
              </a:rPr>
              <a:t>[</a:t>
            </a:r>
            <a:r>
              <a:rPr lang="en-US" altLang="en-US" b="1" i="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 true</a:t>
            </a:r>
            <a:br>
              <a:rPr lang="en-US" altLang="en-US" b="1" dirty="0">
                <a:latin typeface="Arial" panose="020B0604020202020204" pitchFamily="34" charset="0"/>
                <a:cs typeface="Arial" panose="020B0604020202020204" pitchFamily="34" charset="0"/>
              </a:rPr>
            </a:b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go to step 2</a:t>
            </a:r>
          </a:p>
          <a:p>
            <a:pPr marL="342900" indent="-342900">
              <a:lnSpc>
                <a:spcPct val="90000"/>
              </a:lnSpc>
              <a:buFont typeface="+mj-lt"/>
              <a:buAutoNum type="arabicPeriod" startAt="2"/>
            </a:pPr>
            <a:endParaRPr lang="en-US" altLang="en-US" dirty="0">
              <a:latin typeface="Arial" panose="020B0604020202020204" pitchFamily="34" charset="0"/>
              <a:cs typeface="Arial" panose="020B0604020202020204" pitchFamily="34" charset="0"/>
            </a:endParaRPr>
          </a:p>
          <a:p>
            <a:pPr marL="342900" indent="-342900">
              <a:lnSpc>
                <a:spcPct val="90000"/>
              </a:lnSpc>
              <a:buClrTx/>
              <a:buFont typeface="+mj-lt"/>
              <a:buAutoNum type="arabicPeriod" startAt="2"/>
            </a:pPr>
            <a:r>
              <a:rPr lang="en-US" altLang="en-US" dirty="0">
                <a:latin typeface="Arial" panose="020B0604020202020204" pitchFamily="34" charset="0"/>
                <a:cs typeface="Arial" panose="020B0604020202020204" pitchFamily="34" charset="0"/>
              </a:rPr>
              <a:t>If </a:t>
            </a:r>
            <a:r>
              <a:rPr lang="en-US" altLang="en-US" b="1" i="1" dirty="0">
                <a:latin typeface="Arial" panose="020B0604020202020204" pitchFamily="34" charset="0"/>
                <a:cs typeface="Arial" panose="020B0604020202020204" pitchFamily="34" charset="0"/>
              </a:rPr>
              <a:t>Finish</a:t>
            </a:r>
            <a:r>
              <a:rPr lang="en-US" altLang="en-US" b="1" dirty="0">
                <a:latin typeface="Arial" panose="020B0604020202020204" pitchFamily="34" charset="0"/>
                <a:cs typeface="Arial" panose="020B0604020202020204" pitchFamily="34" charset="0"/>
              </a:rPr>
              <a:t> [</a:t>
            </a:r>
            <a:r>
              <a:rPr lang="en-US" altLang="en-US" b="1" i="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true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for all </a:t>
            </a:r>
            <a:r>
              <a:rPr lang="en-US" altLang="en-US" b="1" i="1" dirty="0" err="1">
                <a:latin typeface="Arial" panose="020B0604020202020204" pitchFamily="34" charset="0"/>
                <a:cs typeface="Arial" panose="020B0604020202020204" pitchFamily="34" charset="0"/>
              </a:rPr>
              <a:t>i</a:t>
            </a:r>
            <a:r>
              <a:rPr lang="en-US" altLang="en-US" dirty="0">
                <a:latin typeface="Arial" panose="020B0604020202020204" pitchFamily="34" charset="0"/>
                <a:cs typeface="Arial" panose="020B0604020202020204" pitchFamily="34" charset="0"/>
              </a:rPr>
              <a:t>, then the system is in a safe state</a:t>
            </a:r>
          </a:p>
          <a:p>
            <a:pPr algn="just"/>
            <a:endParaRPr lang="en-US" sz="1400"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4338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8022A-1F89-96C3-68DD-C6E9C6616F5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03302BF-29FE-A386-0AAB-D2C83D536EF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Resource-Request Algorithm for Process </a:t>
            </a:r>
            <a:r>
              <a:rPr lang="en-US" sz="4000" i="1" dirty="0">
                <a:latin typeface="Arial" panose="020B0604020202020204" pitchFamily="34" charset="0"/>
                <a:cs typeface="Arial" panose="020B0604020202020204" pitchFamily="34" charset="0"/>
              </a:rPr>
              <a:t>P</a:t>
            </a:r>
            <a:r>
              <a:rPr lang="en-US" sz="4000" i="1" baseline="-25000" dirty="0">
                <a:latin typeface="Arial" panose="020B0604020202020204" pitchFamily="34" charset="0"/>
                <a:cs typeface="Arial" panose="020B0604020202020204" pitchFamily="34" charset="0"/>
              </a:rPr>
              <a:t>i</a:t>
            </a:r>
          </a:p>
        </p:txBody>
      </p:sp>
      <p:sp>
        <p:nvSpPr>
          <p:cNvPr id="3" name="Slide Number Placeholder 2">
            <a:extLst>
              <a:ext uri="{FF2B5EF4-FFF2-40B4-BE49-F238E27FC236}">
                <a16:creationId xmlns:a16="http://schemas.microsoft.com/office/drawing/2014/main" id="{3D8C22A9-33CC-F41E-DD23-0CD423B0847C}"/>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4" name="Rectangle 3">
            <a:extLst>
              <a:ext uri="{FF2B5EF4-FFF2-40B4-BE49-F238E27FC236}">
                <a16:creationId xmlns:a16="http://schemas.microsoft.com/office/drawing/2014/main" id="{C2A301DF-60BC-D292-DE44-7B03C809B523}"/>
              </a:ext>
            </a:extLst>
          </p:cNvPr>
          <p:cNvSpPr txBox="1">
            <a:spLocks noChangeArrowheads="1"/>
          </p:cNvSpPr>
          <p:nvPr/>
        </p:nvSpPr>
        <p:spPr>
          <a:xfrm>
            <a:off x="632151" y="1453242"/>
            <a:ext cx="10428572"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352425" lvl="1" indent="-342900" algn="just">
              <a:buClrTx/>
              <a:buFont typeface="+mj-lt"/>
              <a:buAutoNum type="arabicPeriod"/>
            </a:pPr>
            <a:r>
              <a:rPr lang="en-US" altLang="en-US" sz="2200" dirty="0">
                <a:latin typeface="Arial" panose="020B0604020202020204" pitchFamily="34" charset="0"/>
                <a:cs typeface="Arial" panose="020B0604020202020204" pitchFamily="34" charset="0"/>
              </a:rPr>
              <a:t>If </a:t>
            </a:r>
            <a:r>
              <a:rPr lang="en-US" altLang="en-US" sz="2200" b="1" i="1" dirty="0" err="1">
                <a:latin typeface="Arial" panose="020B0604020202020204" pitchFamily="34" charset="0"/>
                <a:cs typeface="Arial" panose="020B0604020202020204" pitchFamily="34" charset="0"/>
              </a:rPr>
              <a:t>Request</a:t>
            </a:r>
            <a:r>
              <a:rPr lang="en-US" altLang="en-US" sz="2200" b="1" i="1" baseline="-25000" dirty="0" err="1">
                <a:latin typeface="Arial" panose="020B0604020202020204" pitchFamily="34" charset="0"/>
                <a:cs typeface="Arial" panose="020B0604020202020204" pitchFamily="34" charset="0"/>
              </a:rPr>
              <a:t>i</a:t>
            </a:r>
            <a:r>
              <a:rPr lang="en-US" altLang="en-US" sz="2200" b="1" i="1" dirty="0">
                <a:latin typeface="Arial" panose="020B0604020202020204" pitchFamily="34" charset="0"/>
                <a:cs typeface="Arial" panose="020B0604020202020204" pitchFamily="34" charset="0"/>
              </a:rPr>
              <a:t> </a:t>
            </a: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Need</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i="1" dirty="0">
                <a:latin typeface="Arial" panose="020B0604020202020204" pitchFamily="34" charset="0"/>
                <a:cs typeface="Arial" panose="020B0604020202020204" pitchFamily="34" charset="0"/>
                <a:sym typeface="Symbol" panose="05050102010706020507" pitchFamily="18" charset="2"/>
              </a:rPr>
              <a:t> </a:t>
            </a:r>
            <a:r>
              <a:rPr lang="en-US" altLang="en-US" sz="2200" dirty="0">
                <a:latin typeface="Arial" panose="020B0604020202020204" pitchFamily="34" charset="0"/>
                <a:cs typeface="Arial" panose="020B0604020202020204" pitchFamily="34" charset="0"/>
                <a:sym typeface="Symbol" panose="05050102010706020507" pitchFamily="18" charset="2"/>
              </a:rPr>
              <a:t>go to step 2.  Otherwise, raise error condition, since process has exceeded its maximum claim</a:t>
            </a:r>
          </a:p>
          <a:p>
            <a:pPr marL="352425" lvl="1" indent="-342900" algn="just">
              <a:buClrTx/>
              <a:buFont typeface="+mj-lt"/>
              <a:buAutoNum type="arabicPeriod"/>
            </a:pPr>
            <a:endParaRPr lang="en-US" altLang="en-US" sz="1000" dirty="0">
              <a:latin typeface="Arial" panose="020B0604020202020204" pitchFamily="34" charset="0"/>
              <a:cs typeface="Arial" panose="020B0604020202020204" pitchFamily="34" charset="0"/>
              <a:sym typeface="Symbol" panose="05050102010706020507" pitchFamily="18" charset="2"/>
            </a:endParaRPr>
          </a:p>
          <a:p>
            <a:pPr marL="352425" lvl="1" indent="-342900" algn="just">
              <a:buClrTx/>
              <a:buFont typeface="+mj-lt"/>
              <a:buAutoNum type="arabicPeriod"/>
            </a:pPr>
            <a:r>
              <a:rPr lang="en-US" altLang="en-US" sz="2200" dirty="0">
                <a:latin typeface="Arial" panose="020B0604020202020204" pitchFamily="34" charset="0"/>
                <a:cs typeface="Arial" panose="020B0604020202020204" pitchFamily="34" charset="0"/>
                <a:sym typeface="Symbol" panose="05050102010706020507" pitchFamily="18" charset="2"/>
              </a:rPr>
              <a:t>If </a:t>
            </a:r>
            <a:r>
              <a:rPr lang="en-US" altLang="en-US" sz="2200" b="1" i="1" dirty="0" err="1">
                <a:latin typeface="Arial" panose="020B0604020202020204" pitchFamily="34" charset="0"/>
                <a:cs typeface="Arial" panose="020B0604020202020204" pitchFamily="34" charset="0"/>
              </a:rPr>
              <a:t>Request</a:t>
            </a:r>
            <a:r>
              <a:rPr lang="en-US" altLang="en-US" sz="2200" b="1" i="1" baseline="-25000" dirty="0" err="1">
                <a:latin typeface="Arial" panose="020B0604020202020204" pitchFamily="34" charset="0"/>
                <a:cs typeface="Arial" panose="020B0604020202020204" pitchFamily="34" charset="0"/>
              </a:rPr>
              <a:t>i</a:t>
            </a:r>
            <a:r>
              <a:rPr lang="en-US" altLang="en-US" sz="2200" b="1" dirty="0">
                <a:latin typeface="Arial" panose="020B0604020202020204" pitchFamily="34" charset="0"/>
                <a:cs typeface="Arial" panose="020B0604020202020204" pitchFamily="34" charset="0"/>
              </a:rPr>
              <a:t> </a:t>
            </a: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a:latin typeface="Arial" panose="020B0604020202020204" pitchFamily="34" charset="0"/>
                <a:cs typeface="Arial" panose="020B0604020202020204" pitchFamily="34" charset="0"/>
                <a:sym typeface="Symbol" panose="05050102010706020507" pitchFamily="18" charset="2"/>
              </a:rPr>
              <a:t>Available</a:t>
            </a:r>
            <a:r>
              <a:rPr lang="en-US" altLang="en-US" sz="2200" dirty="0">
                <a:latin typeface="Arial" panose="020B0604020202020204" pitchFamily="34" charset="0"/>
                <a:cs typeface="Arial" panose="020B0604020202020204" pitchFamily="34" charset="0"/>
                <a:sym typeface="Symbol" panose="05050102010706020507" pitchFamily="18" charset="2"/>
              </a:rPr>
              <a:t>, go to step 3. Otherwise, </a:t>
            </a:r>
            <a:r>
              <a:rPr lang="en-US" altLang="en-US" sz="2200" b="1" i="1" dirty="0">
                <a:latin typeface="Arial" panose="020B0604020202020204" pitchFamily="34" charset="0"/>
                <a:cs typeface="Arial" panose="020B0604020202020204" pitchFamily="34" charset="0"/>
                <a:sym typeface="Symbol" panose="05050102010706020507" pitchFamily="18" charset="2"/>
              </a:rPr>
              <a:t>P</a:t>
            </a:r>
            <a:r>
              <a:rPr lang="en-US" altLang="en-US" sz="2200" b="1" i="1" baseline="-25000" dirty="0">
                <a:latin typeface="Arial" panose="020B0604020202020204" pitchFamily="34" charset="0"/>
                <a:cs typeface="Arial" panose="020B0604020202020204" pitchFamily="34" charset="0"/>
                <a:sym typeface="Symbol" panose="05050102010706020507" pitchFamily="18" charset="2"/>
              </a:rPr>
              <a:t>i</a:t>
            </a:r>
            <a:r>
              <a:rPr lang="en-US" altLang="en-US" sz="2200" dirty="0">
                <a:latin typeface="Arial" panose="020B0604020202020204" pitchFamily="34" charset="0"/>
                <a:cs typeface="Arial" panose="020B0604020202020204" pitchFamily="34" charset="0"/>
                <a:sym typeface="Symbol" panose="05050102010706020507" pitchFamily="18" charset="2"/>
              </a:rPr>
              <a:t>  must wait, since resources are not available</a:t>
            </a:r>
          </a:p>
          <a:p>
            <a:pPr marL="352425" lvl="1" indent="-342900" algn="just">
              <a:buFont typeface="+mj-lt"/>
              <a:buAutoNum type="arabicPeriod"/>
            </a:pPr>
            <a:endParaRPr lang="en-US" altLang="en-US" sz="1000" dirty="0">
              <a:latin typeface="Arial" panose="020B0604020202020204" pitchFamily="34" charset="0"/>
              <a:cs typeface="Arial" panose="020B0604020202020204" pitchFamily="34" charset="0"/>
              <a:sym typeface="Symbol" panose="05050102010706020507" pitchFamily="18" charset="2"/>
            </a:endParaRPr>
          </a:p>
          <a:p>
            <a:pPr marL="352425" lvl="1" indent="-342900" algn="just">
              <a:buClrTx/>
              <a:buFont typeface="+mj-lt"/>
              <a:buAutoNum type="arabicPeriod"/>
            </a:pPr>
            <a:r>
              <a:rPr lang="en-US" altLang="en-US" sz="2200" dirty="0">
                <a:latin typeface="Arial" panose="020B0604020202020204" pitchFamily="34" charset="0"/>
                <a:cs typeface="Arial" panose="020B0604020202020204" pitchFamily="34" charset="0"/>
                <a:sym typeface="Symbol" panose="05050102010706020507" pitchFamily="18" charset="2"/>
              </a:rPr>
              <a:t>Pretend to allocate requested resources to </a:t>
            </a:r>
            <a:r>
              <a:rPr lang="en-US" altLang="en-US" sz="2200" b="1" i="1" dirty="0">
                <a:latin typeface="Arial" panose="020B0604020202020204" pitchFamily="34" charset="0"/>
                <a:cs typeface="Arial" panose="020B0604020202020204" pitchFamily="34" charset="0"/>
                <a:sym typeface="Symbol" panose="05050102010706020507" pitchFamily="18" charset="2"/>
              </a:rPr>
              <a:t>P</a:t>
            </a:r>
            <a:r>
              <a:rPr lang="en-US" altLang="en-US" sz="2200" b="1" i="1" baseline="-25000" dirty="0">
                <a:latin typeface="Arial" panose="020B0604020202020204" pitchFamily="34" charset="0"/>
                <a:cs typeface="Arial" panose="020B0604020202020204" pitchFamily="34" charset="0"/>
                <a:sym typeface="Symbol" panose="05050102010706020507" pitchFamily="18" charset="2"/>
              </a:rPr>
              <a:t>i</a:t>
            </a:r>
            <a:r>
              <a:rPr lang="en-US" altLang="en-US" sz="2200" dirty="0">
                <a:latin typeface="Arial" panose="020B0604020202020204" pitchFamily="34" charset="0"/>
                <a:cs typeface="Arial" panose="020B0604020202020204" pitchFamily="34" charset="0"/>
                <a:sym typeface="Symbol" panose="05050102010706020507" pitchFamily="18" charset="2"/>
              </a:rPr>
              <a:t> by modifying the state as follows:</a:t>
            </a:r>
          </a:p>
          <a:p>
            <a:pPr marL="809625" lvl="3" algn="just">
              <a:buFontTx/>
              <a:buNone/>
            </a:pPr>
            <a:r>
              <a:rPr lang="en-US" altLang="en-US" sz="2200"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a:latin typeface="Arial" panose="020B0604020202020204" pitchFamily="34" charset="0"/>
                <a:cs typeface="Arial" panose="020B0604020202020204" pitchFamily="34" charset="0"/>
                <a:sym typeface="Symbol" panose="05050102010706020507" pitchFamily="18" charset="2"/>
              </a:rPr>
              <a:t>Available</a:t>
            </a:r>
            <a:r>
              <a:rPr lang="en-US" altLang="en-US" sz="2200" b="1" dirty="0">
                <a:latin typeface="Arial" panose="020B0604020202020204" pitchFamily="34" charset="0"/>
                <a:cs typeface="Arial" panose="020B0604020202020204" pitchFamily="34" charset="0"/>
                <a:sym typeface="Symbol" panose="05050102010706020507" pitchFamily="18" charset="2"/>
              </a:rPr>
              <a:t> = </a:t>
            </a:r>
            <a:r>
              <a:rPr lang="en-US" altLang="en-US" sz="2200" b="1" i="1" dirty="0">
                <a:latin typeface="Arial" panose="020B0604020202020204" pitchFamily="34" charset="0"/>
                <a:cs typeface="Arial" panose="020B0604020202020204" pitchFamily="34" charset="0"/>
                <a:sym typeface="Symbol" panose="05050102010706020507" pitchFamily="18" charset="2"/>
              </a:rPr>
              <a:t>Available  </a:t>
            </a:r>
            <a:r>
              <a:rPr lang="en-US" altLang="en-US" sz="2200" b="1" dirty="0">
                <a:latin typeface="Arial" panose="020B0604020202020204" pitchFamily="34" charset="0"/>
                <a:cs typeface="Arial" panose="020B0604020202020204" pitchFamily="34" charset="0"/>
                <a:sym typeface="Symbol" panose="05050102010706020507" pitchFamily="18" charset="2"/>
              </a:rPr>
              <a:t>–</a:t>
            </a:r>
            <a:r>
              <a:rPr lang="en-US" altLang="en-US" sz="2200" b="1" i="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Request</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i="1" dirty="0">
                <a:latin typeface="Arial" panose="020B0604020202020204" pitchFamily="34" charset="0"/>
                <a:cs typeface="Arial" panose="020B0604020202020204" pitchFamily="34" charset="0"/>
                <a:sym typeface="Symbol" panose="05050102010706020507" pitchFamily="18" charset="2"/>
              </a:rPr>
              <a:t>;</a:t>
            </a:r>
          </a:p>
          <a:p>
            <a:pPr marL="809625" lvl="3" algn="just">
              <a:buFontTx/>
              <a:buNone/>
            </a:pP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Allocation</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baseline="-25000" dirty="0">
                <a:latin typeface="Arial" panose="020B0604020202020204" pitchFamily="34" charset="0"/>
                <a:cs typeface="Arial" panose="020B0604020202020204" pitchFamily="34" charset="0"/>
                <a:sym typeface="Symbol" panose="05050102010706020507" pitchFamily="18" charset="2"/>
              </a:rPr>
              <a:t> </a:t>
            </a: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Allocation</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dirty="0">
                <a:latin typeface="Arial" panose="020B0604020202020204" pitchFamily="34" charset="0"/>
                <a:cs typeface="Arial" panose="020B0604020202020204" pitchFamily="34" charset="0"/>
                <a:sym typeface="Symbol" panose="05050102010706020507" pitchFamily="18" charset="2"/>
              </a:rPr>
              <a:t> + </a:t>
            </a:r>
            <a:r>
              <a:rPr lang="en-US" altLang="en-US" sz="2200" b="1" i="1" dirty="0" err="1">
                <a:latin typeface="Arial" panose="020B0604020202020204" pitchFamily="34" charset="0"/>
                <a:cs typeface="Arial" panose="020B0604020202020204" pitchFamily="34" charset="0"/>
                <a:sym typeface="Symbol" panose="05050102010706020507" pitchFamily="18" charset="2"/>
              </a:rPr>
              <a:t>Request</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dirty="0">
                <a:latin typeface="Arial" panose="020B0604020202020204" pitchFamily="34" charset="0"/>
                <a:cs typeface="Arial" panose="020B0604020202020204" pitchFamily="34" charset="0"/>
                <a:sym typeface="Symbol" panose="05050102010706020507" pitchFamily="18" charset="2"/>
              </a:rPr>
              <a:t>;</a:t>
            </a:r>
          </a:p>
          <a:p>
            <a:pPr marL="809625" lvl="3" algn="just">
              <a:buFontTx/>
              <a:buNone/>
            </a:pPr>
            <a:r>
              <a:rPr lang="en-US" altLang="en-US" sz="2200" b="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Need</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i="1" dirty="0">
                <a:latin typeface="Arial" panose="020B0604020202020204" pitchFamily="34" charset="0"/>
                <a:cs typeface="Arial" panose="020B0604020202020204" pitchFamily="34" charset="0"/>
                <a:sym typeface="Symbol" panose="05050102010706020507" pitchFamily="18" charset="2"/>
              </a:rPr>
              <a:t> </a:t>
            </a:r>
            <a:r>
              <a:rPr lang="en-US" altLang="en-US" sz="2200" b="1" dirty="0">
                <a:latin typeface="Arial" panose="020B0604020202020204" pitchFamily="34" charset="0"/>
                <a:cs typeface="Arial" panose="020B0604020202020204" pitchFamily="34" charset="0"/>
                <a:sym typeface="Symbol" panose="05050102010706020507" pitchFamily="18" charset="2"/>
              </a:rPr>
              <a:t>=</a:t>
            </a:r>
            <a:r>
              <a:rPr lang="en-US" altLang="en-US" sz="2200" b="1" i="1" dirty="0">
                <a:latin typeface="Arial" panose="020B0604020202020204" pitchFamily="34" charset="0"/>
                <a:cs typeface="Arial" panose="020B0604020202020204" pitchFamily="34" charset="0"/>
                <a:sym typeface="Symbol" panose="05050102010706020507" pitchFamily="18" charset="2"/>
              </a:rPr>
              <a:t> </a:t>
            </a:r>
            <a:r>
              <a:rPr lang="en-US" altLang="en-US" sz="2200" b="1" i="1" dirty="0" err="1">
                <a:latin typeface="Arial" panose="020B0604020202020204" pitchFamily="34" charset="0"/>
                <a:cs typeface="Arial" panose="020B0604020202020204" pitchFamily="34" charset="0"/>
                <a:sym typeface="Symbol" panose="05050102010706020507" pitchFamily="18" charset="2"/>
              </a:rPr>
              <a:t>Need</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dirty="0">
                <a:latin typeface="Arial" panose="020B0604020202020204" pitchFamily="34" charset="0"/>
                <a:cs typeface="Arial" panose="020B0604020202020204" pitchFamily="34" charset="0"/>
                <a:sym typeface="Symbol" panose="05050102010706020507" pitchFamily="18" charset="2"/>
              </a:rPr>
              <a:t> – </a:t>
            </a:r>
            <a:r>
              <a:rPr lang="en-US" altLang="en-US" sz="2200" b="1" i="1" dirty="0" err="1">
                <a:latin typeface="Arial" panose="020B0604020202020204" pitchFamily="34" charset="0"/>
                <a:cs typeface="Arial" panose="020B0604020202020204" pitchFamily="34" charset="0"/>
                <a:sym typeface="Symbol" panose="05050102010706020507" pitchFamily="18" charset="2"/>
              </a:rPr>
              <a:t>Request</a:t>
            </a:r>
            <a:r>
              <a:rPr lang="en-US" altLang="en-US" sz="2200" b="1" i="1" baseline="-25000" dirty="0" err="1">
                <a:latin typeface="Arial" panose="020B0604020202020204" pitchFamily="34" charset="0"/>
                <a:cs typeface="Arial" panose="020B0604020202020204" pitchFamily="34" charset="0"/>
                <a:sym typeface="Symbol" panose="05050102010706020507" pitchFamily="18" charset="2"/>
              </a:rPr>
              <a:t>i</a:t>
            </a:r>
            <a:r>
              <a:rPr lang="en-US" altLang="en-US" sz="2200" b="1" i="1" dirty="0">
                <a:latin typeface="Arial" panose="020B0604020202020204" pitchFamily="34" charset="0"/>
                <a:cs typeface="Arial" panose="020B0604020202020204" pitchFamily="34" charset="0"/>
                <a:sym typeface="Symbol" panose="05050102010706020507" pitchFamily="18" charset="2"/>
              </a:rPr>
              <a:t>;</a:t>
            </a:r>
          </a:p>
          <a:p>
            <a:pPr marL="809625" lvl="3" algn="just">
              <a:buFontTx/>
              <a:buNone/>
            </a:pPr>
            <a:endParaRPr lang="en-US" altLang="en-US" sz="1000" b="1" i="1" dirty="0">
              <a:latin typeface="Arial" panose="020B0604020202020204" pitchFamily="34" charset="0"/>
              <a:cs typeface="Arial" panose="020B0604020202020204" pitchFamily="34" charset="0"/>
              <a:sym typeface="Symbol" panose="05050102010706020507" pitchFamily="18" charset="2"/>
            </a:endParaRPr>
          </a:p>
          <a:p>
            <a:pPr marL="633413" lvl="2" algn="just">
              <a:buClr>
                <a:srgbClr val="CC6600"/>
              </a:buClr>
              <a:buSzPct val="110000"/>
              <a:buFont typeface="Arial" panose="020B0604020202020204" pitchFamily="34" charset="0"/>
              <a:buChar char="•"/>
            </a:pPr>
            <a:r>
              <a:rPr lang="en-US" altLang="en-US" sz="2200" dirty="0">
                <a:latin typeface="Arial" panose="020B0604020202020204" pitchFamily="34" charset="0"/>
                <a:cs typeface="Arial" panose="020B0604020202020204" pitchFamily="34" charset="0"/>
                <a:sym typeface="Symbol" panose="05050102010706020507" pitchFamily="18" charset="2"/>
              </a:rPr>
              <a:t>If safe  the resources are allocated to </a:t>
            </a:r>
            <a:r>
              <a:rPr lang="en-US" altLang="en-US" sz="2200" b="1" i="1" dirty="0">
                <a:latin typeface="Arial" panose="020B0604020202020204" pitchFamily="34" charset="0"/>
                <a:cs typeface="Arial" panose="020B0604020202020204" pitchFamily="34" charset="0"/>
                <a:sym typeface="Symbol" panose="05050102010706020507" pitchFamily="18" charset="2"/>
              </a:rPr>
              <a:t>P</a:t>
            </a:r>
            <a:r>
              <a:rPr lang="en-US" altLang="en-US" sz="2200" b="1" i="1" baseline="-25000" dirty="0">
                <a:latin typeface="Arial" panose="020B0604020202020204" pitchFamily="34" charset="0"/>
                <a:cs typeface="Arial" panose="020B0604020202020204" pitchFamily="34" charset="0"/>
                <a:sym typeface="Symbol" panose="05050102010706020507" pitchFamily="18" charset="2"/>
              </a:rPr>
              <a:t>i</a:t>
            </a:r>
          </a:p>
          <a:p>
            <a:pPr marL="633413" lvl="2" algn="just">
              <a:buClr>
                <a:srgbClr val="CC6600"/>
              </a:buClr>
              <a:buSzPct val="110000"/>
              <a:buFont typeface="Arial" panose="020B0604020202020204" pitchFamily="34" charset="0"/>
              <a:buChar char="•"/>
            </a:pPr>
            <a:r>
              <a:rPr lang="en-US" altLang="en-US" sz="2200" dirty="0">
                <a:latin typeface="Arial" panose="020B0604020202020204" pitchFamily="34" charset="0"/>
                <a:cs typeface="Arial" panose="020B0604020202020204" pitchFamily="34" charset="0"/>
                <a:sym typeface="Symbol" panose="05050102010706020507" pitchFamily="18" charset="2"/>
              </a:rPr>
              <a:t>If unsafe  </a:t>
            </a:r>
            <a:r>
              <a:rPr lang="en-US" altLang="en-US" sz="2200" b="1" i="1" dirty="0">
                <a:latin typeface="Arial" panose="020B0604020202020204" pitchFamily="34" charset="0"/>
                <a:cs typeface="Arial" panose="020B0604020202020204" pitchFamily="34" charset="0"/>
                <a:sym typeface="Symbol" panose="05050102010706020507" pitchFamily="18" charset="2"/>
              </a:rPr>
              <a:t>P</a:t>
            </a:r>
            <a:r>
              <a:rPr lang="en-US" altLang="en-US" sz="2200" b="1" i="1" baseline="-25000" dirty="0">
                <a:latin typeface="Arial" panose="020B0604020202020204" pitchFamily="34" charset="0"/>
                <a:cs typeface="Arial" panose="020B0604020202020204" pitchFamily="34" charset="0"/>
                <a:sym typeface="Symbol" panose="05050102010706020507" pitchFamily="18" charset="2"/>
              </a:rPr>
              <a:t>i</a:t>
            </a:r>
            <a:r>
              <a:rPr lang="en-US" altLang="en-US" sz="2200" dirty="0">
                <a:latin typeface="Arial" panose="020B0604020202020204" pitchFamily="34" charset="0"/>
                <a:cs typeface="Arial" panose="020B0604020202020204" pitchFamily="34" charset="0"/>
                <a:sym typeface="Symbol" panose="05050102010706020507" pitchFamily="18" charset="2"/>
              </a:rPr>
              <a:t> must wait, and the old resource-allocation state is restored</a:t>
            </a:r>
          </a:p>
        </p:txBody>
      </p:sp>
    </p:spTree>
    <p:custDataLst>
      <p:tags r:id="rId1"/>
    </p:custDataLst>
    <p:extLst>
      <p:ext uri="{BB962C8B-B14F-4D97-AF65-F5344CB8AC3E}">
        <p14:creationId xmlns:p14="http://schemas.microsoft.com/office/powerpoint/2010/main" val="457789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F13A-68E4-4134-FCB1-F6A6A255DB4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84ADD0C-53AE-B239-3255-D64CD5D56D7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a:t>
            </a:r>
          </a:p>
        </p:txBody>
      </p:sp>
      <p:sp>
        <p:nvSpPr>
          <p:cNvPr id="3" name="Slide Number Placeholder 2">
            <a:extLst>
              <a:ext uri="{FF2B5EF4-FFF2-40B4-BE49-F238E27FC236}">
                <a16:creationId xmlns:a16="http://schemas.microsoft.com/office/drawing/2014/main" id="{6FBF22CD-BC41-3EB3-6B24-95111A286199}"/>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4" name="Rectangle 3">
            <a:extLst>
              <a:ext uri="{FF2B5EF4-FFF2-40B4-BE49-F238E27FC236}">
                <a16:creationId xmlns:a16="http://schemas.microsoft.com/office/drawing/2014/main" id="{6B825CD9-7420-DB51-C09C-F4359E2549F5}"/>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A6ADCC5D-DF49-5A9F-20C8-A36F0BAD74FD}"/>
              </a:ext>
            </a:extLst>
          </p:cNvPr>
          <p:cNvGraphicFramePr>
            <a:graphicFrameLocks noGrp="1"/>
          </p:cNvGraphicFramePr>
          <p:nvPr>
            <p:extLst>
              <p:ext uri="{D42A27DB-BD31-4B8C-83A1-F6EECF244321}">
                <p14:modId xmlns:p14="http://schemas.microsoft.com/office/powerpoint/2010/main" val="4050121078"/>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i="1" u="sng"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6" name="TextBox 5">
            <a:extLst>
              <a:ext uri="{FF2B5EF4-FFF2-40B4-BE49-F238E27FC236}">
                <a16:creationId xmlns:a16="http://schemas.microsoft.com/office/drawing/2014/main" id="{47165324-07F5-CEEE-DAE1-65B89AEC1808}"/>
              </a:ext>
            </a:extLst>
          </p:cNvPr>
          <p:cNvSpPr txBox="1"/>
          <p:nvPr/>
        </p:nvSpPr>
        <p:spPr>
          <a:xfrm>
            <a:off x="5955317"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3  3  2</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15468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55F2-8F0A-5449-AF1C-18BBBA6F5C5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E508D78-67C0-55EA-D5EE-0F41FA7BE73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a:t>
            </a:r>
          </a:p>
        </p:txBody>
      </p:sp>
      <p:sp>
        <p:nvSpPr>
          <p:cNvPr id="3" name="Slide Number Placeholder 2">
            <a:extLst>
              <a:ext uri="{FF2B5EF4-FFF2-40B4-BE49-F238E27FC236}">
                <a16:creationId xmlns:a16="http://schemas.microsoft.com/office/drawing/2014/main" id="{A127AF02-ADEB-0128-65DC-07FEB34A6705}"/>
              </a:ext>
            </a:extLst>
          </p:cNvPr>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4" name="Rectangle 3">
            <a:extLst>
              <a:ext uri="{FF2B5EF4-FFF2-40B4-BE49-F238E27FC236}">
                <a16:creationId xmlns:a16="http://schemas.microsoft.com/office/drawing/2014/main" id="{EFF50E24-7FFE-4D68-8C69-70345271F64F}"/>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C6BC1DAA-CC6C-B5F2-1192-EB33D76D91B8}"/>
              </a:ext>
            </a:extLst>
          </p:cNvPr>
          <p:cNvGraphicFramePr>
            <a:graphicFrameLocks noGrp="1"/>
          </p:cNvGraphicFramePr>
          <p:nvPr>
            <p:extLst>
              <p:ext uri="{D42A27DB-BD31-4B8C-83A1-F6EECF244321}">
                <p14:modId xmlns:p14="http://schemas.microsoft.com/office/powerpoint/2010/main" val="283612514"/>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3  3  2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D56B84EC-6EBD-BAA8-000B-BD508208E0DE}"/>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EA36EE3-9DC6-723B-6B05-C6F6C52F816C}"/>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1  2  2</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66C995C-2745-2D44-A538-042178101010}"/>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A3927B9-832B-72FE-216E-7A76F2BD68FF}"/>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C00BC04-9868-6493-26C5-E40AF7E2862F}"/>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2455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A8EC-7AFD-69FA-B26F-84995573134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9C856AF-68CB-2634-F47F-F689CA10E6B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7BDC54AE-7414-7028-4A95-B8E37F870BE6}"/>
              </a:ext>
            </a:extLst>
          </p:cNvPr>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4" name="Rectangle 3">
            <a:extLst>
              <a:ext uri="{FF2B5EF4-FFF2-40B4-BE49-F238E27FC236}">
                <a16:creationId xmlns:a16="http://schemas.microsoft.com/office/drawing/2014/main" id="{70AA7596-083F-15A4-B5D2-E49D0DCB1CD1}"/>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65373393-F56C-AF05-297E-FA5F20107DC3}"/>
              </a:ext>
            </a:extLst>
          </p:cNvPr>
          <p:cNvGraphicFramePr>
            <a:graphicFrameLocks noGrp="1"/>
          </p:cNvGraphicFramePr>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3  3  2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FAD9503D-A82D-9D1B-FE79-7931B8E748A7}"/>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D384B57-15A6-6E27-AD68-B6FD3E96E28B}"/>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1  2  2</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1B03BFC-5C1B-D4FE-A22E-2F67CFE62AD2}"/>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D6A922F9-1123-EED6-53B8-CA785837EE60}"/>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DA1B662-5BD6-EC53-9B92-55FE3FF67789}"/>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BAD801A-3EB7-0062-06FF-C1AA464036D6}"/>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0</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F3DD547-9873-1349-A1DC-1CD8C1ACE1F8}"/>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CF3DD547-9873-1349-A1DC-1CD8C1ACE1F8}"/>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50898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4FA80-F3F3-61B7-BFA7-D54015F0687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5CF5885-92F7-45E9-6D07-8ABA2BCC492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A98E7901-553F-A482-F10A-2D40508B9817}"/>
              </a:ext>
            </a:extLst>
          </p:cNvPr>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sp>
        <p:nvSpPr>
          <p:cNvPr id="4" name="Rectangle 3">
            <a:extLst>
              <a:ext uri="{FF2B5EF4-FFF2-40B4-BE49-F238E27FC236}">
                <a16:creationId xmlns:a16="http://schemas.microsoft.com/office/drawing/2014/main" id="{47CAF6D0-E782-760D-DA90-AEAA4C2C9A9C}"/>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F5EC68C7-6CE1-183A-2BBB-573E19D1B9F5}"/>
              </a:ext>
            </a:extLst>
          </p:cNvPr>
          <p:cNvGraphicFramePr>
            <a:graphicFrameLocks noGrp="1"/>
          </p:cNvGraphicFramePr>
          <p:nvPr>
            <p:extLst>
              <p:ext uri="{D42A27DB-BD31-4B8C-83A1-F6EECF244321}">
                <p14:modId xmlns:p14="http://schemas.microsoft.com/office/powerpoint/2010/main" val="3146015993"/>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CBE9CB90-BE56-408B-6CEE-C7AABE63B5C5}"/>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03C62B2-477A-01B3-69CA-B30D67932623}"/>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1  2  2</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B9C856F-D695-D1FF-5C31-CB232579D6E9}"/>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2E47510-5942-2B46-6BC3-B8685D54B2E4}"/>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C32F75D-B521-B3E4-696F-8396941D48C9}"/>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23A352-12A9-8828-2FFD-58F63B6E1019}"/>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1</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5876C0-4620-A1BD-1C17-D04154873B74}"/>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D65876C0-4620-A1BD-1C17-D04154873B74}"/>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4CD4ED2-9604-07FB-0162-F2F250458744}"/>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3  3  2</a:t>
            </a:r>
            <a:endParaRPr lang="en-US" sz="22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29BC158-216D-7A0F-6F7D-646768689DBF}"/>
              </a:ext>
            </a:extLst>
          </p:cNvPr>
          <p:cNvSpPr txBox="1"/>
          <p:nvPr/>
        </p:nvSpPr>
        <p:spPr>
          <a:xfrm>
            <a:off x="5944503" y="4257134"/>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2  1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9F17567-6E63-790B-FC9A-EE7058AEE656}"/>
              </a:ext>
            </a:extLst>
          </p:cNvPr>
          <p:cNvSpPr txBox="1"/>
          <p:nvPr/>
        </p:nvSpPr>
        <p:spPr>
          <a:xfrm>
            <a:off x="7581898" y="4682497"/>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7B12017-4A39-7CF2-BC4A-C2C0E99C20CC}"/>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3  2  2</a:t>
            </a:r>
            <a:endParaRPr lang="en-US" sz="2200" dirty="0">
              <a:solidFill>
                <a:srgbClr val="FF000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83E6F9A-1A72-CE8D-A127-8869E53982CE}"/>
              </a:ext>
            </a:extLst>
          </p:cNvPr>
          <p:cNvSpPr txBox="1"/>
          <p:nvPr/>
        </p:nvSpPr>
        <p:spPr>
          <a:xfrm>
            <a:off x="2735310" y="4678626"/>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2  0  0</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51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P spid="14" grpId="0"/>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FBCE-291B-9F97-0003-350CC38262F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0E5C949-C070-E6AD-014A-A5D8EC3B142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07E778DA-C994-6108-8BAC-2DFD2FB8078B}"/>
              </a:ext>
            </a:extLst>
          </p:cNvPr>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4" name="Rectangle 3">
            <a:extLst>
              <a:ext uri="{FF2B5EF4-FFF2-40B4-BE49-F238E27FC236}">
                <a16:creationId xmlns:a16="http://schemas.microsoft.com/office/drawing/2014/main" id="{06C4A8EE-E64E-0013-EDB3-7B4ABDCC5559}"/>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BC878DF3-BD49-58D1-3D40-E24ACC5EF9EF}"/>
              </a:ext>
            </a:extLst>
          </p:cNvPr>
          <p:cNvGraphicFramePr>
            <a:graphicFrameLocks noGrp="1"/>
          </p:cNvGraphicFramePr>
          <p:nvPr>
            <p:extLst>
              <p:ext uri="{D42A27DB-BD31-4B8C-83A1-F6EECF244321}">
                <p14:modId xmlns:p14="http://schemas.microsoft.com/office/powerpoint/2010/main" val="2274358393"/>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377620FD-4E46-1017-2C23-7200B8E7540B}"/>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7BB6588-72B7-7ABB-FC7E-48C86B07BCD4}"/>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6D6E8CD-51AB-7AC3-50B0-1728A119711C}"/>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43ADFF0-9EC2-A5C3-5313-E4D72C415E3B}"/>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49AE502-1D00-F617-1A02-AFF1F619564A}"/>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A3E3E21-15D8-1B6B-CEB7-6282A7B2CE12}"/>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1</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BC09C6A-051C-E51D-63CF-EE7E718026DC}"/>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EBC09C6A-051C-E51D-63CF-EE7E718026DC}"/>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FC15F95-5095-CB5A-8789-8A9C718B6AD1}"/>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5  3  2</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50C56C4-D528-7402-837B-5A46515DE180}"/>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79532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1385-5446-5EDE-7826-6E9B1645166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3787ACF-F60C-B1B7-8F7A-AF90160F6A0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6B827C76-14E4-1988-0BEC-50B4881B4A5D}"/>
              </a:ext>
            </a:extLst>
          </p:cNvPr>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4" name="Rectangle 3">
            <a:extLst>
              <a:ext uri="{FF2B5EF4-FFF2-40B4-BE49-F238E27FC236}">
                <a16:creationId xmlns:a16="http://schemas.microsoft.com/office/drawing/2014/main" id="{9AF723EC-0BD0-53C4-F79A-7EAD74718206}"/>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208A2217-55CE-4ED1-8659-D679A22F490E}"/>
              </a:ext>
            </a:extLst>
          </p:cNvPr>
          <p:cNvGraphicFramePr>
            <a:graphicFrameLocks noGrp="1"/>
          </p:cNvGraphicFramePr>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24919E3A-CE42-DEA0-FF21-EB1F8222D28A}"/>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A7B7F2D-19E3-0F60-9976-F80581756D2C}"/>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DB5DC7B-6CAD-4735-62BC-EFFD31BB9A1C}"/>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3E2F3DE-4219-70E9-0A6D-BC12BC037364}"/>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06B6B1E-A1C6-C1DA-57F2-7BFFBD2FB2E7}"/>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50B32AD-36DD-9C00-244C-1C16620FD7CE}"/>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2</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E8C8B13-AE39-DED1-07A5-F00CE9FBAFF8}"/>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8E8C8B13-AE39-DED1-07A5-F00CE9FBAFF8}"/>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CF37203-45F3-9BC3-BF33-443084A95283}"/>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5  3  2</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D37078A-40E8-0E6B-8AA9-9B32700AC3AC}"/>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527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71B0-A891-5401-59D7-84B67B5615B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B77EAE2-EA68-A128-6433-56F5CEE380C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678EA87E-685A-E625-2A7A-7B1E6AD7013D}"/>
              </a:ext>
            </a:extLst>
          </p:cNvPr>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4" name="Rectangle 3">
            <a:extLst>
              <a:ext uri="{FF2B5EF4-FFF2-40B4-BE49-F238E27FC236}">
                <a16:creationId xmlns:a16="http://schemas.microsoft.com/office/drawing/2014/main" id="{E944107B-BFA7-04BD-F1A7-0B815D54277A}"/>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A46720CD-1D40-80A1-834E-3CF59BF333F4}"/>
              </a:ext>
            </a:extLst>
          </p:cNvPr>
          <p:cNvGraphicFramePr>
            <a:graphicFrameLocks noGrp="1"/>
          </p:cNvGraphicFramePr>
          <p:nvPr>
            <p:extLst>
              <p:ext uri="{D42A27DB-BD31-4B8C-83A1-F6EECF244321}">
                <p14:modId xmlns:p14="http://schemas.microsoft.com/office/powerpoint/2010/main" val="1019544508"/>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DA6C5DF3-D842-347E-48E8-B91B436901F8}"/>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D82E822-E887-A92C-F678-3A25E9CFC8BC}"/>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460EEFF-290E-F1FA-D23E-685E71D9D0FB}"/>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B6EE10F-5BAB-3B11-57F5-DA6819ED05BD}"/>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98034C1-7CBF-CCD8-8512-029D79E73DD7}"/>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2D5ADEA-2FF6-4905-726F-8B2D66612D4A}"/>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3</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FBA0E04-9F87-7A8A-5AAF-53DB618971CA}"/>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6FBA0E04-9F87-7A8A-5AAF-53DB618971CA}"/>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AF81212-4682-72AE-FA31-B3ADB66AA33F}"/>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5  3  2</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4F5EAF1D-577E-4FFC-DEA7-9D14484B8D03}"/>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D14158C-8521-3ABB-5305-29A9AEA7DD9E}"/>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2  1  1</a:t>
            </a:r>
            <a:endParaRPr lang="en-US" sz="22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3BE4AE5-F9A2-18F0-DD35-2413966E0531}"/>
              </a:ext>
            </a:extLst>
          </p:cNvPr>
          <p:cNvSpPr txBox="1"/>
          <p:nvPr/>
        </p:nvSpPr>
        <p:spPr>
          <a:xfrm>
            <a:off x="7590687" y="5547753"/>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256717-1A58-3E33-EC58-1455793205E9}"/>
              </a:ext>
            </a:extLst>
          </p:cNvPr>
          <p:cNvSpPr txBox="1"/>
          <p:nvPr/>
        </p:nvSpPr>
        <p:spPr>
          <a:xfrm>
            <a:off x="2717724" y="5530168"/>
            <a:ext cx="1371599" cy="430887"/>
          </a:xfrm>
          <a:prstGeom prst="rect">
            <a:avLst/>
          </a:prstGeom>
          <a:noFill/>
        </p:spPr>
        <p:txBody>
          <a:bodyPr wrap="square" rtlCol="0">
            <a:spAutoFit/>
          </a:bodyPr>
          <a:lstStyle/>
          <a:p>
            <a:pPr algn="ctr"/>
            <a:r>
              <a:rPr lang="en-US" sz="2200" dirty="0">
                <a:solidFill>
                  <a:srgbClr val="FF0000"/>
                </a:solidFill>
                <a:latin typeface="Arial" panose="020B0604020202020204" pitchFamily="34" charset="0"/>
                <a:cs typeface="Arial" panose="020B0604020202020204" pitchFamily="34" charset="0"/>
              </a:rPr>
              <a:t>2</a:t>
            </a:r>
            <a:r>
              <a:rPr lang="en-US" sz="2200" kern="1200" dirty="0">
                <a:solidFill>
                  <a:srgbClr val="FF0000"/>
                </a:solidFill>
                <a:latin typeface="Arial" panose="020B0604020202020204" pitchFamily="34" charset="0"/>
                <a:ea typeface="+mn-ea"/>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2</a:t>
            </a:r>
            <a:r>
              <a:rPr lang="en-US" sz="2200" kern="1200" dirty="0">
                <a:solidFill>
                  <a:srgbClr val="FF0000"/>
                </a:solidFill>
                <a:latin typeface="Arial" panose="020B0604020202020204" pitchFamily="34" charset="0"/>
                <a:ea typeface="+mn-ea"/>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2</a:t>
            </a:r>
          </a:p>
        </p:txBody>
      </p:sp>
      <p:sp>
        <p:nvSpPr>
          <p:cNvPr id="19" name="TextBox 18">
            <a:extLst>
              <a:ext uri="{FF2B5EF4-FFF2-40B4-BE49-F238E27FC236}">
                <a16:creationId xmlns:a16="http://schemas.microsoft.com/office/drawing/2014/main" id="{87544F5D-5CC2-7BEA-C85B-A99CEA82E763}"/>
              </a:ext>
            </a:extLst>
          </p:cNvPr>
          <p:cNvSpPr txBox="1"/>
          <p:nvPr/>
        </p:nvSpPr>
        <p:spPr>
          <a:xfrm>
            <a:off x="5953295" y="4257765"/>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5  2  1</a:t>
            </a:r>
            <a:endParaRPr lang="en-US" sz="2200"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6911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4" grpId="0"/>
      <p:bldP spid="17" grpId="0"/>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FEDF3-D57C-DDD9-AB92-207C74D1C87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71923D5-FEA7-AFBF-C9B6-3A8B2C08E1F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37E1CBA0-6826-CC1D-3771-B044470B2EB2}"/>
              </a:ext>
            </a:extLst>
          </p:cNvPr>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4" name="Rectangle 3">
            <a:extLst>
              <a:ext uri="{FF2B5EF4-FFF2-40B4-BE49-F238E27FC236}">
                <a16:creationId xmlns:a16="http://schemas.microsoft.com/office/drawing/2014/main" id="{BD6FCA53-DC36-BBA0-67B0-C1711658B139}"/>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07BCA7E7-014A-93CB-C10E-4A1413B6FA5E}"/>
              </a:ext>
            </a:extLst>
          </p:cNvPr>
          <p:cNvGraphicFramePr>
            <a:graphicFrameLocks noGrp="1"/>
          </p:cNvGraphicFramePr>
          <p:nvPr>
            <p:extLst>
              <p:ext uri="{D42A27DB-BD31-4B8C-83A1-F6EECF244321}">
                <p14:modId xmlns:p14="http://schemas.microsoft.com/office/powerpoint/2010/main" val="1090898125"/>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3C2EDF18-B783-EF2E-2C70-D1A541A882E9}"/>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C04BBB1-A190-6322-5AB2-5A3F404D94BD}"/>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515A79A-099E-0E7C-4179-8FD6A3074C51}"/>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9CD4DB9-A4D9-5582-1DCA-5655915D7837}"/>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29219E5-47B8-6751-E55C-0AEB5704B039}"/>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723BBB9-1E5C-7AF2-1643-291FCF459677}"/>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3</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1D6C149-AF1C-2440-8D06-C8B0C2C282A9}"/>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D1D6C149-AF1C-2440-8D06-C8B0C2C282A9}"/>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D70B779-F7DA-269C-D7A4-BB1EE9C49B16}"/>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F109A62-3120-9FA2-E4EB-4E337E441F17}"/>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B02C8E5-7A10-F1FD-EBFF-1B564F536C9F}"/>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273748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047F8-743F-ACF0-9198-F396F7596E4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9C81E77-D295-32F8-5038-C4F1C760457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FE1F5446-639F-BA7A-9D9C-85E160379959}"/>
              </a:ext>
            </a:extLst>
          </p:cNvPr>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4" name="Rectangle 3">
            <a:extLst>
              <a:ext uri="{FF2B5EF4-FFF2-40B4-BE49-F238E27FC236}">
                <a16:creationId xmlns:a16="http://schemas.microsoft.com/office/drawing/2014/main" id="{AB847BC4-EB65-CDF9-403E-58D626294115}"/>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9AE363A9-02E9-B0C2-D08D-906D85A1F0A4}"/>
              </a:ext>
            </a:extLst>
          </p:cNvPr>
          <p:cNvGraphicFramePr>
            <a:graphicFrameLocks noGrp="1"/>
          </p:cNvGraphicFramePr>
          <p:nvPr>
            <p:extLst>
              <p:ext uri="{D42A27DB-BD31-4B8C-83A1-F6EECF244321}">
                <p14:modId xmlns:p14="http://schemas.microsoft.com/office/powerpoint/2010/main" val="2637744252"/>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FEFD93A6-D2DA-8BE0-4692-08FF1D5881D4}"/>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FB6CC5-2F91-8CFF-5176-4363C2DF9389}"/>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144221A-FD5B-EF48-9645-1DCB2AB4E2E5}"/>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47AD0F0-7901-CC3E-7D72-7F22106C13F9}"/>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2884B9D-F8D1-B895-1E3F-5C9E0E2EB664}"/>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233F2BE-1B19-AD66-C09C-D9AD3D301DB6}"/>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4</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AE69D1-CFB9-A8FD-D508-C1FDE067B4A9}"/>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AFAE69D1-CFB9-A8FD-D508-C1FDE067B4A9}"/>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636664E-4C34-08B6-2DC7-9A38D7417A17}"/>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C2BAF75-D987-9123-DA79-37863E95A53A}"/>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7E2276B-2856-818C-C6A1-D3A8BB6C8ED2}"/>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33B56487-D8C9-EC84-1672-E55F2842EDDA}"/>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rgbClr val="FF0000"/>
                </a:solidFill>
                <a:latin typeface="Arial" panose="020B0604020202020204" pitchFamily="34" charset="0"/>
                <a:cs typeface="Arial" panose="020B0604020202020204" pitchFamily="34" charset="0"/>
              </a:rPr>
              <a:t>4  3  3</a:t>
            </a:r>
          </a:p>
        </p:txBody>
      </p:sp>
      <p:sp>
        <p:nvSpPr>
          <p:cNvPr id="16" name="TextBox 15">
            <a:extLst>
              <a:ext uri="{FF2B5EF4-FFF2-40B4-BE49-F238E27FC236}">
                <a16:creationId xmlns:a16="http://schemas.microsoft.com/office/drawing/2014/main" id="{3EC96FEB-69B1-D9CE-1AD6-769BDDB3E4CF}"/>
              </a:ext>
            </a:extLst>
          </p:cNvPr>
          <p:cNvSpPr txBox="1"/>
          <p:nvPr/>
        </p:nvSpPr>
        <p:spPr>
          <a:xfrm>
            <a:off x="7608275" y="5945960"/>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122D5EE-1E38-0E49-8E23-9B7CC1E3464E}"/>
              </a:ext>
            </a:extLst>
          </p:cNvPr>
          <p:cNvSpPr txBox="1"/>
          <p:nvPr/>
        </p:nvSpPr>
        <p:spPr>
          <a:xfrm>
            <a:off x="5953296" y="4261218"/>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3  1  </a:t>
            </a:r>
            <a:r>
              <a:rPr lang="en-US" sz="2200" kern="1200" dirty="0">
                <a:solidFill>
                  <a:srgbClr val="FF0000"/>
                </a:solidFill>
                <a:latin typeface="Arial" panose="020B0604020202020204" pitchFamily="34" charset="0"/>
                <a:cs typeface="Arial" panose="020B0604020202020204" pitchFamily="34" charset="0"/>
              </a:rPr>
              <a:t>2</a:t>
            </a:r>
            <a:endParaRPr lang="en-US" sz="2200" dirty="0">
              <a:solidFill>
                <a:srgbClr val="FF000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8CBF39BC-B002-15D3-4D47-78DE3BD0203E}"/>
              </a:ext>
            </a:extLst>
          </p:cNvPr>
          <p:cNvSpPr txBox="1"/>
          <p:nvPr/>
        </p:nvSpPr>
        <p:spPr>
          <a:xfrm>
            <a:off x="2717723" y="5965422"/>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0  0  2</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932968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6" grpId="0"/>
      <p:bldP spid="17" grpId="0"/>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5A6B4-1E5F-D7CA-3C44-B7045D8E6EA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F92A5F1-E314-5F37-258A-91ABC3230BE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3CFE1276-8010-EB50-5095-C616CDA08786}"/>
              </a:ext>
            </a:extLst>
          </p:cNvPr>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4" name="Rectangle 3">
            <a:extLst>
              <a:ext uri="{FF2B5EF4-FFF2-40B4-BE49-F238E27FC236}">
                <a16:creationId xmlns:a16="http://schemas.microsoft.com/office/drawing/2014/main" id="{7DC643A8-3B9A-12EE-8044-D9E5D97CAEF9}"/>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C81E393F-474D-1550-558F-F50C892A4424}"/>
              </a:ext>
            </a:extLst>
          </p:cNvPr>
          <p:cNvGraphicFramePr>
            <a:graphicFrameLocks noGrp="1"/>
          </p:cNvGraphicFramePr>
          <p:nvPr>
            <p:extLst>
              <p:ext uri="{D42A27DB-BD31-4B8C-83A1-F6EECF244321}">
                <p14:modId xmlns:p14="http://schemas.microsoft.com/office/powerpoint/2010/main" val="3242255555"/>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4</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4  3  3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61E48F66-609C-7108-8EFA-1FF3AFDF42B0}"/>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6C1C827-B9A5-96DF-7034-9B102A3C99E5}"/>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BF3F315-9990-C178-D918-2667B228930C}"/>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870CD51-869E-605A-0542-A1750EDC5464}"/>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95E82CA-9FB4-BE64-85B9-B641ADB19AB0}"/>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DD064F4-EA91-36F5-B5FE-C399568688D0}"/>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4</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86A4CE8-5CCE-5DA8-3BFC-EB3268B264E9}"/>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886A4CE8-5CCE-5DA8-3BFC-EB3268B264E9}"/>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6D387CEE-EAF7-ED22-3BD7-00613FC02F09}"/>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7  4  5</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EC54DC3-BE3F-00B5-5838-C55E6F4D4B35}"/>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87751EF-46DD-0C13-B204-B46714DE1D63}"/>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17F3425-77E4-E5A5-5A6D-B0878D68A49B}"/>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Tree>
    <p:custDataLst>
      <p:tags r:id="rId1"/>
    </p:custDataLst>
    <p:extLst>
      <p:ext uri="{BB962C8B-B14F-4D97-AF65-F5344CB8AC3E}">
        <p14:creationId xmlns:p14="http://schemas.microsoft.com/office/powerpoint/2010/main" val="1470095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0FFD-01F5-04B9-A20D-4FF9F070C91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FC701F9-DDB7-45A8-452F-CF9A806B7CC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B515FC80-18B6-A670-C7AF-BDB373DADFD3}"/>
              </a:ext>
            </a:extLst>
          </p:cNvPr>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4" name="Rectangle 3">
            <a:extLst>
              <a:ext uri="{FF2B5EF4-FFF2-40B4-BE49-F238E27FC236}">
                <a16:creationId xmlns:a16="http://schemas.microsoft.com/office/drawing/2014/main" id="{EDF9CEE6-57A2-D33D-ACB8-F94DF2A520CD}"/>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5232B9FD-D713-CF7C-45ED-481F68D76F53}"/>
              </a:ext>
            </a:extLst>
          </p:cNvPr>
          <p:cNvGraphicFramePr>
            <a:graphicFrameLocks noGrp="1"/>
          </p:cNvGraphicFramePr>
          <p:nvPr>
            <p:extLst>
              <p:ext uri="{D42A27DB-BD31-4B8C-83A1-F6EECF244321}">
                <p14:modId xmlns:p14="http://schemas.microsoft.com/office/powerpoint/2010/main" val="1588920757"/>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4</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4  3  3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A9400CA2-0F19-94C4-C90A-DC661D86C552}"/>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C0A89C5-D407-65D6-5C01-8BE3CEBF4E01}"/>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D62156A-F65A-9CCC-5652-978028FE980F}"/>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45EFC84-5DAF-7CBC-FC0B-B02B49F37991}"/>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C914CEA-34D0-9EA3-9920-A86815CE8881}"/>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F193A94-60B3-0631-A2B0-E0F942D76845}"/>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0</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09C44-6F68-5645-3955-275F0AAB2709}"/>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52909C44-6F68-5645-3955-275F0AAB2709}"/>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5DF6D75-1B28-1D88-AB8C-6E4BAF818842}"/>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7  4  5</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1C1B171-D0B4-139D-A9AD-9F0BB02112C6}"/>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18597E13-6D72-6025-E332-8701E09979D3}"/>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DB41A3E-1F22-3009-A160-7EB06494C44A}"/>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16" name="TextBox 15">
            <a:extLst>
              <a:ext uri="{FF2B5EF4-FFF2-40B4-BE49-F238E27FC236}">
                <a16:creationId xmlns:a16="http://schemas.microsoft.com/office/drawing/2014/main" id="{F32E7D0D-6B27-A106-DB9E-321FCBD2B34B}"/>
              </a:ext>
            </a:extLst>
          </p:cNvPr>
          <p:cNvSpPr txBox="1"/>
          <p:nvPr/>
        </p:nvSpPr>
        <p:spPr>
          <a:xfrm>
            <a:off x="2731998" y="4259585"/>
            <a:ext cx="1371599" cy="430887"/>
          </a:xfrm>
          <a:prstGeom prst="rect">
            <a:avLst/>
          </a:prstGeom>
          <a:noFill/>
        </p:spPr>
        <p:txBody>
          <a:bodyPr wrap="square" rtlCol="0">
            <a:spAutoFit/>
          </a:bodyPr>
          <a:lstStyle/>
          <a:p>
            <a:pPr algn="ctr"/>
            <a:r>
              <a:rPr lang="en-US" sz="2200" dirty="0">
                <a:solidFill>
                  <a:srgbClr val="FF0000"/>
                </a:solidFill>
                <a:latin typeface="Arial" panose="020B0604020202020204" pitchFamily="34" charset="0"/>
                <a:cs typeface="Arial" panose="020B0604020202020204" pitchFamily="34" charset="0"/>
              </a:rPr>
              <a:t>7  5  3</a:t>
            </a:r>
          </a:p>
        </p:txBody>
      </p:sp>
      <p:sp>
        <p:nvSpPr>
          <p:cNvPr id="17" name="TextBox 16">
            <a:extLst>
              <a:ext uri="{FF2B5EF4-FFF2-40B4-BE49-F238E27FC236}">
                <a16:creationId xmlns:a16="http://schemas.microsoft.com/office/drawing/2014/main" id="{B08EFDAA-3107-7B7B-A16B-F84965FF356D}"/>
              </a:ext>
            </a:extLst>
          </p:cNvPr>
          <p:cNvSpPr txBox="1"/>
          <p:nvPr/>
        </p:nvSpPr>
        <p:spPr>
          <a:xfrm>
            <a:off x="7566479" y="4239181"/>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6620804-3183-2AA8-E72A-CE1D7FC3A44C}"/>
              </a:ext>
            </a:extLst>
          </p:cNvPr>
          <p:cNvSpPr txBox="1"/>
          <p:nvPr/>
        </p:nvSpPr>
        <p:spPr>
          <a:xfrm>
            <a:off x="5953295" y="4264336"/>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2</a:t>
            </a:r>
            <a:endParaRPr lang="en-US" sz="2200" dirty="0">
              <a:solidFill>
                <a:srgbClr val="FF00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14DDDAE4-C86E-6379-B3DB-AB2C4BD827EE}"/>
              </a:ext>
            </a:extLst>
          </p:cNvPr>
          <p:cNvSpPr txBox="1"/>
          <p:nvPr/>
        </p:nvSpPr>
        <p:spPr>
          <a:xfrm>
            <a:off x="2731998" y="4257586"/>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0  1  0</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07221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6" grpId="0"/>
      <p:bldP spid="17" grpId="0"/>
      <p:bldP spid="18"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3E2E1-3FDD-97FB-19FC-F6065DED42C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2EE7021-EAAE-1F0A-1CF3-EC0806896A9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FA1B4FC5-AC65-759A-00A9-073D2BC5A4C4}"/>
              </a:ext>
            </a:extLst>
          </p:cNvPr>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4" name="Rectangle 3">
            <a:extLst>
              <a:ext uri="{FF2B5EF4-FFF2-40B4-BE49-F238E27FC236}">
                <a16:creationId xmlns:a16="http://schemas.microsoft.com/office/drawing/2014/main" id="{605B726B-6F23-93AB-F1E8-D9862FA81D27}"/>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8AD36940-0FFE-12EC-3B38-86AD0650145C}"/>
              </a:ext>
            </a:extLst>
          </p:cNvPr>
          <p:cNvGraphicFramePr>
            <a:graphicFrameLocks noGrp="1"/>
          </p:cNvGraphicFramePr>
          <p:nvPr>
            <p:extLst>
              <p:ext uri="{D42A27DB-BD31-4B8C-83A1-F6EECF244321}">
                <p14:modId xmlns:p14="http://schemas.microsoft.com/office/powerpoint/2010/main" val="82425510"/>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solidFill>
                            <a:schemeClr val="bg1">
                              <a:lumMod val="65000"/>
                            </a:schemeClr>
                          </a:solidFill>
                          <a:latin typeface="Arial" panose="020B0604020202020204" pitchFamily="34" charset="0"/>
                          <a:cs typeface="Arial" panose="020B0604020202020204" pitchFamily="34" charset="0"/>
                        </a:rPr>
                        <a:t>P</a:t>
                      </a:r>
                      <a:r>
                        <a:rPr lang="en-US" sz="2200" i="1" baseline="-25000" dirty="0">
                          <a:solidFill>
                            <a:schemeClr val="bg1">
                              <a:lumMod val="65000"/>
                            </a:schemeClr>
                          </a:solidFill>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2200" kern="1200" dirty="0">
                          <a:solidFill>
                            <a:schemeClr val="bg1">
                              <a:lumMod val="65000"/>
                            </a:schemeClr>
                          </a:solidFill>
                          <a:latin typeface="Arial" panose="020B0604020202020204" pitchFamily="34" charset="0"/>
                          <a:ea typeface="+mn-ea"/>
                          <a:cs typeface="Arial" panose="020B0604020202020204" pitchFamily="34" charset="0"/>
                        </a:rPr>
                        <a:t>7  5  3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4</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4  3  3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24F33194-B47E-DD3A-860D-CF3F243BC946}"/>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D4BFCA1-50EE-AD5C-09B1-A155D9645A47}"/>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2BEA67F-F634-0448-92EE-B3798BD804DC}"/>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7F2411E-FFAD-C6A7-EFAD-2B0002A5EC7E}"/>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218DB63-086C-4D1F-758D-394017997DE6}"/>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86D0D3B-10AE-5E6C-DACC-28F654D77E59}"/>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0</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62F545E-05FE-BD8D-3CAB-AAB274ACEE0B}"/>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462F545E-05FE-BD8D-3CAB-AAB274ACEE0B}"/>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AC0A0E6E-8C55-93B5-326D-E6ED84FB373B}"/>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7  5  5</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14710F1-8031-D596-39E2-0B32AA5A0BA6}"/>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137B0D68-335E-772C-6A39-82EC9D18F24C}"/>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383EB94-F1E9-FF9C-B2B5-CB8727792F26}"/>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16" name="TextBox 15">
            <a:extLst>
              <a:ext uri="{FF2B5EF4-FFF2-40B4-BE49-F238E27FC236}">
                <a16:creationId xmlns:a16="http://schemas.microsoft.com/office/drawing/2014/main" id="{957F4624-A6A7-8ED5-36AC-83128ACB8086}"/>
              </a:ext>
            </a:extLst>
          </p:cNvPr>
          <p:cNvSpPr txBox="1"/>
          <p:nvPr/>
        </p:nvSpPr>
        <p:spPr>
          <a:xfrm>
            <a:off x="2731998" y="425958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Tree>
    <p:custDataLst>
      <p:tags r:id="rId1"/>
    </p:custDataLst>
    <p:extLst>
      <p:ext uri="{BB962C8B-B14F-4D97-AF65-F5344CB8AC3E}">
        <p14:creationId xmlns:p14="http://schemas.microsoft.com/office/powerpoint/2010/main" val="1151993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DD01-5564-843F-2EA7-16271364E4F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6C80B46-CFC9-D514-62BB-8556433B5AC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1CA3BF2E-DACD-9232-CBDB-5559FA3CC240}"/>
              </a:ext>
            </a:extLst>
          </p:cNvPr>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4" name="Rectangle 3">
            <a:extLst>
              <a:ext uri="{FF2B5EF4-FFF2-40B4-BE49-F238E27FC236}">
                <a16:creationId xmlns:a16="http://schemas.microsoft.com/office/drawing/2014/main" id="{37793A2A-8AE0-29E9-B2A4-95184651E46D}"/>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F0C903CE-993A-172D-86EF-0AEB12D63A01}"/>
              </a:ext>
            </a:extLst>
          </p:cNvPr>
          <p:cNvGraphicFramePr>
            <a:graphicFrameLocks noGrp="1"/>
          </p:cNvGraphicFramePr>
          <p:nvPr>
            <p:extLst>
              <p:ext uri="{D42A27DB-BD31-4B8C-83A1-F6EECF244321}">
                <p14:modId xmlns:p14="http://schemas.microsoft.com/office/powerpoint/2010/main" val="323132205"/>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solidFill>
                            <a:schemeClr val="bg1">
                              <a:lumMod val="65000"/>
                            </a:schemeClr>
                          </a:solidFill>
                          <a:latin typeface="Arial" panose="020B0604020202020204" pitchFamily="34" charset="0"/>
                          <a:cs typeface="Arial" panose="020B0604020202020204" pitchFamily="34" charset="0"/>
                        </a:rPr>
                        <a:t>P</a:t>
                      </a:r>
                      <a:r>
                        <a:rPr lang="en-US" sz="2200" i="1" baseline="-25000" dirty="0">
                          <a:solidFill>
                            <a:schemeClr val="bg1">
                              <a:lumMod val="65000"/>
                            </a:schemeClr>
                          </a:solidFill>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2200" kern="1200" dirty="0">
                          <a:solidFill>
                            <a:schemeClr val="bg1">
                              <a:lumMod val="65000"/>
                            </a:schemeClr>
                          </a:solidFill>
                          <a:latin typeface="Arial" panose="020B0604020202020204" pitchFamily="34" charset="0"/>
                          <a:ea typeface="+mn-ea"/>
                          <a:cs typeface="Arial" panose="020B0604020202020204" pitchFamily="34" charset="0"/>
                        </a:rPr>
                        <a:t>7  5  3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4</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4  3  3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01974101-EBEB-BFD1-5142-4B0784744B97}"/>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C8891C6-98FF-EF03-F47E-DEB56D20CD55}"/>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2F6D443-5B56-1E23-C7D9-2AAA5EDF16C7}"/>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52D58E0-71CF-7FC1-3BED-5A1D4AA3DFDA}"/>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4234A15-000F-4038-3FF3-D25982E797C9}"/>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C954671-1092-9807-F669-4FBFEC482E54}"/>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2</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8EC914-D54F-28C7-E0EC-88D680817EE5}"/>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938EC914-D54F-28C7-E0EC-88D680817EE5}"/>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DA34307-D41E-9B1A-F0A3-5B4BFEBAB30B}"/>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7  5  5</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6D6F276-BD5D-69DA-9596-158A92ED4B98}"/>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26B7403-EFED-8606-0017-48E65A2D0091}"/>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E3ADFCC-A833-801B-2D31-410EACBB54F2}"/>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16" name="TextBox 15">
            <a:extLst>
              <a:ext uri="{FF2B5EF4-FFF2-40B4-BE49-F238E27FC236}">
                <a16:creationId xmlns:a16="http://schemas.microsoft.com/office/drawing/2014/main" id="{76CF60B2-F4DE-4886-216C-E18EEE2FDE39}"/>
              </a:ext>
            </a:extLst>
          </p:cNvPr>
          <p:cNvSpPr txBox="1"/>
          <p:nvPr/>
        </p:nvSpPr>
        <p:spPr>
          <a:xfrm>
            <a:off x="2731998" y="425958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19" name="TextBox 18">
            <a:extLst>
              <a:ext uri="{FF2B5EF4-FFF2-40B4-BE49-F238E27FC236}">
                <a16:creationId xmlns:a16="http://schemas.microsoft.com/office/drawing/2014/main" id="{7A7BFD4F-145B-BB7C-4326-8434781D1532}"/>
              </a:ext>
            </a:extLst>
          </p:cNvPr>
          <p:cNvSpPr txBox="1"/>
          <p:nvPr/>
        </p:nvSpPr>
        <p:spPr>
          <a:xfrm>
            <a:off x="7583021" y="5100597"/>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0  0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2D49754F-7D03-755F-19DB-FAC97F784687}"/>
              </a:ext>
            </a:extLst>
          </p:cNvPr>
          <p:cNvSpPr txBox="1"/>
          <p:nvPr/>
        </p:nvSpPr>
        <p:spPr>
          <a:xfrm>
            <a:off x="5945405" y="4263873"/>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1  5  </a:t>
            </a:r>
            <a:r>
              <a:rPr lang="en-US" sz="2200" kern="1200" dirty="0">
                <a:solidFill>
                  <a:srgbClr val="FF0000"/>
                </a:solidFill>
                <a:latin typeface="Arial" panose="020B0604020202020204" pitchFamily="34" charset="0"/>
                <a:cs typeface="Arial" panose="020B0604020202020204" pitchFamily="34" charset="0"/>
              </a:rPr>
              <a:t>5</a:t>
            </a:r>
            <a:endParaRPr lang="en-US" sz="2200" dirty="0">
              <a:solidFill>
                <a:srgbClr val="FF0000"/>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E92D455F-E900-DBF7-C529-142716BE2A16}"/>
              </a:ext>
            </a:extLst>
          </p:cNvPr>
          <p:cNvSpPr txBox="1"/>
          <p:nvPr/>
        </p:nvSpPr>
        <p:spPr>
          <a:xfrm>
            <a:off x="2737626" y="5116790"/>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3  0  2</a:t>
            </a:r>
            <a:endParaRPr lang="en-US" sz="22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0E2AF30A-9024-B63F-2A21-9FA3945B2574}"/>
              </a:ext>
            </a:extLst>
          </p:cNvPr>
          <p:cNvSpPr txBox="1"/>
          <p:nvPr/>
        </p:nvSpPr>
        <p:spPr>
          <a:xfrm>
            <a:off x="2744738" y="5121982"/>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9  0  </a:t>
            </a:r>
            <a:r>
              <a:rPr lang="en-US" sz="2200" kern="1200" dirty="0">
                <a:solidFill>
                  <a:srgbClr val="FF0000"/>
                </a:solidFill>
                <a:latin typeface="Arial" panose="020B0604020202020204" pitchFamily="34" charset="0"/>
                <a:cs typeface="Arial" panose="020B0604020202020204" pitchFamily="34" charset="0"/>
              </a:rPr>
              <a:t>2</a:t>
            </a:r>
            <a:endParaRPr lang="en-US" sz="2200"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66584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9" grpId="0"/>
      <p:bldP spid="20" grpId="0"/>
      <p:bldP spid="21"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C659E-44A6-6B6D-1A38-7C361600DBF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9111810-E2E1-4456-6BB8-A47995B0735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Banker’s Algorithm Safety Check</a:t>
            </a:r>
          </a:p>
        </p:txBody>
      </p:sp>
      <p:sp>
        <p:nvSpPr>
          <p:cNvPr id="3" name="Slide Number Placeholder 2">
            <a:extLst>
              <a:ext uri="{FF2B5EF4-FFF2-40B4-BE49-F238E27FC236}">
                <a16:creationId xmlns:a16="http://schemas.microsoft.com/office/drawing/2014/main" id="{C19D75B7-1F9B-FFE1-6B63-AE3553B44C1F}"/>
              </a:ext>
            </a:extLst>
          </p:cNvPr>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p:sp>
        <p:nvSpPr>
          <p:cNvPr id="4" name="Rectangle 3">
            <a:extLst>
              <a:ext uri="{FF2B5EF4-FFF2-40B4-BE49-F238E27FC236}">
                <a16:creationId xmlns:a16="http://schemas.microsoft.com/office/drawing/2014/main" id="{4AF4F66C-3658-D07D-1BEE-4F87D54AE7DE}"/>
              </a:ext>
            </a:extLst>
          </p:cNvPr>
          <p:cNvSpPr txBox="1">
            <a:spLocks noChangeArrowheads="1"/>
          </p:cNvSpPr>
          <p:nvPr/>
        </p:nvSpPr>
        <p:spPr>
          <a:xfrm>
            <a:off x="632151" y="1453242"/>
            <a:ext cx="9434802" cy="186979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EB2C79C7-F330-BCED-1C39-AC54A8D2478E}"/>
              </a:ext>
            </a:extLst>
          </p:cNvPr>
          <p:cNvGraphicFramePr>
            <a:graphicFrameLocks noGrp="1"/>
          </p:cNvGraphicFramePr>
          <p:nvPr>
            <p:extLst>
              <p:ext uri="{D42A27DB-BD31-4B8C-83A1-F6EECF244321}">
                <p14:modId xmlns:p14="http://schemas.microsoft.com/office/powerpoint/2010/main" val="524790131"/>
              </p:ext>
            </p:extLst>
          </p:nvPr>
        </p:nvGraphicFramePr>
        <p:xfrm>
          <a:off x="1752600" y="340484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solidFill>
                            <a:schemeClr val="bg1">
                              <a:lumMod val="65000"/>
                            </a:schemeClr>
                          </a:solidFill>
                          <a:latin typeface="Arial" panose="020B0604020202020204" pitchFamily="34" charset="0"/>
                          <a:cs typeface="Arial" panose="020B0604020202020204" pitchFamily="34" charset="0"/>
                        </a:rPr>
                        <a:t>P</a:t>
                      </a:r>
                      <a:r>
                        <a:rPr lang="en-US" sz="2200" i="1" baseline="-25000" dirty="0">
                          <a:solidFill>
                            <a:schemeClr val="bg1">
                              <a:lumMod val="65000"/>
                            </a:schemeClr>
                          </a:solidFill>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2200" kern="1200" dirty="0">
                          <a:solidFill>
                            <a:schemeClr val="bg1">
                              <a:lumMod val="65000"/>
                            </a:schemeClr>
                          </a:solidFill>
                          <a:latin typeface="Arial" panose="020B0604020202020204" pitchFamily="34" charset="0"/>
                          <a:ea typeface="+mn-ea"/>
                          <a:cs typeface="Arial" panose="020B0604020202020204" pitchFamily="34" charset="0"/>
                        </a:rPr>
                        <a:t>7  5  3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1</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3  2  2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9  0  2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2  2  2</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bg1">
                              <a:lumMod val="65000"/>
                            </a:schemeClr>
                          </a:solidFill>
                          <a:latin typeface="Arial" panose="020B0604020202020204" pitchFamily="34" charset="0"/>
                          <a:ea typeface="+mn-ea"/>
                          <a:cs typeface="Arial" panose="020B0604020202020204" pitchFamily="34" charset="0"/>
                        </a:rPr>
                        <a:t>P</a:t>
                      </a:r>
                      <a:r>
                        <a:rPr lang="en-US" sz="2200" i="1" kern="1200" baseline="-25000" dirty="0">
                          <a:solidFill>
                            <a:schemeClr val="bg1">
                              <a:lumMod val="65000"/>
                            </a:schemeClr>
                          </a:solidFill>
                          <a:latin typeface="Arial" panose="020B0604020202020204" pitchFamily="34" charset="0"/>
                          <a:ea typeface="+mn-ea"/>
                          <a:cs typeface="Arial" panose="020B0604020202020204" pitchFamily="34" charset="0"/>
                        </a:rPr>
                        <a:t>4</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4  3  3</a:t>
                      </a:r>
                      <a:endParaRPr lang="en-US" sz="2200" dirty="0">
                        <a:solidFill>
                          <a:schemeClr val="bg1">
                            <a:lumMod val="65000"/>
                          </a:schemeClr>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68D265CC-7976-3AD6-2E9E-6D53156B6BBF}"/>
              </a:ext>
            </a:extLst>
          </p:cNvPr>
          <p:cNvSpPr txBox="1"/>
          <p:nvPr/>
        </p:nvSpPr>
        <p:spPr>
          <a:xfrm>
            <a:off x="7573106" y="4255481"/>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A29A31C-05E5-1A47-2835-6A23B294E73D}"/>
              </a:ext>
            </a:extLst>
          </p:cNvPr>
          <p:cNvSpPr txBox="1"/>
          <p:nvPr/>
        </p:nvSpPr>
        <p:spPr>
          <a:xfrm>
            <a:off x="7573105" y="4686368"/>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FB3AA9-40D7-3069-3BA8-02340079E58E}"/>
              </a:ext>
            </a:extLst>
          </p:cNvPr>
          <p:cNvSpPr txBox="1"/>
          <p:nvPr/>
        </p:nvSpPr>
        <p:spPr>
          <a:xfrm>
            <a:off x="7590689" y="510951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cs typeface="Arial" panose="020B0604020202020204" pitchFamily="34" charset="0"/>
              </a:rPr>
              <a:t>0  0  0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6E492B0-3A18-7547-96B9-F79CB6ED4B62}"/>
              </a:ext>
            </a:extLst>
          </p:cNvPr>
          <p:cNvSpPr txBox="1"/>
          <p:nvPr/>
        </p:nvSpPr>
        <p:spPr>
          <a:xfrm>
            <a:off x="7590688" y="555286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907E9F8-FEB4-9299-9B87-83CB02345F37}"/>
              </a:ext>
            </a:extLst>
          </p:cNvPr>
          <p:cNvSpPr txBox="1"/>
          <p:nvPr/>
        </p:nvSpPr>
        <p:spPr>
          <a:xfrm>
            <a:off x="7608274" y="5958429"/>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6E3FE57-51AA-BDAE-3FCA-001DABF91D55}"/>
              </a:ext>
            </a:extLst>
          </p:cNvPr>
          <p:cNvSpPr txBox="1"/>
          <p:nvPr/>
        </p:nvSpPr>
        <p:spPr>
          <a:xfrm>
            <a:off x="9375738" y="2466189"/>
            <a:ext cx="691215" cy="461665"/>
          </a:xfrm>
          <a:prstGeom prst="rect">
            <a:avLst/>
          </a:prstGeom>
          <a:noFill/>
        </p:spPr>
        <p:txBody>
          <a:bodyPr wrap="none" rtlCol="0">
            <a:spAutoFit/>
          </a:bodyPr>
          <a:lstStyle/>
          <a:p>
            <a:r>
              <a:rPr lang="en-US" sz="2400" b="1" i="1" dirty="0">
                <a:solidFill>
                  <a:srgbClr val="FF0000"/>
                </a:solidFill>
                <a:latin typeface="Arial" panose="020B0604020202020204" pitchFamily="34" charset="0"/>
                <a:ea typeface="ＭＳ Ｐゴシック" pitchFamily="34" charset="-128"/>
                <a:cs typeface="Arial" panose="020B0604020202020204" pitchFamily="34" charset="0"/>
              </a:rPr>
              <a:t>P</a:t>
            </a:r>
            <a:r>
              <a:rPr lang="en-US" sz="2400" b="1" baseline="-25000" dirty="0">
                <a:solidFill>
                  <a:srgbClr val="FF0000"/>
                </a:solidFill>
                <a:latin typeface="Arial" panose="020B0604020202020204" pitchFamily="34" charset="0"/>
                <a:ea typeface="ＭＳ Ｐゴシック" pitchFamily="34" charset="-128"/>
                <a:cs typeface="Arial" panose="020B0604020202020204" pitchFamily="34" charset="0"/>
              </a:rPr>
              <a:t>2</a:t>
            </a:r>
            <a:r>
              <a:rPr lang="en-US" sz="2400" b="1" dirty="0">
                <a:solidFill>
                  <a:srgbClr val="FF0000"/>
                </a:solidFill>
                <a:latin typeface="Arial" panose="020B0604020202020204" pitchFamily="34" charset="0"/>
                <a:ea typeface="ＭＳ Ｐゴシック" pitchFamily="34" charset="-128"/>
                <a:cs typeface="Arial" panose="020B0604020202020204" pitchFamily="34" charset="0"/>
              </a:rPr>
              <a:t>?</a:t>
            </a:r>
            <a:endParaRPr lang="en-US" b="1" dirty="0">
              <a:solidFill>
                <a:srgbClr val="FF0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04D9B9E-AD75-45C1-431E-F08EB9F54FEF}"/>
                  </a:ext>
                </a:extLst>
              </p:cNvPr>
              <p:cNvSpPr txBox="1"/>
              <p:nvPr/>
            </p:nvSpPr>
            <p:spPr>
              <a:xfrm>
                <a:off x="8358550" y="2910188"/>
                <a:ext cx="2520461" cy="430887"/>
              </a:xfrm>
              <a:prstGeom prst="rect">
                <a:avLst/>
              </a:prstGeom>
              <a:noFill/>
            </p:spPr>
            <p:txBody>
              <a:bodyPr wrap="square" rtlCol="0">
                <a:spAutoFit/>
              </a:bodyPr>
              <a:lstStyle/>
              <a:p>
                <a:pPr algn="ctr"/>
                <a:r>
                  <a:rPr lang="en-US" sz="2200" b="1" i="1" kern="1200" dirty="0">
                    <a:solidFill>
                      <a:schemeClr val="tx1"/>
                    </a:solidFill>
                    <a:latin typeface="Arial" panose="020B0604020202020204" pitchFamily="34" charset="0"/>
                    <a:cs typeface="Arial" panose="020B0604020202020204" pitchFamily="34" charset="0"/>
                  </a:rPr>
                  <a:t>Need </a:t>
                </a:r>
                <a14:m>
                  <m:oMath xmlns:m="http://schemas.openxmlformats.org/officeDocument/2006/math">
                    <m:r>
                      <a:rPr lang="en-US" sz="2200" b="1" i="1" kern="120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m:rPr>
                        <m:nor/>
                      </m:rPr>
                      <a:rPr lang="en-US" sz="2200" b="1" i="1" dirty="0">
                        <a:latin typeface="Arial" panose="020B0604020202020204" pitchFamily="34" charset="0"/>
                        <a:cs typeface="Arial" panose="020B0604020202020204" pitchFamily="34" charset="0"/>
                      </a:rPr>
                      <m:t>Available</m:t>
                    </m:r>
                  </m:oMath>
                </a14:m>
                <a:endParaRPr lang="en-US" sz="2200" b="1" i="1"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C04D9B9E-AD75-45C1-431E-F08EB9F54FEF}"/>
                  </a:ext>
                </a:extLst>
              </p:cNvPr>
              <p:cNvSpPr txBox="1">
                <a:spLocks noRot="1" noChangeAspect="1" noMove="1" noResize="1" noEditPoints="1" noAdjustHandles="1" noChangeArrowheads="1" noChangeShapeType="1" noTextEdit="1"/>
              </p:cNvSpPr>
              <p:nvPr/>
            </p:nvSpPr>
            <p:spPr>
              <a:xfrm>
                <a:off x="8358550" y="2910188"/>
                <a:ext cx="2520461" cy="430887"/>
              </a:xfrm>
              <a:prstGeom prst="rect">
                <a:avLst/>
              </a:prstGeom>
              <a:blipFill>
                <a:blip r:embed="rId3"/>
                <a:stretch>
                  <a:fillRect l="-2174" t="-7042" b="-2957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96541AC-D192-2ECE-EB9B-AAB566574258}"/>
              </a:ext>
            </a:extLst>
          </p:cNvPr>
          <p:cNvSpPr txBox="1"/>
          <p:nvPr/>
        </p:nvSpPr>
        <p:spPr>
          <a:xfrm>
            <a:off x="5953296" y="425548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10  5  7</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6ADC8F5-5750-0887-900E-12583B085297}"/>
              </a:ext>
            </a:extLst>
          </p:cNvPr>
          <p:cNvSpPr txBox="1"/>
          <p:nvPr/>
        </p:nvSpPr>
        <p:spPr>
          <a:xfrm>
            <a:off x="2735309" y="467862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007B0F6-19E3-1C85-286A-955B15753146}"/>
              </a:ext>
            </a:extLst>
          </p:cNvPr>
          <p:cNvSpPr txBox="1"/>
          <p:nvPr/>
        </p:nvSpPr>
        <p:spPr>
          <a:xfrm>
            <a:off x="2717724" y="5535283"/>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773CAC1-8F74-5094-77AD-E4CB2A7743A6}"/>
              </a:ext>
            </a:extLst>
          </p:cNvPr>
          <p:cNvSpPr txBox="1"/>
          <p:nvPr/>
        </p:nvSpPr>
        <p:spPr>
          <a:xfrm>
            <a:off x="2717722" y="596374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16" name="TextBox 15">
            <a:extLst>
              <a:ext uri="{FF2B5EF4-FFF2-40B4-BE49-F238E27FC236}">
                <a16:creationId xmlns:a16="http://schemas.microsoft.com/office/drawing/2014/main" id="{80EB2A75-45A3-4D8D-6783-EB55D62F98A3}"/>
              </a:ext>
            </a:extLst>
          </p:cNvPr>
          <p:cNvSpPr txBox="1"/>
          <p:nvPr/>
        </p:nvSpPr>
        <p:spPr>
          <a:xfrm>
            <a:off x="2731998" y="4259585"/>
            <a:ext cx="1371599" cy="430887"/>
          </a:xfrm>
          <a:prstGeom prst="rect">
            <a:avLst/>
          </a:prstGeom>
          <a:noFill/>
        </p:spPr>
        <p:txBody>
          <a:bodyPr wrap="square" rtlCol="0">
            <a:spAutoFit/>
          </a:bodyPr>
          <a:lstStyle/>
          <a:p>
            <a:pPr algn="ctr"/>
            <a:r>
              <a:rPr lang="en-US" sz="2200" dirty="0">
                <a:solidFill>
                  <a:schemeClr val="bg1">
                    <a:lumMod val="65000"/>
                  </a:schemeClr>
                </a:solidFill>
                <a:latin typeface="Arial" panose="020B0604020202020204" pitchFamily="34" charset="0"/>
                <a:cs typeface="Arial" panose="020B0604020202020204" pitchFamily="34" charset="0"/>
              </a:rPr>
              <a:t>0  0  0</a:t>
            </a:r>
          </a:p>
        </p:txBody>
      </p:sp>
      <p:sp>
        <p:nvSpPr>
          <p:cNvPr id="21" name="TextBox 20">
            <a:extLst>
              <a:ext uri="{FF2B5EF4-FFF2-40B4-BE49-F238E27FC236}">
                <a16:creationId xmlns:a16="http://schemas.microsoft.com/office/drawing/2014/main" id="{22C75142-893E-9C3E-9437-F1AEDFB65177}"/>
              </a:ext>
            </a:extLst>
          </p:cNvPr>
          <p:cNvSpPr txBox="1"/>
          <p:nvPr/>
        </p:nvSpPr>
        <p:spPr>
          <a:xfrm>
            <a:off x="2720041" y="5099205"/>
            <a:ext cx="1371599" cy="430887"/>
          </a:xfrm>
          <a:prstGeom prst="rect">
            <a:avLst/>
          </a:prstGeom>
          <a:noFill/>
        </p:spPr>
        <p:txBody>
          <a:bodyPr wrap="square" rtlCol="0">
            <a:spAutoFit/>
          </a:bodyPr>
          <a:lstStyle/>
          <a:p>
            <a:pPr algn="ctr"/>
            <a:r>
              <a:rPr lang="en-US" sz="2200" kern="1200" dirty="0">
                <a:solidFill>
                  <a:schemeClr val="bg1">
                    <a:lumMod val="65000"/>
                  </a:schemeClr>
                </a:solidFill>
                <a:latin typeface="Arial" panose="020B0604020202020204" pitchFamily="34" charset="0"/>
                <a:ea typeface="+mn-ea"/>
                <a:cs typeface="Arial" panose="020B0604020202020204" pitchFamily="34" charset="0"/>
              </a:rPr>
              <a:t>0  0  </a:t>
            </a:r>
            <a:r>
              <a:rPr lang="en-US" sz="2200" kern="1200" dirty="0">
                <a:solidFill>
                  <a:schemeClr val="bg1">
                    <a:lumMod val="65000"/>
                  </a:schemeClr>
                </a:solidFill>
                <a:latin typeface="Arial" panose="020B0604020202020204" pitchFamily="34" charset="0"/>
                <a:cs typeface="Arial" panose="020B0604020202020204" pitchFamily="34" charset="0"/>
              </a:rPr>
              <a:t>0</a:t>
            </a:r>
            <a:endParaRPr lang="en-US" sz="2200" dirty="0">
              <a:solidFill>
                <a:schemeClr val="bg1">
                  <a:lumMod val="65000"/>
                </a:schemeClr>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1AB644B0-1AA8-6BFE-EB92-066D2CED80CF}"/>
              </a:ext>
            </a:extLst>
          </p:cNvPr>
          <p:cNvSpPr txBox="1"/>
          <p:nvPr/>
        </p:nvSpPr>
        <p:spPr>
          <a:xfrm>
            <a:off x="764620" y="6389315"/>
            <a:ext cx="10278518" cy="415498"/>
          </a:xfrm>
          <a:prstGeom prst="rect">
            <a:avLst/>
          </a:prstGeom>
          <a:noFill/>
        </p:spPr>
        <p:txBody>
          <a:bodyPr wrap="square" lIns="91440" tIns="45720" rIns="91440" bIns="45720" anchor="t">
            <a:spAutoFit/>
          </a:bodyPr>
          <a:lstStyle/>
          <a:p>
            <a:r>
              <a:rPr lang="en-US" sz="2100" dirty="0">
                <a:solidFill>
                  <a:srgbClr val="FF0000"/>
                </a:solidFill>
                <a:latin typeface="Arial"/>
                <a:ea typeface="ＭＳ Ｐゴシック"/>
                <a:cs typeface="Arial"/>
              </a:rPr>
              <a:t>The system is in a safe state as sequence &lt; </a:t>
            </a:r>
            <a:r>
              <a:rPr lang="en-US" sz="2100" i="1" dirty="0">
                <a:solidFill>
                  <a:srgbClr val="FF0000"/>
                </a:solidFill>
                <a:latin typeface="Arial"/>
                <a:ea typeface="ＭＳ Ｐゴシック"/>
                <a:cs typeface="Arial"/>
              </a:rPr>
              <a:t>P</a:t>
            </a:r>
            <a:r>
              <a:rPr lang="en-US" sz="2100" baseline="-25000" dirty="0">
                <a:solidFill>
                  <a:srgbClr val="FF0000"/>
                </a:solidFill>
                <a:latin typeface="Arial"/>
                <a:ea typeface="ＭＳ Ｐゴシック"/>
                <a:cs typeface="Arial"/>
              </a:rPr>
              <a:t>1</a:t>
            </a:r>
            <a:r>
              <a:rPr lang="en-US" sz="2100" dirty="0">
                <a:solidFill>
                  <a:srgbClr val="FF0000"/>
                </a:solidFill>
                <a:latin typeface="Arial"/>
                <a:ea typeface="ＭＳ Ｐゴシック"/>
                <a:cs typeface="Arial"/>
              </a:rPr>
              <a:t>, </a:t>
            </a:r>
            <a:r>
              <a:rPr lang="en-US" sz="2100" i="1" dirty="0">
                <a:solidFill>
                  <a:srgbClr val="FF0000"/>
                </a:solidFill>
                <a:latin typeface="Arial"/>
                <a:ea typeface="ＭＳ Ｐゴシック"/>
                <a:cs typeface="Arial"/>
              </a:rPr>
              <a:t>P</a:t>
            </a:r>
            <a:r>
              <a:rPr lang="en-US" sz="2100" baseline="-25000" dirty="0">
                <a:solidFill>
                  <a:srgbClr val="FF0000"/>
                </a:solidFill>
                <a:latin typeface="Arial"/>
                <a:ea typeface="ＭＳ Ｐゴシック"/>
                <a:cs typeface="Arial"/>
              </a:rPr>
              <a:t>3</a:t>
            </a:r>
            <a:r>
              <a:rPr lang="en-US" sz="2100" dirty="0">
                <a:solidFill>
                  <a:srgbClr val="FF0000"/>
                </a:solidFill>
                <a:latin typeface="Arial"/>
                <a:ea typeface="ＭＳ Ｐゴシック"/>
                <a:cs typeface="Arial"/>
              </a:rPr>
              <a:t>, </a:t>
            </a:r>
            <a:r>
              <a:rPr lang="en-US" sz="2100" i="1" dirty="0">
                <a:solidFill>
                  <a:srgbClr val="FF0000"/>
                </a:solidFill>
                <a:latin typeface="Arial"/>
                <a:ea typeface="ＭＳ Ｐゴシック"/>
                <a:cs typeface="Arial"/>
              </a:rPr>
              <a:t>P</a:t>
            </a:r>
            <a:r>
              <a:rPr lang="en-US" sz="2100" baseline="-25000" dirty="0">
                <a:solidFill>
                  <a:srgbClr val="FF0000"/>
                </a:solidFill>
                <a:latin typeface="Arial"/>
                <a:ea typeface="ＭＳ Ｐゴシック"/>
                <a:cs typeface="Arial"/>
              </a:rPr>
              <a:t>4</a:t>
            </a:r>
            <a:r>
              <a:rPr lang="en-US" sz="2100" dirty="0">
                <a:solidFill>
                  <a:srgbClr val="FF0000"/>
                </a:solidFill>
                <a:latin typeface="Arial"/>
                <a:ea typeface="ＭＳ Ｐゴシック"/>
                <a:cs typeface="Arial"/>
              </a:rPr>
              <a:t>, </a:t>
            </a:r>
            <a:r>
              <a:rPr lang="en-US" sz="2100" i="1" dirty="0">
                <a:solidFill>
                  <a:srgbClr val="FF0000"/>
                </a:solidFill>
                <a:latin typeface="Arial"/>
                <a:ea typeface="ＭＳ Ｐゴシック"/>
                <a:cs typeface="Arial"/>
              </a:rPr>
              <a:t>P</a:t>
            </a:r>
            <a:r>
              <a:rPr lang="en-US" sz="2100" baseline="-25000" dirty="0">
                <a:solidFill>
                  <a:srgbClr val="FF0000"/>
                </a:solidFill>
                <a:latin typeface="Arial"/>
                <a:ea typeface="ＭＳ Ｐゴシック"/>
                <a:cs typeface="Arial"/>
              </a:rPr>
              <a:t>0</a:t>
            </a:r>
            <a:r>
              <a:rPr lang="en-US" sz="2100" dirty="0">
                <a:solidFill>
                  <a:srgbClr val="FF0000"/>
                </a:solidFill>
                <a:latin typeface="Arial"/>
                <a:ea typeface="ＭＳ Ｐゴシック"/>
                <a:cs typeface="Arial"/>
              </a:rPr>
              <a:t>, </a:t>
            </a:r>
            <a:r>
              <a:rPr lang="en-US" sz="2100" i="1" dirty="0">
                <a:solidFill>
                  <a:srgbClr val="FF0000"/>
                </a:solidFill>
                <a:latin typeface="Arial"/>
                <a:ea typeface="ＭＳ Ｐゴシック"/>
                <a:cs typeface="Arial"/>
              </a:rPr>
              <a:t>P</a:t>
            </a:r>
            <a:r>
              <a:rPr lang="en-US" sz="2100" baseline="-25000" dirty="0">
                <a:solidFill>
                  <a:srgbClr val="FF0000"/>
                </a:solidFill>
                <a:latin typeface="Arial"/>
                <a:ea typeface="ＭＳ Ｐゴシック"/>
                <a:cs typeface="Arial"/>
              </a:rPr>
              <a:t>2</a:t>
            </a:r>
            <a:r>
              <a:rPr lang="en-US" sz="2100" dirty="0">
                <a:solidFill>
                  <a:srgbClr val="FF0000"/>
                </a:solidFill>
                <a:latin typeface="Arial"/>
                <a:ea typeface="ＭＳ Ｐゴシック"/>
                <a:cs typeface="Arial"/>
              </a:rPr>
              <a:t>&gt; satisfies safety criteria</a:t>
            </a:r>
          </a:p>
        </p:txBody>
      </p:sp>
    </p:spTree>
    <p:custDataLst>
      <p:tags r:id="rId1"/>
    </p:custDataLst>
    <p:extLst>
      <p:ext uri="{BB962C8B-B14F-4D97-AF65-F5344CB8AC3E}">
        <p14:creationId xmlns:p14="http://schemas.microsoft.com/office/powerpoint/2010/main" val="90401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E58E8-B4D9-3E0A-B235-8769B9F00B4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23D8EE3-8F79-5750-E62C-E52CAE0ADC60}"/>
              </a:ext>
            </a:extLst>
          </p:cNvPr>
          <p:cNvSpPr>
            <a:spLocks noGrp="1" noChangeArrowheads="1"/>
          </p:cNvSpPr>
          <p:nvPr>
            <p:ph type="title"/>
          </p:nvPr>
        </p:nvSpPr>
        <p:spPr>
          <a:xfrm>
            <a:off x="764620" y="554038"/>
            <a:ext cx="10515600" cy="407507"/>
          </a:xfrm>
        </p:spPr>
        <p:txBody>
          <a:bodyPr/>
          <a:lstStyle/>
          <a:p>
            <a:r>
              <a:rPr lang="en-US" sz="4000" dirty="0">
                <a:latin typeface="Arial" panose="020B0604020202020204" pitchFamily="34" charset="0"/>
                <a:cs typeface="Arial" panose="020B0604020202020204" pitchFamily="34" charset="0"/>
              </a:rPr>
              <a:t>Example: Banker’s Algorithm Resource Request</a:t>
            </a:r>
          </a:p>
        </p:txBody>
      </p:sp>
      <p:sp>
        <p:nvSpPr>
          <p:cNvPr id="3" name="Slide Number Placeholder 2">
            <a:extLst>
              <a:ext uri="{FF2B5EF4-FFF2-40B4-BE49-F238E27FC236}">
                <a16:creationId xmlns:a16="http://schemas.microsoft.com/office/drawing/2014/main" id="{842DD7CB-36A6-022B-4599-951D3C61869D}"/>
              </a:ext>
            </a:extLst>
          </p:cNvPr>
          <p:cNvSpPr>
            <a:spLocks noGrp="1"/>
          </p:cNvSpPr>
          <p:nvPr>
            <p:ph type="sldNum" sz="quarter" idx="12"/>
          </p:nvPr>
        </p:nvSpPr>
        <p:spPr/>
        <p:txBody>
          <a:bodyPr/>
          <a:lstStyle/>
          <a:p>
            <a:fld id="{3485D9CA-6DAA-4C3C-A3E2-EDEA918D5F89}" type="slidenum">
              <a:rPr lang="en-US">
                <a:latin typeface="Calibri"/>
              </a:rPr>
              <a:pPr/>
              <a:t>36</a:t>
            </a:fld>
            <a:endParaRPr lang="en-US">
              <a:latin typeface="Calibri"/>
            </a:endParaRPr>
          </a:p>
        </p:txBody>
      </p:sp>
      <p:sp>
        <p:nvSpPr>
          <p:cNvPr id="4" name="Rectangle 3">
            <a:extLst>
              <a:ext uri="{FF2B5EF4-FFF2-40B4-BE49-F238E27FC236}">
                <a16:creationId xmlns:a16="http://schemas.microsoft.com/office/drawing/2014/main" id="{412B4B80-AAC0-142F-EF06-9A77F5F1D252}"/>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(10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(5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(7 instances)</a:t>
            </a:r>
          </a:p>
          <a:p>
            <a:pPr>
              <a:buFont typeface="Monotype Sorts" pitchFamily="-84" charset="2"/>
              <a:buNone/>
              <a:tabLst>
                <a:tab pos="1371600" algn="l"/>
                <a:tab pos="2395538" algn="ctr"/>
                <a:tab pos="3594100" algn="ctr"/>
                <a:tab pos="4805363" algn="ctr"/>
              </a:tabLst>
            </a:pPr>
            <a:r>
              <a:rPr lang="en-US" sz="1400"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P1 Request (1,0,2) = ?</a:t>
            </a:r>
          </a:p>
        </p:txBody>
      </p:sp>
      <p:graphicFrame>
        <p:nvGraphicFramePr>
          <p:cNvPr id="2" name="Table 1">
            <a:extLst>
              <a:ext uri="{FF2B5EF4-FFF2-40B4-BE49-F238E27FC236}">
                <a16:creationId xmlns:a16="http://schemas.microsoft.com/office/drawing/2014/main" id="{67895651-5745-0740-9241-5635B2CF8100}"/>
              </a:ext>
            </a:extLst>
          </p:cNvPr>
          <p:cNvGraphicFramePr>
            <a:graphicFrameLocks noGrp="1"/>
          </p:cNvGraphicFramePr>
          <p:nvPr>
            <p:extLst>
              <p:ext uri="{D42A27DB-BD31-4B8C-83A1-F6EECF244321}">
                <p14:modId xmlns:p14="http://schemas.microsoft.com/office/powerpoint/2010/main" val="2367321960"/>
              </p:ext>
            </p:extLst>
          </p:nvPr>
        </p:nvGraphicFramePr>
        <p:xfrm>
          <a:off x="1752600" y="3017977"/>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3  3  2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FEE62ED5-9662-2446-B630-1DF8839073C5}"/>
              </a:ext>
            </a:extLst>
          </p:cNvPr>
          <p:cNvSpPr txBox="1"/>
          <p:nvPr/>
        </p:nvSpPr>
        <p:spPr>
          <a:xfrm>
            <a:off x="7573106" y="386861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8730F7F-A7C6-8058-82B4-68E1F5FDE310}"/>
              </a:ext>
            </a:extLst>
          </p:cNvPr>
          <p:cNvSpPr txBox="1"/>
          <p:nvPr/>
        </p:nvSpPr>
        <p:spPr>
          <a:xfrm>
            <a:off x="7573105" y="4299498"/>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1  2  2</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9727C20-87A6-F78E-337C-60C994B1C411}"/>
              </a:ext>
            </a:extLst>
          </p:cNvPr>
          <p:cNvSpPr txBox="1"/>
          <p:nvPr/>
        </p:nvSpPr>
        <p:spPr>
          <a:xfrm>
            <a:off x="7590689" y="472264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9FA9F9-31F7-E213-024D-587B95D53496}"/>
              </a:ext>
            </a:extLst>
          </p:cNvPr>
          <p:cNvSpPr txBox="1"/>
          <p:nvPr/>
        </p:nvSpPr>
        <p:spPr>
          <a:xfrm>
            <a:off x="7590688" y="516599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55FD59B-8642-5B19-2159-AE4BED7DB828}"/>
              </a:ext>
            </a:extLst>
          </p:cNvPr>
          <p:cNvSpPr txBox="1"/>
          <p:nvPr/>
        </p:nvSpPr>
        <p:spPr>
          <a:xfrm>
            <a:off x="7608274" y="557155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398817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3977E-DA25-A613-15BA-6C02C318BA8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37EC7B5-98D4-0099-CA86-5BA6B51853EF}"/>
              </a:ext>
            </a:extLst>
          </p:cNvPr>
          <p:cNvSpPr>
            <a:spLocks noGrp="1" noChangeArrowheads="1"/>
          </p:cNvSpPr>
          <p:nvPr>
            <p:ph type="title"/>
          </p:nvPr>
        </p:nvSpPr>
        <p:spPr>
          <a:xfrm>
            <a:off x="764620" y="554038"/>
            <a:ext cx="10515600" cy="407507"/>
          </a:xfrm>
        </p:spPr>
        <p:txBody>
          <a:bodyPr/>
          <a:lstStyle/>
          <a:p>
            <a:r>
              <a:rPr lang="en-US" sz="4000" dirty="0">
                <a:latin typeface="Arial" panose="020B0604020202020204" pitchFamily="34" charset="0"/>
                <a:cs typeface="Arial" panose="020B0604020202020204" pitchFamily="34" charset="0"/>
              </a:rPr>
              <a:t>Example: Banker’s Algorithm Resource Request</a:t>
            </a:r>
          </a:p>
        </p:txBody>
      </p:sp>
      <p:sp>
        <p:nvSpPr>
          <p:cNvPr id="3" name="Slide Number Placeholder 2">
            <a:extLst>
              <a:ext uri="{FF2B5EF4-FFF2-40B4-BE49-F238E27FC236}">
                <a16:creationId xmlns:a16="http://schemas.microsoft.com/office/drawing/2014/main" id="{0BF73072-AB84-B1A0-5ABA-B4A56B486514}"/>
              </a:ext>
            </a:extLst>
          </p:cNvPr>
          <p:cNvSpPr>
            <a:spLocks noGrp="1"/>
          </p:cNvSpPr>
          <p:nvPr>
            <p:ph type="sldNum" sz="quarter" idx="12"/>
          </p:nvPr>
        </p:nvSpPr>
        <p:spPr/>
        <p:txBody>
          <a:bodyPr/>
          <a:lstStyle/>
          <a:p>
            <a:fld id="{3485D9CA-6DAA-4C3C-A3E2-EDEA918D5F89}" type="slidenum">
              <a:rPr lang="en-US">
                <a:latin typeface="Calibri"/>
              </a:rPr>
              <a:pPr/>
              <a:t>37</a:t>
            </a:fld>
            <a:endParaRPr lang="en-US">
              <a:latin typeface="Calibri"/>
            </a:endParaRPr>
          </a:p>
        </p:txBody>
      </p:sp>
      <p:sp>
        <p:nvSpPr>
          <p:cNvPr id="4" name="Rectangle 3">
            <a:extLst>
              <a:ext uri="{FF2B5EF4-FFF2-40B4-BE49-F238E27FC236}">
                <a16:creationId xmlns:a16="http://schemas.microsoft.com/office/drawing/2014/main" id="{21B02CE9-5288-FE6E-8CAD-14D0FF9B4C52}"/>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marL="176213" indent="9525">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P1 Request (1,0,2) = ?</a:t>
            </a:r>
          </a:p>
          <a:p>
            <a:pPr marL="176213" indent="9525">
              <a:buFont typeface="Monotype Sorts" pitchFamily="-84" charset="2"/>
              <a:buNone/>
              <a:tabLst>
                <a:tab pos="1371600" algn="l"/>
                <a:tab pos="2395538" algn="ctr"/>
                <a:tab pos="3594100" algn="ctr"/>
                <a:tab pos="4805363" algn="ctr"/>
              </a:tabLst>
            </a:pPr>
            <a:endParaRPr lang="en-US" sz="1400" dirty="0">
              <a:latin typeface="Arial" panose="020B0604020202020204" pitchFamily="34" charset="0"/>
              <a:ea typeface="ＭＳ Ｐゴシック" pitchFamily="34" charset="-128"/>
              <a:cs typeface="Arial" panose="020B0604020202020204" pitchFamily="34" charset="0"/>
            </a:endParaRPr>
          </a:p>
          <a:p>
            <a:pPr marL="176213" indent="9525">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Check that Request </a:t>
            </a:r>
            <a:r>
              <a:rPr lang="en-US" altLang="en-US" sz="2200" b="1"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ea typeface="ＭＳ Ｐゴシック" pitchFamily="34" charset="-128"/>
                <a:cs typeface="Arial" panose="020B0604020202020204" pitchFamily="34" charset="0"/>
              </a:rPr>
              <a:t> Available (that is, (1,0,2) </a:t>
            </a:r>
            <a:r>
              <a:rPr lang="en-US" altLang="en-US" sz="2200" b="1"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ea typeface="ＭＳ Ｐゴシック" pitchFamily="34" charset="-128"/>
                <a:cs typeface="Arial" panose="020B0604020202020204" pitchFamily="34" charset="0"/>
              </a:rPr>
              <a:t> (3,3,2) </a:t>
            </a:r>
            <a:r>
              <a:rPr lang="en-US" dirty="0">
                <a:latin typeface="Arial" panose="020B0604020202020204" pitchFamily="34" charset="0"/>
                <a:ea typeface="ＭＳ Ｐゴシック" pitchFamily="34" charset="-128"/>
                <a:cs typeface="Arial" panose="020B0604020202020204" pitchFamily="34" charset="0"/>
                <a:sym typeface="Wingdings" panose="05000000000000000000" pitchFamily="2" charset="2"/>
              </a:rPr>
              <a:t></a:t>
            </a:r>
            <a:r>
              <a:rPr lang="en-US" dirty="0">
                <a:latin typeface="Arial" panose="020B0604020202020204" pitchFamily="34" charset="0"/>
                <a:ea typeface="ＭＳ Ｐゴシック" pitchFamily="34" charset="-128"/>
                <a:cs typeface="Arial" panose="020B0604020202020204" pitchFamily="34" charset="0"/>
              </a:rPr>
              <a:t> true</a:t>
            </a:r>
          </a:p>
          <a:p>
            <a:pPr marL="176213" indent="9525">
              <a:buFont typeface="Monotype Sorts" pitchFamily="-84" charset="2"/>
              <a:buNone/>
              <a:tabLst>
                <a:tab pos="1371600" algn="l"/>
                <a:tab pos="2395538" algn="ctr"/>
                <a:tab pos="3594100" algn="ctr"/>
                <a:tab pos="4805363" algn="ctr"/>
              </a:tabLst>
            </a:pPr>
            <a:endParaRPr lang="en-US" sz="1400" dirty="0">
              <a:latin typeface="Arial" panose="020B0604020202020204" pitchFamily="34" charset="0"/>
              <a:ea typeface="ＭＳ Ｐゴシック" pitchFamily="34" charset="-128"/>
              <a:cs typeface="Arial" panose="020B0604020202020204" pitchFamily="34" charset="0"/>
            </a:endParaRPr>
          </a:p>
          <a:p>
            <a:pPr marL="176213" indent="9525">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Executing safety algorithm shows that sequence &lt; </a:t>
            </a:r>
            <a:r>
              <a:rPr lang="en-US" b="1" i="1" dirty="0">
                <a:latin typeface="Arial" panose="020B0604020202020204" pitchFamily="34" charset="0"/>
                <a:ea typeface="ＭＳ Ｐゴシック" pitchFamily="34" charset="-128"/>
                <a:cs typeface="Arial" panose="020B0604020202020204" pitchFamily="34" charset="0"/>
              </a:rPr>
              <a:t>P</a:t>
            </a:r>
            <a:r>
              <a:rPr lang="en-US" b="1" i="1" baseline="-25000" dirty="0">
                <a:latin typeface="Arial" panose="020B0604020202020204" pitchFamily="34" charset="0"/>
                <a:ea typeface="ＭＳ Ｐゴシック" pitchFamily="34" charset="-128"/>
                <a:cs typeface="Arial" panose="020B0604020202020204" pitchFamily="34" charset="0"/>
              </a:rPr>
              <a:t>1</a:t>
            </a:r>
            <a:r>
              <a:rPr lang="en-US" b="1" i="1" dirty="0">
                <a:latin typeface="Arial" panose="020B0604020202020204" pitchFamily="34" charset="0"/>
                <a:ea typeface="ＭＳ Ｐゴシック" pitchFamily="34" charset="-128"/>
                <a:cs typeface="Arial" panose="020B0604020202020204" pitchFamily="34" charset="0"/>
              </a:rPr>
              <a:t>, P</a:t>
            </a:r>
            <a:r>
              <a:rPr lang="en-US" b="1" i="1" baseline="-25000" dirty="0">
                <a:latin typeface="Arial" panose="020B0604020202020204" pitchFamily="34" charset="0"/>
                <a:ea typeface="ＭＳ Ｐゴシック" pitchFamily="34" charset="-128"/>
                <a:cs typeface="Arial" panose="020B0604020202020204" pitchFamily="34" charset="0"/>
              </a:rPr>
              <a:t>3</a:t>
            </a:r>
            <a:r>
              <a:rPr lang="en-US" b="1" i="1" dirty="0">
                <a:latin typeface="Arial" panose="020B0604020202020204" pitchFamily="34" charset="0"/>
                <a:ea typeface="ＭＳ Ｐゴシック" pitchFamily="34" charset="-128"/>
                <a:cs typeface="Arial" panose="020B0604020202020204" pitchFamily="34" charset="0"/>
              </a:rPr>
              <a:t>, P</a:t>
            </a:r>
            <a:r>
              <a:rPr lang="en-US" b="1" i="1" baseline="-25000" dirty="0">
                <a:latin typeface="Arial" panose="020B0604020202020204" pitchFamily="34" charset="0"/>
                <a:ea typeface="ＭＳ Ｐゴシック" pitchFamily="34" charset="-128"/>
                <a:cs typeface="Arial" panose="020B0604020202020204" pitchFamily="34" charset="0"/>
              </a:rPr>
              <a:t>4</a:t>
            </a:r>
            <a:r>
              <a:rPr lang="en-US" b="1" i="1" dirty="0">
                <a:latin typeface="Arial" panose="020B0604020202020204" pitchFamily="34" charset="0"/>
                <a:ea typeface="ＭＳ Ｐゴシック" pitchFamily="34" charset="-128"/>
                <a:cs typeface="Arial" panose="020B0604020202020204" pitchFamily="34" charset="0"/>
              </a:rPr>
              <a:t>, P</a:t>
            </a:r>
            <a:r>
              <a:rPr lang="en-US" b="1" i="1" baseline="-25000" dirty="0">
                <a:latin typeface="Arial" panose="020B0604020202020204" pitchFamily="34" charset="0"/>
                <a:ea typeface="ＭＳ Ｐゴシック" pitchFamily="34" charset="-128"/>
                <a:cs typeface="Arial" panose="020B0604020202020204" pitchFamily="34" charset="0"/>
              </a:rPr>
              <a:t>0</a:t>
            </a:r>
            <a:r>
              <a:rPr lang="en-US" b="1" i="1" dirty="0">
                <a:latin typeface="Arial" panose="020B0604020202020204" pitchFamily="34" charset="0"/>
                <a:ea typeface="ＭＳ Ｐゴシック" pitchFamily="34" charset="-128"/>
                <a:cs typeface="Arial" panose="020B0604020202020204" pitchFamily="34" charset="0"/>
              </a:rPr>
              <a:t>, P</a:t>
            </a:r>
            <a:r>
              <a:rPr lang="en-US" b="1" i="1" baseline="-25000" dirty="0">
                <a:latin typeface="Arial" panose="020B0604020202020204" pitchFamily="34" charset="0"/>
                <a:ea typeface="ＭＳ Ｐゴシック" pitchFamily="34" charset="-128"/>
                <a:cs typeface="Arial" panose="020B0604020202020204" pitchFamily="34" charset="0"/>
              </a:rPr>
              <a:t>2</a:t>
            </a:r>
            <a:r>
              <a:rPr lang="en-US" dirty="0">
                <a:latin typeface="Arial" panose="020B0604020202020204" pitchFamily="34" charset="0"/>
                <a:ea typeface="ＭＳ Ｐゴシック" pitchFamily="34" charset="-128"/>
                <a:cs typeface="Arial" panose="020B0604020202020204" pitchFamily="34" charset="0"/>
              </a:rPr>
              <a:t>&gt; satisfies safety requirement</a:t>
            </a:r>
          </a:p>
        </p:txBody>
      </p:sp>
      <p:graphicFrame>
        <p:nvGraphicFramePr>
          <p:cNvPr id="2" name="Table 1">
            <a:extLst>
              <a:ext uri="{FF2B5EF4-FFF2-40B4-BE49-F238E27FC236}">
                <a16:creationId xmlns:a16="http://schemas.microsoft.com/office/drawing/2014/main" id="{73887FC0-90F8-1866-CE57-7319FF33EA5E}"/>
              </a:ext>
            </a:extLst>
          </p:cNvPr>
          <p:cNvGraphicFramePr>
            <a:graphicFrameLocks noGrp="1"/>
          </p:cNvGraphicFramePr>
          <p:nvPr>
            <p:extLst>
              <p:ext uri="{D42A27DB-BD31-4B8C-83A1-F6EECF244321}">
                <p14:modId xmlns:p14="http://schemas.microsoft.com/office/powerpoint/2010/main" val="4209504839"/>
              </p:ext>
            </p:extLst>
          </p:nvPr>
        </p:nvGraphicFramePr>
        <p:xfrm>
          <a:off x="1752600" y="1400190"/>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801D65D7-BCF1-9274-3297-A1D1FC7481EC}"/>
              </a:ext>
            </a:extLst>
          </p:cNvPr>
          <p:cNvSpPr txBox="1"/>
          <p:nvPr/>
        </p:nvSpPr>
        <p:spPr>
          <a:xfrm>
            <a:off x="7573106" y="2250824"/>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56EED41-894A-2B3D-D834-5673CAC3C646}"/>
              </a:ext>
            </a:extLst>
          </p:cNvPr>
          <p:cNvSpPr txBox="1"/>
          <p:nvPr/>
        </p:nvSpPr>
        <p:spPr>
          <a:xfrm>
            <a:off x="7573105" y="268171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1  2  2</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57CCA92-2DC3-CA98-C6C3-A8557DFF6B40}"/>
              </a:ext>
            </a:extLst>
          </p:cNvPr>
          <p:cNvSpPr txBox="1"/>
          <p:nvPr/>
        </p:nvSpPr>
        <p:spPr>
          <a:xfrm>
            <a:off x="7590689" y="3104856"/>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FC67B6A-3205-DC85-DC50-0A4625D2EB98}"/>
              </a:ext>
            </a:extLst>
          </p:cNvPr>
          <p:cNvSpPr txBox="1"/>
          <p:nvPr/>
        </p:nvSpPr>
        <p:spPr>
          <a:xfrm>
            <a:off x="7590688" y="3548212"/>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144B2B9-9402-1028-0279-A6F2BE4384AC}"/>
              </a:ext>
            </a:extLst>
          </p:cNvPr>
          <p:cNvSpPr txBox="1"/>
          <p:nvPr/>
        </p:nvSpPr>
        <p:spPr>
          <a:xfrm>
            <a:off x="7608274" y="3953772"/>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D29EF3B-7AF3-EF94-7E61-6427DEDDB0E7}"/>
              </a:ext>
            </a:extLst>
          </p:cNvPr>
          <p:cNvSpPr txBox="1"/>
          <p:nvPr/>
        </p:nvSpPr>
        <p:spPr>
          <a:xfrm>
            <a:off x="5956216" y="2258454"/>
            <a:ext cx="1371599" cy="430887"/>
          </a:xfrm>
          <a:prstGeom prst="rect">
            <a:avLst/>
          </a:prstGeom>
          <a:noFill/>
        </p:spPr>
        <p:txBody>
          <a:bodyPr wrap="square" rtlCol="0">
            <a:spAutoFit/>
          </a:bodyPr>
          <a:lstStyle/>
          <a:p>
            <a:pPr algn="ctr"/>
            <a:r>
              <a:rPr lang="en-US" sz="2200" kern="1200" dirty="0">
                <a:solidFill>
                  <a:srgbClr val="FF0000"/>
                </a:solidFill>
                <a:latin typeface="Arial" panose="020B0604020202020204" pitchFamily="34" charset="0"/>
                <a:ea typeface="+mn-ea"/>
                <a:cs typeface="Arial" panose="020B0604020202020204" pitchFamily="34" charset="0"/>
              </a:rPr>
              <a:t>2  3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0795B87-9B6C-9D58-DDFD-98A9287DD706}"/>
              </a:ext>
            </a:extLst>
          </p:cNvPr>
          <p:cNvSpPr txBox="1"/>
          <p:nvPr/>
        </p:nvSpPr>
        <p:spPr>
          <a:xfrm>
            <a:off x="2725517" y="26739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2  0  0</a:t>
            </a:r>
            <a:endParaRPr lang="en-US" sz="22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062BC0D-D54D-FD84-0D72-5FB48ED49FA5}"/>
              </a:ext>
            </a:extLst>
          </p:cNvPr>
          <p:cNvSpPr txBox="1"/>
          <p:nvPr/>
        </p:nvSpPr>
        <p:spPr>
          <a:xfrm>
            <a:off x="2731751" y="2681710"/>
            <a:ext cx="1371599" cy="430887"/>
          </a:xfrm>
          <a:prstGeom prst="rect">
            <a:avLst/>
          </a:prstGeom>
          <a:noFill/>
        </p:spPr>
        <p:txBody>
          <a:bodyPr wrap="square" rtlCol="0">
            <a:spAutoFit/>
          </a:bodyPr>
          <a:lstStyle/>
          <a:p>
            <a:pPr algn="ctr"/>
            <a:r>
              <a:rPr lang="en-US" sz="2200" dirty="0">
                <a:solidFill>
                  <a:srgbClr val="FF0000"/>
                </a:solidFill>
                <a:latin typeface="Arial" panose="020B0604020202020204" pitchFamily="34" charset="0"/>
                <a:cs typeface="Arial" panose="020B0604020202020204" pitchFamily="34" charset="0"/>
              </a:rPr>
              <a:t>3</a:t>
            </a:r>
            <a:r>
              <a:rPr lang="en-US" sz="2200" kern="1200" dirty="0">
                <a:solidFill>
                  <a:srgbClr val="FF0000"/>
                </a:solidFill>
                <a:latin typeface="Arial" panose="020B0604020202020204" pitchFamily="34" charset="0"/>
                <a:ea typeface="+mn-ea"/>
                <a:cs typeface="Arial" panose="020B0604020202020204" pitchFamily="34" charset="0"/>
              </a:rPr>
              <a:t>  0  </a:t>
            </a:r>
            <a:r>
              <a:rPr lang="en-US" sz="2200" kern="1200" dirty="0">
                <a:solidFill>
                  <a:srgbClr val="FF0000"/>
                </a:solidFill>
                <a:latin typeface="Arial" panose="020B0604020202020204" pitchFamily="34" charset="0"/>
                <a:cs typeface="Arial" panose="020B0604020202020204" pitchFamily="34" charset="0"/>
              </a:rPr>
              <a:t>2</a:t>
            </a:r>
            <a:endParaRPr lang="en-US" sz="2200" dirty="0">
              <a:solidFill>
                <a:srgbClr val="FF000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61A5B11-ECE3-62BD-3744-41910F173351}"/>
              </a:ext>
            </a:extLst>
          </p:cNvPr>
          <p:cNvSpPr txBox="1"/>
          <p:nvPr/>
        </p:nvSpPr>
        <p:spPr>
          <a:xfrm>
            <a:off x="4349063" y="268171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a:t>
            </a:r>
            <a:r>
              <a:rPr lang="en-US" sz="2200" dirty="0">
                <a:latin typeface="Arial" panose="020B0604020202020204" pitchFamily="34" charset="0"/>
                <a:cs typeface="Arial" panose="020B0604020202020204" pitchFamily="34" charset="0"/>
              </a:rPr>
              <a:t>2</a:t>
            </a:r>
            <a:r>
              <a:rPr lang="en-US" sz="2200" kern="1200" dirty="0">
                <a:solidFill>
                  <a:schemeClr val="tx1"/>
                </a:solidFill>
                <a:latin typeface="Arial" panose="020B0604020202020204" pitchFamily="34" charset="0"/>
                <a:ea typeface="+mn-ea"/>
                <a:cs typeface="Arial" panose="020B0604020202020204" pitchFamily="34" charset="0"/>
              </a:rPr>
              <a:t>  2</a:t>
            </a:r>
            <a:endParaRPr lang="en-US" sz="22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AAD675F-2C85-8C10-C53B-ABED3DDF1A28}"/>
              </a:ext>
            </a:extLst>
          </p:cNvPr>
          <p:cNvSpPr txBox="1"/>
          <p:nvPr/>
        </p:nvSpPr>
        <p:spPr>
          <a:xfrm>
            <a:off x="5949559" y="2259740"/>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a:t>
            </a:r>
            <a:r>
              <a:rPr lang="en-US" sz="2200" dirty="0">
                <a:latin typeface="Arial" panose="020B0604020202020204" pitchFamily="34" charset="0"/>
                <a:cs typeface="Arial" panose="020B0604020202020204" pitchFamily="34" charset="0"/>
              </a:rPr>
              <a:t>3</a:t>
            </a:r>
            <a:r>
              <a:rPr lang="en-US" sz="2200" kern="1200" dirty="0">
                <a:solidFill>
                  <a:schemeClr val="tx1"/>
                </a:solidFill>
                <a:latin typeface="Arial" panose="020B0604020202020204" pitchFamily="34" charset="0"/>
                <a:ea typeface="+mn-ea"/>
                <a:cs typeface="Arial" panose="020B0604020202020204" pitchFamily="34" charset="0"/>
              </a:rPr>
              <a:t>  2</a:t>
            </a:r>
            <a:endParaRPr lang="en-US" sz="22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DFABE043-A11B-2EED-A624-22B6558F3ABD}"/>
              </a:ext>
            </a:extLst>
          </p:cNvPr>
          <p:cNvSpPr txBox="1"/>
          <p:nvPr/>
        </p:nvSpPr>
        <p:spPr>
          <a:xfrm>
            <a:off x="7578181" y="2681719"/>
            <a:ext cx="1371599" cy="430887"/>
          </a:xfrm>
          <a:prstGeom prst="rect">
            <a:avLst/>
          </a:prstGeom>
          <a:noFill/>
        </p:spPr>
        <p:txBody>
          <a:bodyPr wrap="square" rtlCol="0">
            <a:spAutoFit/>
          </a:bodyPr>
          <a:lstStyle/>
          <a:p>
            <a:pPr algn="ctr"/>
            <a:r>
              <a:rPr lang="en-US" sz="2200" dirty="0">
                <a:solidFill>
                  <a:srgbClr val="FF0000"/>
                </a:solidFill>
                <a:latin typeface="Arial" panose="020B0604020202020204" pitchFamily="34" charset="0"/>
                <a:cs typeface="Arial" panose="020B0604020202020204" pitchFamily="34" charset="0"/>
              </a:rPr>
              <a:t>0</a:t>
            </a:r>
            <a:r>
              <a:rPr lang="en-US" sz="2200" kern="1200" dirty="0">
                <a:solidFill>
                  <a:srgbClr val="FF0000"/>
                </a:solidFill>
                <a:latin typeface="Arial" panose="020B0604020202020204" pitchFamily="34" charset="0"/>
                <a:ea typeface="+mn-ea"/>
                <a:cs typeface="Arial" panose="020B0604020202020204" pitchFamily="34" charset="0"/>
              </a:rPr>
              <a:t>  2  </a:t>
            </a:r>
            <a:r>
              <a:rPr lang="en-US" sz="2200" kern="1200" dirty="0">
                <a:solidFill>
                  <a:srgbClr val="FF0000"/>
                </a:solidFill>
                <a:latin typeface="Arial" panose="020B0604020202020204" pitchFamily="34" charset="0"/>
                <a:cs typeface="Arial" panose="020B0604020202020204" pitchFamily="34" charset="0"/>
              </a:rPr>
              <a:t>0</a:t>
            </a:r>
            <a:endParaRPr lang="en-US" sz="2200"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779649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5"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26789-0964-EA29-7C3C-B10CD3B8ABF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02AADCE-B39D-141F-261A-86A02FD7E5F0}"/>
              </a:ext>
            </a:extLst>
          </p:cNvPr>
          <p:cNvSpPr>
            <a:spLocks noGrp="1" noChangeArrowheads="1"/>
          </p:cNvSpPr>
          <p:nvPr>
            <p:ph type="title"/>
          </p:nvPr>
        </p:nvSpPr>
        <p:spPr>
          <a:xfrm>
            <a:off x="764620" y="554038"/>
            <a:ext cx="10515600" cy="407507"/>
          </a:xfrm>
        </p:spPr>
        <p:txBody>
          <a:bodyPr/>
          <a:lstStyle/>
          <a:p>
            <a:r>
              <a:rPr lang="en-US" sz="4000" dirty="0">
                <a:latin typeface="Arial" panose="020B0604020202020204" pitchFamily="34" charset="0"/>
                <a:cs typeface="Arial" panose="020B0604020202020204" pitchFamily="34" charset="0"/>
              </a:rPr>
              <a:t>Example: Banker’s Algorithm Resource Request</a:t>
            </a:r>
          </a:p>
        </p:txBody>
      </p:sp>
      <p:sp>
        <p:nvSpPr>
          <p:cNvPr id="3" name="Slide Number Placeholder 2">
            <a:extLst>
              <a:ext uri="{FF2B5EF4-FFF2-40B4-BE49-F238E27FC236}">
                <a16:creationId xmlns:a16="http://schemas.microsoft.com/office/drawing/2014/main" id="{B83B45F6-ECEF-4BAC-807E-345A4B5E1B99}"/>
              </a:ext>
            </a:extLst>
          </p:cNvPr>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4" name="Rectangle 3">
            <a:extLst>
              <a:ext uri="{FF2B5EF4-FFF2-40B4-BE49-F238E27FC236}">
                <a16:creationId xmlns:a16="http://schemas.microsoft.com/office/drawing/2014/main" id="{47FE303F-F0DF-2728-7895-454A95CB6C7D}"/>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Can request for (3,3,0) by </a:t>
            </a:r>
            <a:r>
              <a:rPr lang="en-US" b="1" i="1" dirty="0">
                <a:latin typeface="Arial" panose="020B0604020202020204" pitchFamily="34" charset="0"/>
                <a:ea typeface="ＭＳ Ｐゴシック" pitchFamily="34" charset="-128"/>
                <a:cs typeface="Arial" panose="020B0604020202020204" pitchFamily="34" charset="0"/>
              </a:rPr>
              <a:t>P</a:t>
            </a:r>
            <a:r>
              <a:rPr lang="en-US" b="1"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be granted?</a:t>
            </a:r>
          </a:p>
          <a:p>
            <a:pPr marL="114300" indent="0">
              <a:buNone/>
              <a:tabLst>
                <a:tab pos="1544638" algn="l"/>
                <a:tab pos="2452688" algn="ctr"/>
                <a:tab pos="3767138" algn="ctr"/>
                <a:tab pos="5022850" algn="ctr"/>
              </a:tabLst>
            </a:pPr>
            <a:endParaRPr lang="en-US" sz="1000"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Can request for (0,2,0) by </a:t>
            </a:r>
            <a:r>
              <a:rPr lang="en-US" b="1" i="1" dirty="0">
                <a:latin typeface="Arial" panose="020B0604020202020204" pitchFamily="34" charset="0"/>
                <a:ea typeface="ＭＳ Ｐゴシック" pitchFamily="34" charset="-128"/>
                <a:cs typeface="Arial" panose="020B0604020202020204" pitchFamily="34" charset="0"/>
              </a:rPr>
              <a:t>P</a:t>
            </a:r>
            <a:r>
              <a:rPr lang="en-US" b="1"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 be granted?</a:t>
            </a:r>
          </a:p>
          <a:p>
            <a:pPr marL="114300" indent="0">
              <a:buNone/>
              <a:tabLst>
                <a:tab pos="1544638" algn="l"/>
                <a:tab pos="2452688" algn="ctr"/>
                <a:tab pos="3767138" algn="ctr"/>
                <a:tab pos="5022850" algn="ctr"/>
              </a:tabLst>
            </a:pPr>
            <a:endParaRPr lang="en-US" sz="1000"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Can request for (0,0,2) by </a:t>
            </a:r>
            <a:r>
              <a:rPr lang="en-US" b="1" i="1" dirty="0">
                <a:latin typeface="Arial" panose="020B0604020202020204" pitchFamily="34" charset="0"/>
                <a:ea typeface="ＭＳ Ｐゴシック" pitchFamily="34" charset="-128"/>
                <a:cs typeface="Arial" panose="020B0604020202020204" pitchFamily="34" charset="0"/>
              </a:rPr>
              <a:t>P</a:t>
            </a:r>
            <a:r>
              <a:rPr lang="en-US" b="1" baseline="-25000" dirty="0">
                <a:latin typeface="Arial" panose="020B0604020202020204" pitchFamily="34" charset="0"/>
                <a:ea typeface="ＭＳ Ｐゴシック" pitchFamily="34" charset="-128"/>
                <a:cs typeface="Arial" panose="020B0604020202020204" pitchFamily="34" charset="0"/>
              </a:rPr>
              <a:t>3</a:t>
            </a:r>
            <a:r>
              <a:rPr lang="en-US" dirty="0">
                <a:latin typeface="Arial" panose="020B0604020202020204" pitchFamily="34" charset="0"/>
                <a:ea typeface="ＭＳ Ｐゴシック" pitchFamily="34" charset="-128"/>
                <a:cs typeface="Arial" panose="020B0604020202020204" pitchFamily="34" charset="0"/>
              </a:rPr>
              <a:t> be granted?</a:t>
            </a:r>
          </a:p>
          <a:p>
            <a:pPr marL="176213" indent="9525">
              <a:buFont typeface="Monotype Sorts" pitchFamily="-84" charset="2"/>
              <a:buNone/>
              <a:tabLst>
                <a:tab pos="1371600" algn="l"/>
                <a:tab pos="2395538" algn="ctr"/>
                <a:tab pos="3594100" algn="ctr"/>
                <a:tab pos="4805363" algn="ctr"/>
              </a:tabLst>
            </a:pPr>
            <a:endParaRPr lang="en-US" sz="1400"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2EC174F3-2BB4-91B3-54FC-5EE7C1D75E2D}"/>
              </a:ext>
            </a:extLst>
          </p:cNvPr>
          <p:cNvGraphicFramePr>
            <a:graphicFrameLocks noGrp="1"/>
          </p:cNvGraphicFramePr>
          <p:nvPr/>
        </p:nvGraphicFramePr>
        <p:xfrm>
          <a:off x="1752600" y="1400190"/>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7  5  3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9  0  2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5" name="TextBox 4">
            <a:extLst>
              <a:ext uri="{FF2B5EF4-FFF2-40B4-BE49-F238E27FC236}">
                <a16:creationId xmlns:a16="http://schemas.microsoft.com/office/drawing/2014/main" id="{4A67A181-2583-8ECA-D987-2102F8AAA63B}"/>
              </a:ext>
            </a:extLst>
          </p:cNvPr>
          <p:cNvSpPr txBox="1"/>
          <p:nvPr/>
        </p:nvSpPr>
        <p:spPr>
          <a:xfrm>
            <a:off x="7573106" y="2250824"/>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7  4  3</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D2E0BC4-C00E-5B2F-72D7-89741BD9B843}"/>
              </a:ext>
            </a:extLst>
          </p:cNvPr>
          <p:cNvSpPr txBox="1"/>
          <p:nvPr/>
        </p:nvSpPr>
        <p:spPr>
          <a:xfrm>
            <a:off x="7573105" y="268171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0  2  0</a:t>
            </a: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F5B16BC-C383-2C0B-A40F-7B93791DA5BE}"/>
              </a:ext>
            </a:extLst>
          </p:cNvPr>
          <p:cNvSpPr txBox="1"/>
          <p:nvPr/>
        </p:nvSpPr>
        <p:spPr>
          <a:xfrm>
            <a:off x="7590689" y="3104856"/>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6  0  0</a:t>
            </a:r>
            <a:endParaRPr lang="en-US" sz="2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605169A-5F6E-47E8-B86B-242A589BECD5}"/>
              </a:ext>
            </a:extLst>
          </p:cNvPr>
          <p:cNvSpPr txBox="1"/>
          <p:nvPr/>
        </p:nvSpPr>
        <p:spPr>
          <a:xfrm>
            <a:off x="7590688" y="3548212"/>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0  1  1</a:t>
            </a: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15A5BB9-70A5-48C6-DA5D-654844DA6A58}"/>
              </a:ext>
            </a:extLst>
          </p:cNvPr>
          <p:cNvSpPr txBox="1"/>
          <p:nvPr/>
        </p:nvSpPr>
        <p:spPr>
          <a:xfrm>
            <a:off x="7608274" y="3953772"/>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4  3  1</a:t>
            </a:r>
            <a:endParaRPr lang="en-US" sz="22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BCED79F-5460-F6FE-AAE0-0FC62041B33B}"/>
              </a:ext>
            </a:extLst>
          </p:cNvPr>
          <p:cNvSpPr txBox="1"/>
          <p:nvPr/>
        </p:nvSpPr>
        <p:spPr>
          <a:xfrm>
            <a:off x="5956216" y="2258454"/>
            <a:ext cx="1371599" cy="430887"/>
          </a:xfrm>
          <a:prstGeom prst="rect">
            <a:avLst/>
          </a:prstGeom>
          <a:noFill/>
        </p:spPr>
        <p:txBody>
          <a:bodyPr wrap="square" rtlCol="0">
            <a:spAutoFit/>
          </a:bodyPr>
          <a:lstStyle/>
          <a:p>
            <a:pPr algn="ctr"/>
            <a:r>
              <a:rPr lang="en-US" sz="2200" kern="1200" dirty="0">
                <a:latin typeface="Arial" panose="020B0604020202020204" pitchFamily="34" charset="0"/>
                <a:ea typeface="+mn-ea"/>
                <a:cs typeface="Arial" panose="020B0604020202020204" pitchFamily="34" charset="0"/>
              </a:rPr>
              <a:t>2  3  </a:t>
            </a:r>
            <a:r>
              <a:rPr lang="en-US" sz="2200" kern="1200" dirty="0">
                <a:latin typeface="Arial" panose="020B0604020202020204" pitchFamily="34" charset="0"/>
                <a:cs typeface="Arial" panose="020B0604020202020204" pitchFamily="34" charset="0"/>
              </a:rPr>
              <a:t>0</a:t>
            </a:r>
            <a:endParaRPr lang="en-US" sz="22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304B7EA-C386-8E9B-8900-4E40B3479570}"/>
              </a:ext>
            </a:extLst>
          </p:cNvPr>
          <p:cNvSpPr txBox="1"/>
          <p:nvPr/>
        </p:nvSpPr>
        <p:spPr>
          <a:xfrm>
            <a:off x="2725517" y="2673969"/>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3  0  2</a:t>
            </a:r>
            <a:endParaRPr lang="en-US" sz="2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82726D1-C610-8B10-B6D3-58D8D1B37D1F}"/>
              </a:ext>
            </a:extLst>
          </p:cNvPr>
          <p:cNvSpPr txBox="1"/>
          <p:nvPr/>
        </p:nvSpPr>
        <p:spPr>
          <a:xfrm>
            <a:off x="4349063" y="2681711"/>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3  </a:t>
            </a:r>
            <a:r>
              <a:rPr lang="en-US" sz="2200" dirty="0">
                <a:latin typeface="Arial" panose="020B0604020202020204" pitchFamily="34" charset="0"/>
                <a:cs typeface="Arial" panose="020B0604020202020204" pitchFamily="34" charset="0"/>
              </a:rPr>
              <a:t>2</a:t>
            </a:r>
            <a:r>
              <a:rPr lang="en-US" sz="2200" kern="1200" dirty="0">
                <a:solidFill>
                  <a:schemeClr val="tx1"/>
                </a:solidFill>
                <a:latin typeface="Arial" panose="020B0604020202020204" pitchFamily="34" charset="0"/>
                <a:ea typeface="+mn-ea"/>
                <a:cs typeface="Arial" panose="020B0604020202020204" pitchFamily="34" charset="0"/>
              </a:rPr>
              <a:t>  2</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95957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3C454-2B7E-8C38-7303-E5A22495198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65493A4-D210-E144-5CC9-6980C6FB3786}"/>
              </a:ext>
            </a:extLst>
          </p:cNvPr>
          <p:cNvSpPr>
            <a:spLocks noGrp="1" noChangeArrowheads="1"/>
          </p:cNvSpPr>
          <p:nvPr>
            <p:ph type="title"/>
          </p:nvPr>
        </p:nvSpPr>
        <p:spPr>
          <a:xfrm>
            <a:off x="764620" y="554038"/>
            <a:ext cx="10515600" cy="407507"/>
          </a:xfrm>
        </p:spPr>
        <p:txBody>
          <a:bodyPr/>
          <a:lstStyle/>
          <a:p>
            <a:r>
              <a:rPr lang="en-US" sz="4000" dirty="0">
                <a:latin typeface="Arial" panose="020B0604020202020204" pitchFamily="34" charset="0"/>
                <a:cs typeface="Arial" panose="020B0604020202020204" pitchFamily="34" charset="0"/>
              </a:rPr>
              <a:t>Exercise 1: Banker’s Algorithm</a:t>
            </a:r>
          </a:p>
        </p:txBody>
      </p:sp>
      <p:sp>
        <p:nvSpPr>
          <p:cNvPr id="3" name="Slide Number Placeholder 2">
            <a:extLst>
              <a:ext uri="{FF2B5EF4-FFF2-40B4-BE49-F238E27FC236}">
                <a16:creationId xmlns:a16="http://schemas.microsoft.com/office/drawing/2014/main" id="{F3FB30AC-3FB0-C60D-5637-EB3F14BE885B}"/>
              </a:ext>
            </a:extLst>
          </p:cNvPr>
          <p:cNvSpPr>
            <a:spLocks noGrp="1"/>
          </p:cNvSpPr>
          <p:nvPr>
            <p:ph type="sldNum" sz="quarter" idx="12"/>
          </p:nvPr>
        </p:nvSpPr>
        <p:spPr/>
        <p:txBody>
          <a:bodyPr/>
          <a:lstStyle/>
          <a:p>
            <a:fld id="{3485D9CA-6DAA-4C3C-A3E2-EDEA918D5F89}" type="slidenum">
              <a:rPr lang="en-US">
                <a:latin typeface="Calibri"/>
              </a:rPr>
              <a:pPr/>
              <a:t>39</a:t>
            </a:fld>
            <a:endParaRPr lang="en-US">
              <a:latin typeface="Calibri"/>
            </a:endParaRPr>
          </a:p>
        </p:txBody>
      </p:sp>
      <p:sp>
        <p:nvSpPr>
          <p:cNvPr id="4" name="Rectangle 3">
            <a:extLst>
              <a:ext uri="{FF2B5EF4-FFF2-40B4-BE49-F238E27FC236}">
                <a16:creationId xmlns:a16="http://schemas.microsoft.com/office/drawing/2014/main" id="{80030532-E97A-FFBE-43C1-949A107EFB98}"/>
              </a:ext>
            </a:extLst>
          </p:cNvPr>
          <p:cNvSpPr txBox="1">
            <a:spLocks noChangeArrowheads="1"/>
          </p:cNvSpPr>
          <p:nvPr/>
        </p:nvSpPr>
        <p:spPr>
          <a:xfrm>
            <a:off x="550507" y="2117188"/>
            <a:ext cx="10515600" cy="474081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Is the following system safe, under banker's algorithm? Justify your answer?</a:t>
            </a: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Show the safe sequence.</a:t>
            </a:r>
          </a:p>
          <a:p>
            <a:pPr marL="114300" indent="0">
              <a:buNone/>
              <a:tabLst>
                <a:tab pos="1544638" algn="l"/>
                <a:tab pos="2452688" algn="ctr"/>
                <a:tab pos="3767138" algn="ctr"/>
                <a:tab pos="5022850" algn="ctr"/>
              </a:tabLst>
            </a:pPr>
            <a:endParaRPr lang="en-US" sz="1000" dirty="0">
              <a:latin typeface="Arial" panose="020B0604020202020204" pitchFamily="34" charset="0"/>
              <a:ea typeface="ＭＳ Ｐゴシック" pitchFamily="34" charset="-128"/>
              <a:cs typeface="Arial" panose="020B0604020202020204" pitchFamily="34" charset="0"/>
            </a:endParaRPr>
          </a:p>
          <a:p>
            <a:pPr marL="176213" indent="9525">
              <a:buFont typeface="Monotype Sorts" pitchFamily="-84" charset="2"/>
              <a:buNone/>
              <a:tabLst>
                <a:tab pos="1371600" algn="l"/>
                <a:tab pos="2395538" algn="ctr"/>
                <a:tab pos="3594100" algn="ctr"/>
                <a:tab pos="4805363" algn="ctr"/>
              </a:tabLst>
            </a:pPr>
            <a:endParaRPr lang="en-US" sz="1400"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B27BF759-9221-7C48-87AD-359C6CD62F69}"/>
              </a:ext>
            </a:extLst>
          </p:cNvPr>
          <p:cNvGraphicFramePr>
            <a:graphicFrameLocks noGrp="1"/>
          </p:cNvGraphicFramePr>
          <p:nvPr>
            <p:extLst>
              <p:ext uri="{D42A27DB-BD31-4B8C-83A1-F6EECF244321}">
                <p14:modId xmlns:p14="http://schemas.microsoft.com/office/powerpoint/2010/main" val="2178348005"/>
              </p:ext>
            </p:extLst>
          </p:nvPr>
        </p:nvGraphicFramePr>
        <p:xfrm>
          <a:off x="1189892" y="2214926"/>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1  1  0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2  8  0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1  1  7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4  3  9</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2  2  3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2  1  3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12" name="TextBox 11">
            <a:extLst>
              <a:ext uri="{FF2B5EF4-FFF2-40B4-BE49-F238E27FC236}">
                <a16:creationId xmlns:a16="http://schemas.microsoft.com/office/drawing/2014/main" id="{57CC5259-2B90-7423-61DC-0B88DC0BD36F}"/>
              </a:ext>
            </a:extLst>
          </p:cNvPr>
          <p:cNvSpPr txBox="1"/>
          <p:nvPr/>
        </p:nvSpPr>
        <p:spPr>
          <a:xfrm>
            <a:off x="2162809" y="3494818"/>
            <a:ext cx="1371599" cy="430887"/>
          </a:xfrm>
          <a:prstGeom prst="rect">
            <a:avLst/>
          </a:prstGeom>
          <a:noFill/>
        </p:spPr>
        <p:txBody>
          <a:bodyPr wrap="square" rtlCol="0">
            <a:spAutoFit/>
          </a:bodyPr>
          <a:lstStyle/>
          <a:p>
            <a:pPr algn="ctr"/>
            <a:r>
              <a:rPr lang="en-US" sz="2200" dirty="0">
                <a:latin typeface="Arial" panose="020B0604020202020204" pitchFamily="34" charset="0"/>
                <a:cs typeface="Arial" panose="020B0604020202020204" pitchFamily="34" charset="0"/>
              </a:rPr>
              <a:t>4</a:t>
            </a:r>
            <a:r>
              <a:rPr lang="en-US" sz="2200" kern="1200" dirty="0">
                <a:solidFill>
                  <a:schemeClr val="tx1"/>
                </a:solidFill>
                <a:latin typeface="Arial" panose="020B0604020202020204" pitchFamily="34" charset="0"/>
                <a:ea typeface="+mn-ea"/>
                <a:cs typeface="Arial" panose="020B0604020202020204" pitchFamily="34" charset="0"/>
              </a:rPr>
              <a:t>  1  1</a:t>
            </a:r>
            <a:endParaRPr lang="en-US" sz="22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F1FF86B-1C24-377A-1782-9FBAB369F6BB}"/>
              </a:ext>
            </a:extLst>
          </p:cNvPr>
          <p:cNvSpPr txBox="1"/>
          <p:nvPr/>
        </p:nvSpPr>
        <p:spPr>
          <a:xfrm>
            <a:off x="3708983" y="3497230"/>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5  </a:t>
            </a:r>
            <a:r>
              <a:rPr lang="en-US" sz="2200" dirty="0">
                <a:latin typeface="Arial" panose="020B0604020202020204" pitchFamily="34" charset="0"/>
                <a:cs typeface="Arial" panose="020B0604020202020204" pitchFamily="34" charset="0"/>
              </a:rPr>
              <a:t>2</a:t>
            </a:r>
            <a:r>
              <a:rPr lang="en-US" sz="2200" kern="1200" dirty="0">
                <a:solidFill>
                  <a:schemeClr val="tx1"/>
                </a:solidFill>
                <a:latin typeface="Arial" panose="020B0604020202020204" pitchFamily="34" charset="0"/>
                <a:ea typeface="+mn-ea"/>
                <a:cs typeface="Arial" panose="020B0604020202020204" pitchFamily="34" charset="0"/>
              </a:rPr>
              <a:t>  2</a:t>
            </a:r>
            <a:endParaRPr lang="en-US" sz="2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2D5A3B5-F0A9-4AAB-5C41-7E41A8C4E665}"/>
              </a:ext>
            </a:extLst>
          </p:cNvPr>
          <p:cNvSpPr txBox="1"/>
          <p:nvPr/>
        </p:nvSpPr>
        <p:spPr>
          <a:xfrm>
            <a:off x="851095" y="1014597"/>
            <a:ext cx="9798148" cy="1200329"/>
          </a:xfrm>
          <a:prstGeom prst="rect">
            <a:avLst/>
          </a:prstGeom>
          <a:noFill/>
        </p:spPr>
        <p:txBody>
          <a:bodyPr wrap="square" rtlCol="0">
            <a:spAutoFit/>
          </a:body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(13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(8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(10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p:txBody>
      </p:sp>
    </p:spTree>
    <p:custDataLst>
      <p:tags r:id="rId1"/>
    </p:custDataLst>
    <p:extLst>
      <p:ext uri="{BB962C8B-B14F-4D97-AF65-F5344CB8AC3E}">
        <p14:creationId xmlns:p14="http://schemas.microsoft.com/office/powerpoint/2010/main" val="1363347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CF82-FEE1-EFFC-7EF4-94B84CB6733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F28E12B-17ED-29E5-85F5-8CFDF50635CB}"/>
              </a:ext>
            </a:extLst>
          </p:cNvPr>
          <p:cNvSpPr>
            <a:spLocks noGrp="1" noChangeArrowheads="1"/>
          </p:cNvSpPr>
          <p:nvPr>
            <p:ph type="title"/>
          </p:nvPr>
        </p:nvSpPr>
        <p:spPr>
          <a:xfrm>
            <a:off x="764620" y="554038"/>
            <a:ext cx="10515600" cy="407507"/>
          </a:xfrm>
        </p:spPr>
        <p:txBody>
          <a:bodyPr/>
          <a:lstStyle/>
          <a:p>
            <a:r>
              <a:rPr lang="en-US" sz="4000" dirty="0">
                <a:latin typeface="Arial" panose="020B0604020202020204" pitchFamily="34" charset="0"/>
                <a:cs typeface="Arial" panose="020B0604020202020204" pitchFamily="34" charset="0"/>
              </a:rPr>
              <a:t>Exercise 2: Banker’s Algorithm</a:t>
            </a:r>
          </a:p>
        </p:txBody>
      </p:sp>
      <p:sp>
        <p:nvSpPr>
          <p:cNvPr id="3" name="Slide Number Placeholder 2">
            <a:extLst>
              <a:ext uri="{FF2B5EF4-FFF2-40B4-BE49-F238E27FC236}">
                <a16:creationId xmlns:a16="http://schemas.microsoft.com/office/drawing/2014/main" id="{A02632DA-68D7-C49B-CEF5-8A8EFC96F874}"/>
              </a:ext>
            </a:extLst>
          </p:cNvPr>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4" name="Rectangle 3">
            <a:extLst>
              <a:ext uri="{FF2B5EF4-FFF2-40B4-BE49-F238E27FC236}">
                <a16:creationId xmlns:a16="http://schemas.microsoft.com/office/drawing/2014/main" id="{1A8BEAF3-8628-21B6-1044-EF393F990816}"/>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endParaRPr lang="en-US"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endParaRPr lang="en-US" dirty="0">
              <a:latin typeface="Arial" panose="020B0604020202020204" pitchFamily="34" charset="0"/>
              <a:ea typeface="ＭＳ Ｐゴシック" pitchFamily="34" charset="-128"/>
              <a:cs typeface="Arial" panose="020B0604020202020204" pitchFamily="34" charset="0"/>
            </a:endParaRP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Is the following system safe, under banker's algorithm? Justify your answer?</a:t>
            </a:r>
          </a:p>
          <a:p>
            <a:pPr marL="114300" indent="0">
              <a:buNone/>
              <a:tabLst>
                <a:tab pos="1544638" algn="l"/>
                <a:tab pos="2452688" algn="ctr"/>
                <a:tab pos="3767138" algn="ctr"/>
                <a:tab pos="5022850" algn="ctr"/>
              </a:tabLst>
            </a:pPr>
            <a:r>
              <a:rPr lang="en-US" dirty="0">
                <a:latin typeface="Arial" panose="020B0604020202020204" pitchFamily="34" charset="0"/>
                <a:ea typeface="ＭＳ Ｐゴシック" pitchFamily="34" charset="-128"/>
                <a:cs typeface="Arial" panose="020B0604020202020204" pitchFamily="34" charset="0"/>
              </a:rPr>
              <a:t>Show the safe sequence.</a:t>
            </a:r>
          </a:p>
          <a:p>
            <a:pPr marL="114300" indent="0">
              <a:buNone/>
              <a:tabLst>
                <a:tab pos="1544638" algn="l"/>
                <a:tab pos="2452688" algn="ctr"/>
                <a:tab pos="3767138" algn="ctr"/>
                <a:tab pos="5022850" algn="ctr"/>
              </a:tabLst>
            </a:pPr>
            <a:endParaRPr lang="en-US" sz="1000" dirty="0">
              <a:latin typeface="Arial" panose="020B0604020202020204" pitchFamily="34" charset="0"/>
              <a:ea typeface="ＭＳ Ｐゴシック" pitchFamily="34" charset="-128"/>
              <a:cs typeface="Arial" panose="020B0604020202020204" pitchFamily="34" charset="0"/>
            </a:endParaRPr>
          </a:p>
          <a:p>
            <a:pPr marL="176213" indent="9525">
              <a:buFont typeface="Monotype Sorts" pitchFamily="-84" charset="2"/>
              <a:buNone/>
              <a:tabLst>
                <a:tab pos="1371600" algn="l"/>
                <a:tab pos="2395538" algn="ctr"/>
                <a:tab pos="3594100" algn="ctr"/>
                <a:tab pos="4805363" algn="ctr"/>
              </a:tabLst>
            </a:pPr>
            <a:endParaRPr lang="en-US" sz="1400"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1B8A7DC7-8475-F6C6-46CD-CABB371058AB}"/>
              </a:ext>
            </a:extLst>
          </p:cNvPr>
          <p:cNvGraphicFramePr>
            <a:graphicFrameLocks noGrp="1"/>
          </p:cNvGraphicFramePr>
          <p:nvPr>
            <p:extLst>
              <p:ext uri="{D42A27DB-BD31-4B8C-83A1-F6EECF244321}">
                <p14:modId xmlns:p14="http://schemas.microsoft.com/office/powerpoint/2010/main" val="411922279"/>
              </p:ext>
            </p:extLst>
          </p:nvPr>
        </p:nvGraphicFramePr>
        <p:xfrm>
          <a:off x="1752600" y="1400190"/>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Max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Need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  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r>
                        <a:rPr lang="en-US" sz="2200" dirty="0">
                          <a:latin typeface="Arial" panose="020B0604020202020204" pitchFamily="34" charset="0"/>
                          <a:cs typeface="Arial" panose="020B0604020202020204" pitchFamily="34" charset="0"/>
                        </a:rPr>
                        <a:t> 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r>
                        <a:rPr lang="en-US" sz="2200" dirty="0">
                          <a:latin typeface="Arial" panose="020B0604020202020204" pitchFamily="34" charset="0"/>
                          <a:cs typeface="Arial" panose="020B0604020202020204" pitchFamily="34" charset="0"/>
                        </a:rPr>
                        <a:t> 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r>
                        <a:rPr lang="en-US" sz="2200" dirty="0">
                          <a:latin typeface="Arial" panose="020B0604020202020204" pitchFamily="34" charset="0"/>
                          <a:cs typeface="Arial" panose="020B0604020202020204" pitchFamily="34" charset="0"/>
                        </a:rPr>
                        <a:t> 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0 2 1 0 </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1  3  6  5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2 3 6 6 </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0  6  3  2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0 6 5 2 </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0  0  1  4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0 6 5 6 </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11" name="TextBox 10">
            <a:extLst>
              <a:ext uri="{FF2B5EF4-FFF2-40B4-BE49-F238E27FC236}">
                <a16:creationId xmlns:a16="http://schemas.microsoft.com/office/drawing/2014/main" id="{093DAEC9-CDB3-D7D2-167E-5E2ABF744C88}"/>
              </a:ext>
            </a:extLst>
          </p:cNvPr>
          <p:cNvSpPr txBox="1"/>
          <p:nvPr/>
        </p:nvSpPr>
        <p:spPr>
          <a:xfrm>
            <a:off x="5956216" y="2258454"/>
            <a:ext cx="1371599" cy="430887"/>
          </a:xfrm>
          <a:prstGeom prst="rect">
            <a:avLst/>
          </a:prstGeom>
          <a:noFill/>
        </p:spPr>
        <p:txBody>
          <a:bodyPr wrap="square" rtlCol="0">
            <a:spAutoFit/>
          </a:bodyPr>
          <a:lstStyle/>
          <a:p>
            <a:pPr algn="ctr"/>
            <a:r>
              <a:rPr lang="en-US" sz="2200" kern="1200" dirty="0">
                <a:latin typeface="Arial" panose="020B0604020202020204" pitchFamily="34" charset="0"/>
                <a:ea typeface="+mn-ea"/>
                <a:cs typeface="Arial" panose="020B0604020202020204" pitchFamily="34" charset="0"/>
              </a:rPr>
              <a:t>1  5  2  </a:t>
            </a:r>
            <a:r>
              <a:rPr lang="en-US" sz="2200" kern="1200" dirty="0">
                <a:latin typeface="Arial" panose="020B0604020202020204" pitchFamily="34" charset="0"/>
                <a:cs typeface="Arial" panose="020B0604020202020204" pitchFamily="34" charset="0"/>
              </a:rPr>
              <a:t>0</a:t>
            </a:r>
            <a:endParaRPr lang="en-US" sz="22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50C9E6D-9421-C3C2-169B-2A8F4206586E}"/>
              </a:ext>
            </a:extLst>
          </p:cNvPr>
          <p:cNvSpPr txBox="1"/>
          <p:nvPr/>
        </p:nvSpPr>
        <p:spPr>
          <a:xfrm>
            <a:off x="2725517" y="2673969"/>
            <a:ext cx="1371599" cy="430887"/>
          </a:xfrm>
          <a:prstGeom prst="rect">
            <a:avLst/>
          </a:prstGeom>
          <a:noFill/>
        </p:spPr>
        <p:txBody>
          <a:bodyPr wrap="square" rtlCol="0">
            <a:spAutoFit/>
          </a:bodyPr>
          <a:lstStyle/>
          <a:p>
            <a:pPr algn="ctr"/>
            <a:r>
              <a:rPr lang="en-US" sz="2200" dirty="0">
                <a:latin typeface="Arial" panose="020B0604020202020204" pitchFamily="34" charset="0"/>
                <a:cs typeface="Arial" panose="020B0604020202020204" pitchFamily="34" charset="0"/>
              </a:rPr>
              <a:t>1</a:t>
            </a:r>
            <a:r>
              <a:rPr lang="en-US" sz="2200" kern="1200" dirty="0">
                <a:solidFill>
                  <a:schemeClr val="tx1"/>
                </a:solidFill>
                <a:latin typeface="Arial" panose="020B0604020202020204" pitchFamily="34" charset="0"/>
                <a:ea typeface="+mn-ea"/>
                <a:cs typeface="Arial" panose="020B0604020202020204" pitchFamily="34" charset="0"/>
              </a:rPr>
              <a:t>  2  3</a:t>
            </a:r>
            <a:r>
              <a:rPr lang="en-US" sz="2200" dirty="0">
                <a:latin typeface="Arial" panose="020B0604020202020204" pitchFamily="34" charset="0"/>
                <a:cs typeface="Arial" panose="020B0604020202020204" pitchFamily="34" charset="0"/>
              </a:rPr>
              <a:t>  1</a:t>
            </a:r>
          </a:p>
        </p:txBody>
      </p:sp>
      <p:sp>
        <p:nvSpPr>
          <p:cNvPr id="14" name="TextBox 13">
            <a:extLst>
              <a:ext uri="{FF2B5EF4-FFF2-40B4-BE49-F238E27FC236}">
                <a16:creationId xmlns:a16="http://schemas.microsoft.com/office/drawing/2014/main" id="{6BD48DCE-F075-E2AC-8781-B6BAC86D8B54}"/>
              </a:ext>
            </a:extLst>
          </p:cNvPr>
          <p:cNvSpPr txBox="1"/>
          <p:nvPr/>
        </p:nvSpPr>
        <p:spPr>
          <a:xfrm>
            <a:off x="4349063" y="2681711"/>
            <a:ext cx="1371599" cy="430887"/>
          </a:xfrm>
          <a:prstGeom prst="rect">
            <a:avLst/>
          </a:prstGeom>
          <a:noFill/>
        </p:spPr>
        <p:txBody>
          <a:bodyPr wrap="square" rtlCol="0">
            <a:spAutoFit/>
          </a:bodyPr>
          <a:lstStyle/>
          <a:p>
            <a:pPr algn="ctr"/>
            <a:r>
              <a:rPr lang="en-US" sz="2200" dirty="0">
                <a:latin typeface="Arial" panose="020B0604020202020204" pitchFamily="34" charset="0"/>
                <a:cs typeface="Arial" panose="020B0604020202020204" pitchFamily="34" charset="0"/>
              </a:rPr>
              <a:t>1 6 5 2</a:t>
            </a:r>
          </a:p>
        </p:txBody>
      </p:sp>
    </p:spTree>
    <p:custDataLst>
      <p:tags r:id="rId1"/>
    </p:custDataLst>
    <p:extLst>
      <p:ext uri="{BB962C8B-B14F-4D97-AF65-F5344CB8AC3E}">
        <p14:creationId xmlns:p14="http://schemas.microsoft.com/office/powerpoint/2010/main" val="57497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C2D5B-008C-7EFD-0FD2-7702B3D6A83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B3E17D7-F163-37BB-0768-45FA3E7F6DF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Detection and Recovery</a:t>
            </a:r>
          </a:p>
        </p:txBody>
      </p:sp>
      <p:sp>
        <p:nvSpPr>
          <p:cNvPr id="3" name="Slide Number Placeholder 2">
            <a:extLst>
              <a:ext uri="{FF2B5EF4-FFF2-40B4-BE49-F238E27FC236}">
                <a16:creationId xmlns:a16="http://schemas.microsoft.com/office/drawing/2014/main" id="{C7B43967-7AF7-641C-7F31-F587DDB086FE}"/>
              </a:ext>
            </a:extLst>
          </p:cNvPr>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2" name="Rectangle 3">
            <a:extLst>
              <a:ext uri="{FF2B5EF4-FFF2-40B4-BE49-F238E27FC236}">
                <a16:creationId xmlns:a16="http://schemas.microsoft.com/office/drawing/2014/main" id="{CA445041-4EE2-3EF5-FC89-E699335BF345}"/>
              </a:ext>
            </a:extLst>
          </p:cNvPr>
          <p:cNvSpPr txBox="1">
            <a:spLocks noChangeArrowheads="1"/>
          </p:cNvSpPr>
          <p:nvPr/>
        </p:nvSpPr>
        <p:spPr>
          <a:xfrm>
            <a:off x="632151" y="1453241"/>
            <a:ext cx="1043395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we don’t have deadlock prevention or avoidance, then deadlock may occur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this case, we need to detect deadlock and recover from it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To do this, we need two algorithms</a:t>
            </a:r>
          </a:p>
          <a:p>
            <a:pPr lvl="1" algn="just"/>
            <a:r>
              <a:rPr lang="en-US" dirty="0">
                <a:latin typeface="Arial" panose="020B0604020202020204" pitchFamily="34" charset="0"/>
                <a:cs typeface="Arial" panose="020B0604020202020204" pitchFamily="34" charset="0"/>
              </a:rPr>
              <a:t>One to determine whether a deadlock has occurred</a:t>
            </a:r>
          </a:p>
          <a:p>
            <a:pPr lvl="1" algn="just"/>
            <a:r>
              <a:rPr lang="en-US" dirty="0">
                <a:latin typeface="Arial" panose="020B0604020202020204" pitchFamily="34" charset="0"/>
                <a:cs typeface="Arial" panose="020B0604020202020204" pitchFamily="34" charset="0"/>
              </a:rPr>
              <a:t>Another to recover from the deadlock</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Possible, but expensive (time consuming)</a:t>
            </a:r>
          </a:p>
          <a:p>
            <a:pPr lvl="1" algn="just"/>
            <a:r>
              <a:rPr lang="en-US" dirty="0">
                <a:latin typeface="Arial" panose="020B0604020202020204" pitchFamily="34" charset="0"/>
                <a:cs typeface="Arial" panose="020B0604020202020204" pitchFamily="34" charset="0"/>
              </a:rPr>
              <a:t>Implemented in VMS</a:t>
            </a:r>
          </a:p>
          <a:p>
            <a:pPr lvl="1" algn="just"/>
            <a:r>
              <a:rPr lang="en-US" dirty="0">
                <a:latin typeface="Arial" panose="020B0604020202020204" pitchFamily="34" charset="0"/>
                <a:cs typeface="Arial" panose="020B0604020202020204" pitchFamily="34" charset="0"/>
              </a:rPr>
              <a:t>Run detection algorithm when resource request times out</a:t>
            </a:r>
          </a:p>
        </p:txBody>
      </p:sp>
    </p:spTree>
    <p:custDataLst>
      <p:tags r:id="rId1"/>
    </p:custDataLst>
    <p:extLst>
      <p:ext uri="{BB962C8B-B14F-4D97-AF65-F5344CB8AC3E}">
        <p14:creationId xmlns:p14="http://schemas.microsoft.com/office/powerpoint/2010/main" val="1920630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D686-A698-7022-DAEE-8BF545F5359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30ED04D-7C2E-5D24-F451-F576A51C3EA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Detection</a:t>
            </a:r>
          </a:p>
        </p:txBody>
      </p:sp>
      <p:sp>
        <p:nvSpPr>
          <p:cNvPr id="3" name="Slide Number Placeholder 2">
            <a:extLst>
              <a:ext uri="{FF2B5EF4-FFF2-40B4-BE49-F238E27FC236}">
                <a16:creationId xmlns:a16="http://schemas.microsoft.com/office/drawing/2014/main" id="{C2C1C5B7-864B-B6BD-900B-A9075733285A}"/>
              </a:ext>
            </a:extLst>
          </p:cNvPr>
          <p:cNvSpPr>
            <a:spLocks noGrp="1"/>
          </p:cNvSpPr>
          <p:nvPr>
            <p:ph type="sldNum" sz="quarter" idx="12"/>
          </p:nvPr>
        </p:nvSpPr>
        <p:spPr/>
        <p:txBody>
          <a:bodyPr/>
          <a:lstStyle/>
          <a:p>
            <a:fld id="{3485D9CA-6DAA-4C3C-A3E2-EDEA918D5F89}" type="slidenum">
              <a:rPr lang="en-US">
                <a:latin typeface="Calibri"/>
              </a:rPr>
              <a:pPr/>
              <a:t>42</a:t>
            </a:fld>
            <a:endParaRPr lang="en-US">
              <a:latin typeface="Calibri"/>
            </a:endParaRPr>
          </a:p>
        </p:txBody>
      </p:sp>
      <p:sp>
        <p:nvSpPr>
          <p:cNvPr id="12" name="Rectangle 3">
            <a:extLst>
              <a:ext uri="{FF2B5EF4-FFF2-40B4-BE49-F238E27FC236}">
                <a16:creationId xmlns:a16="http://schemas.microsoft.com/office/drawing/2014/main" id="{6E3146C6-9FCB-FCC6-F09B-8B812E112B5E}"/>
              </a:ext>
            </a:extLst>
          </p:cNvPr>
          <p:cNvSpPr txBox="1">
            <a:spLocks noChangeArrowheads="1"/>
          </p:cNvSpPr>
          <p:nvPr/>
        </p:nvSpPr>
        <p:spPr>
          <a:xfrm>
            <a:off x="632151" y="1453241"/>
            <a:ext cx="10433955" cy="525235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For problems involving single instance of each resource type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Maintain </a:t>
            </a:r>
            <a:r>
              <a:rPr lang="en-US" b="1" dirty="0">
                <a:solidFill>
                  <a:srgbClr val="FF0000"/>
                </a:solidFill>
                <a:latin typeface="Arial" panose="020B0604020202020204" pitchFamily="34" charset="0"/>
                <a:cs typeface="Arial" panose="020B0604020202020204" pitchFamily="34" charset="0"/>
              </a:rPr>
              <a:t>wait-for</a:t>
            </a:r>
            <a:r>
              <a:rPr lang="en-US" dirty="0">
                <a:latin typeface="Arial" panose="020B0604020202020204" pitchFamily="34" charset="0"/>
                <a:cs typeface="Arial" panose="020B0604020202020204" pitchFamily="34" charset="0"/>
              </a:rPr>
              <a:t> graph</a:t>
            </a:r>
          </a:p>
          <a:p>
            <a:pPr lvl="1" algn="just"/>
            <a:r>
              <a:rPr lang="en-US" dirty="0">
                <a:latin typeface="Arial" panose="020B0604020202020204" pitchFamily="34" charset="0"/>
                <a:cs typeface="Arial" panose="020B0604020202020204" pitchFamily="34" charset="0"/>
              </a:rPr>
              <a:t>Nodes are processes</a:t>
            </a:r>
          </a:p>
          <a:p>
            <a:pPr lvl="1" algn="just"/>
            <a:r>
              <a:rPr lang="en-US" altLang="en-US" b="1" i="1" dirty="0">
                <a:latin typeface="Arial" panose="020B0604020202020204" pitchFamily="34" charset="0"/>
                <a:cs typeface="Arial" panose="020B0604020202020204" pitchFamily="34" charset="0"/>
              </a:rPr>
              <a:t>P</a:t>
            </a:r>
            <a:r>
              <a:rPr lang="en-US" altLang="en-US" b="1" i="1" baseline="-25000" dirty="0">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sym typeface="Symbol" panose="05050102010706020507" pitchFamily="18" charset="2"/>
              </a:rPr>
              <a:t> </a:t>
            </a:r>
            <a:r>
              <a:rPr lang="en-US" altLang="en-US" b="1" i="1" dirty="0" err="1">
                <a:latin typeface="Arial" panose="020B0604020202020204" pitchFamily="34" charset="0"/>
                <a:cs typeface="Arial" panose="020B0604020202020204" pitchFamily="34" charset="0"/>
                <a:sym typeface="Symbol" panose="05050102010706020507" pitchFamily="18" charset="2"/>
              </a:rPr>
              <a:t>P</a:t>
            </a:r>
            <a:r>
              <a:rPr lang="en-US" altLang="en-US" b="1" i="1" baseline="-25000" dirty="0" err="1">
                <a:latin typeface="Arial" panose="020B0604020202020204" pitchFamily="34" charset="0"/>
                <a:cs typeface="Arial" panose="020B0604020202020204" pitchFamily="34" charset="0"/>
                <a:sym typeface="Symbol" panose="05050102010706020507" pitchFamily="18" charset="2"/>
              </a:rPr>
              <a:t>j</a:t>
            </a:r>
            <a:r>
              <a:rPr lang="en-US" altLang="en-US" b="1" i="1" baseline="-25000" dirty="0">
                <a:latin typeface="Arial" panose="020B0604020202020204" pitchFamily="34" charset="0"/>
                <a:cs typeface="Arial" panose="020B0604020202020204" pitchFamily="34" charset="0"/>
                <a:sym typeface="Symbol" panose="05050102010706020507" pitchFamily="18" charset="2"/>
              </a:rPr>
              <a:t>   </a:t>
            </a:r>
            <a:r>
              <a:rPr lang="en-US" altLang="en-US" dirty="0">
                <a:latin typeface="Arial" panose="020B0604020202020204" pitchFamily="34" charset="0"/>
                <a:cs typeface="Arial" panose="020B0604020202020204" pitchFamily="34" charset="0"/>
                <a:sym typeface="Symbol" panose="05050102010706020507" pitchFamily="18" charset="2"/>
              </a:rPr>
              <a:t>if </a:t>
            </a:r>
            <a:r>
              <a:rPr lang="en-US" altLang="en-US" b="1" i="1" dirty="0">
                <a:latin typeface="Arial" panose="020B0604020202020204" pitchFamily="34" charset="0"/>
                <a:cs typeface="Arial" panose="020B0604020202020204" pitchFamily="34" charset="0"/>
                <a:sym typeface="Symbol" panose="05050102010706020507" pitchFamily="18" charset="2"/>
              </a:rPr>
              <a:t>P</a:t>
            </a:r>
            <a:r>
              <a:rPr lang="en-US" altLang="en-US" b="1" i="1" baseline="-25000" dirty="0">
                <a:latin typeface="Arial" panose="020B0604020202020204" pitchFamily="34" charset="0"/>
                <a:cs typeface="Arial" panose="020B0604020202020204" pitchFamily="34" charset="0"/>
                <a:sym typeface="Symbol" panose="05050102010706020507" pitchFamily="18" charset="2"/>
              </a:rPr>
              <a:t>i</a:t>
            </a:r>
            <a:r>
              <a:rPr lang="en-US" altLang="en-US" i="1" dirty="0">
                <a:latin typeface="Arial" panose="020B0604020202020204" pitchFamily="34" charset="0"/>
                <a:cs typeface="Arial" panose="020B0604020202020204" pitchFamily="34" charset="0"/>
                <a:sym typeface="Symbol" panose="05050102010706020507" pitchFamily="18" charset="2"/>
              </a:rPr>
              <a:t> </a:t>
            </a:r>
            <a:r>
              <a:rPr lang="en-US" altLang="en-US" dirty="0">
                <a:latin typeface="Arial" panose="020B0604020202020204" pitchFamily="34" charset="0"/>
                <a:cs typeface="Arial" panose="020B0604020202020204" pitchFamily="34" charset="0"/>
                <a:sym typeface="Symbol" panose="05050102010706020507" pitchFamily="18" charset="2"/>
              </a:rPr>
              <a:t>is waiting for</a:t>
            </a:r>
            <a:r>
              <a:rPr lang="en-US" altLang="en-US" i="1" dirty="0">
                <a:latin typeface="Arial" panose="020B0604020202020204" pitchFamily="34" charset="0"/>
                <a:cs typeface="Arial" panose="020B0604020202020204" pitchFamily="34" charset="0"/>
                <a:sym typeface="Symbol" panose="05050102010706020507" pitchFamily="18" charset="2"/>
              </a:rPr>
              <a:t> </a:t>
            </a:r>
            <a:r>
              <a:rPr lang="en-US" altLang="en-US" b="1" i="1" dirty="0" err="1">
                <a:latin typeface="Arial" panose="020B0604020202020204" pitchFamily="34" charset="0"/>
                <a:cs typeface="Arial" panose="020B0604020202020204" pitchFamily="34" charset="0"/>
                <a:sym typeface="Symbol" panose="05050102010706020507" pitchFamily="18" charset="2"/>
              </a:rPr>
              <a:t>P</a:t>
            </a:r>
            <a:r>
              <a:rPr lang="en-US" altLang="en-US" b="1" i="1" baseline="-25000" dirty="0" err="1">
                <a:latin typeface="Arial" panose="020B0604020202020204" pitchFamily="34" charset="0"/>
                <a:cs typeface="Arial" panose="020B0604020202020204" pitchFamily="34" charset="0"/>
                <a:sym typeface="Symbol" panose="05050102010706020507" pitchFamily="18" charset="2"/>
              </a:rPr>
              <a:t>j</a:t>
            </a:r>
            <a:endParaRPr lang="en-US" alt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b="1" i="1" baseline="-25000" dirty="0">
              <a:latin typeface="Arial" panose="020B0604020202020204" pitchFamily="34" charset="0"/>
              <a:cs typeface="Arial" panose="020B0604020202020204" pitchFamily="34" charset="0"/>
              <a:sym typeface="Symbol" panose="05050102010706020507" pitchFamily="18" charset="2"/>
            </a:endParaRPr>
          </a:p>
          <a:p>
            <a:pPr lvl="1" algn="just"/>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Periodically traverse the graph looking for cycles. If a cycle is found, there exists a deadlock. Preempt resource (force a process to release resource)</a:t>
            </a:r>
          </a:p>
          <a:p>
            <a:pPr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An algorithm to detect a cycle in a graph requires an order of </a:t>
            </a:r>
            <a:r>
              <a:rPr lang="en-US" b="1" i="1" dirty="0">
                <a:latin typeface="Arial" panose="020B0604020202020204" pitchFamily="34" charset="0"/>
                <a:cs typeface="Arial" panose="020B0604020202020204" pitchFamily="34" charset="0"/>
              </a:rPr>
              <a:t>n</a:t>
            </a:r>
            <a:r>
              <a:rPr lang="en-US" b="1" i="1"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operations, where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is the number of vertices in the graph</a:t>
            </a:r>
          </a:p>
        </p:txBody>
      </p:sp>
      <p:sp>
        <p:nvSpPr>
          <p:cNvPr id="66562" name="Text Box 5">
            <a:extLst>
              <a:ext uri="{FF2B5EF4-FFF2-40B4-BE49-F238E27FC236}">
                <a16:creationId xmlns:a16="http://schemas.microsoft.com/office/drawing/2014/main" id="{FD3E6C09-91AB-4252-8558-115F273E58C9}"/>
              </a:ext>
            </a:extLst>
          </p:cNvPr>
          <p:cNvSpPr txBox="1">
            <a:spLocks noChangeArrowheads="1"/>
          </p:cNvSpPr>
          <p:nvPr/>
        </p:nvSpPr>
        <p:spPr bwMode="auto">
          <a:xfrm>
            <a:off x="5427676" y="4626255"/>
            <a:ext cx="25010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sz="1400" b="1" i="1" dirty="0"/>
              <a:t>Resource-Allocation Graph</a:t>
            </a:r>
          </a:p>
        </p:txBody>
      </p:sp>
      <p:sp>
        <p:nvSpPr>
          <p:cNvPr id="66563" name="Text Box 6">
            <a:extLst>
              <a:ext uri="{FF2B5EF4-FFF2-40B4-BE49-F238E27FC236}">
                <a16:creationId xmlns:a16="http://schemas.microsoft.com/office/drawing/2014/main" id="{4DB892FA-9656-4369-B039-CF364DF8033A}"/>
              </a:ext>
            </a:extLst>
          </p:cNvPr>
          <p:cNvSpPr txBox="1">
            <a:spLocks noChangeArrowheads="1"/>
          </p:cNvSpPr>
          <p:nvPr/>
        </p:nvSpPr>
        <p:spPr bwMode="auto">
          <a:xfrm>
            <a:off x="7976878" y="4626255"/>
            <a:ext cx="27093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sz="1400" b="1" i="1" dirty="0"/>
              <a:t>Corresponding wait-for graph</a:t>
            </a:r>
          </a:p>
        </p:txBody>
      </p:sp>
      <p:pic>
        <p:nvPicPr>
          <p:cNvPr id="6" name="Picture 6" descr="7">
            <a:extLst>
              <a:ext uri="{FF2B5EF4-FFF2-40B4-BE49-F238E27FC236}">
                <a16:creationId xmlns:a16="http://schemas.microsoft.com/office/drawing/2014/main" id="{CABDA342-74E3-48D8-91DE-BAE9BF80FC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2423" y="1915428"/>
            <a:ext cx="4257193" cy="2746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83069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F118-F8F1-F9BF-66DF-BA7B1367618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50198D1-5A7C-3DD7-8CC4-DD63F94705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Detection</a:t>
            </a:r>
          </a:p>
        </p:txBody>
      </p:sp>
      <p:sp>
        <p:nvSpPr>
          <p:cNvPr id="3" name="Slide Number Placeholder 2">
            <a:extLst>
              <a:ext uri="{FF2B5EF4-FFF2-40B4-BE49-F238E27FC236}">
                <a16:creationId xmlns:a16="http://schemas.microsoft.com/office/drawing/2014/main" id="{D13578B0-6548-5F09-BF6E-AD75CA5B1DB5}"/>
              </a:ext>
            </a:extLst>
          </p:cNvPr>
          <p:cNvSpPr>
            <a:spLocks noGrp="1"/>
          </p:cNvSpPr>
          <p:nvPr>
            <p:ph type="sldNum" sz="quarter" idx="12"/>
          </p:nvPr>
        </p:nvSpPr>
        <p:spPr/>
        <p:txBody>
          <a:bodyPr/>
          <a:lstStyle/>
          <a:p>
            <a:fld id="{3485D9CA-6DAA-4C3C-A3E2-EDEA918D5F89}" type="slidenum">
              <a:rPr lang="en-US">
                <a:latin typeface="Calibri"/>
              </a:rPr>
              <a:pPr/>
              <a:t>43</a:t>
            </a:fld>
            <a:endParaRPr lang="en-US">
              <a:latin typeface="Calibri"/>
            </a:endParaRPr>
          </a:p>
        </p:txBody>
      </p:sp>
      <p:sp>
        <p:nvSpPr>
          <p:cNvPr id="12" name="Rectangle 3">
            <a:extLst>
              <a:ext uri="{FF2B5EF4-FFF2-40B4-BE49-F238E27FC236}">
                <a16:creationId xmlns:a16="http://schemas.microsoft.com/office/drawing/2014/main" id="{E287095D-D859-B733-50F8-1BE1F3CC39B4}"/>
              </a:ext>
            </a:extLst>
          </p:cNvPr>
          <p:cNvSpPr txBox="1">
            <a:spLocks noChangeArrowheads="1"/>
          </p:cNvSpPr>
          <p:nvPr/>
        </p:nvSpPr>
        <p:spPr>
          <a:xfrm>
            <a:off x="632151" y="1453240"/>
            <a:ext cx="104339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For problems involving multiple instances of each resource type</a:t>
            </a:r>
            <a:endParaRPr lang="en-US" altLang="en-US" b="1" dirty="0">
              <a:solidFill>
                <a:srgbClr val="FF0000"/>
              </a:solidFill>
              <a:latin typeface="Arial" panose="020B0604020202020204" pitchFamily="34" charset="0"/>
              <a:cs typeface="Arial" panose="020B0604020202020204" pitchFamily="34" charset="0"/>
            </a:endParaRPr>
          </a:p>
          <a:p>
            <a:pPr algn="just"/>
            <a:endParaRPr lang="en-US" altLang="en-US" b="1" dirty="0">
              <a:solidFill>
                <a:srgbClr val="FF0000"/>
              </a:solidFill>
              <a:latin typeface="Arial" panose="020B0604020202020204" pitchFamily="34" charset="0"/>
              <a:cs typeface="Arial" panose="020B0604020202020204" pitchFamily="34" charset="0"/>
            </a:endParaRPr>
          </a:p>
          <a:p>
            <a:pPr algn="just"/>
            <a:r>
              <a:rPr lang="en-US" altLang="en-US" b="1" dirty="0">
                <a:solidFill>
                  <a:srgbClr val="FF0000"/>
                </a:solidFill>
                <a:latin typeface="Arial" panose="020B0604020202020204" pitchFamily="34" charset="0"/>
                <a:cs typeface="Arial" panose="020B0604020202020204" pitchFamily="34" charset="0"/>
              </a:rPr>
              <a:t>Available[m]</a:t>
            </a:r>
            <a:r>
              <a:rPr lang="en-US" altLang="en-US" dirty="0">
                <a:latin typeface="Arial" panose="020B0604020202020204" pitchFamily="34" charset="0"/>
                <a:cs typeface="Arial" panose="020B0604020202020204" pitchFamily="34" charset="0"/>
              </a:rPr>
              <a:t>: A vector indicating number of available resources of each type</a:t>
            </a:r>
          </a:p>
          <a:p>
            <a:pPr algn="just"/>
            <a:endParaRPr lang="en-US" altLang="en-US" dirty="0">
              <a:latin typeface="Arial" panose="020B0604020202020204" pitchFamily="34" charset="0"/>
              <a:cs typeface="Arial" panose="020B0604020202020204" pitchFamily="34" charset="0"/>
            </a:endParaRPr>
          </a:p>
          <a:p>
            <a:pPr algn="just"/>
            <a:r>
              <a:rPr lang="en-US" altLang="en-US" b="1" dirty="0">
                <a:solidFill>
                  <a:srgbClr val="FF0000"/>
                </a:solidFill>
                <a:latin typeface="Arial" panose="020B0604020202020204" pitchFamily="34" charset="0"/>
                <a:cs typeface="Arial" panose="020B0604020202020204" pitchFamily="34" charset="0"/>
              </a:rPr>
              <a:t>Allocation[n, m]</a:t>
            </a:r>
            <a:r>
              <a:rPr lang="en-US" altLang="en-US" dirty="0">
                <a:latin typeface="Arial" panose="020B0604020202020204" pitchFamily="34" charset="0"/>
                <a:cs typeface="Arial" panose="020B0604020202020204" pitchFamily="34" charset="0"/>
              </a:rPr>
              <a:t>: A matrix defining the number of resources of each type currently allocated to each process</a:t>
            </a:r>
          </a:p>
          <a:p>
            <a:pPr algn="just"/>
            <a:endParaRPr lang="en-US" altLang="en-US" b="1" dirty="0">
              <a:solidFill>
                <a:srgbClr val="000000"/>
              </a:solidFill>
              <a:latin typeface="Arial" panose="020B0604020202020204" pitchFamily="34" charset="0"/>
              <a:cs typeface="Arial" panose="020B0604020202020204" pitchFamily="34" charset="0"/>
            </a:endParaRPr>
          </a:p>
          <a:p>
            <a:pPr algn="just"/>
            <a:r>
              <a:rPr lang="en-US" altLang="en-US" b="1" dirty="0">
                <a:solidFill>
                  <a:srgbClr val="FF0000"/>
                </a:solidFill>
                <a:latin typeface="Arial" panose="020B0604020202020204" pitchFamily="34" charset="0"/>
                <a:cs typeface="Arial" panose="020B0604020202020204" pitchFamily="34" charset="0"/>
              </a:rPr>
              <a:t>Request[n, m]</a:t>
            </a:r>
            <a:r>
              <a:rPr lang="en-US" altLang="en-US" dirty="0">
                <a:latin typeface="Arial" panose="020B0604020202020204" pitchFamily="34" charset="0"/>
                <a:cs typeface="Arial" panose="020B0604020202020204" pitchFamily="34" charset="0"/>
              </a:rPr>
              <a:t>: A matrix indicating the current request  of each process. If </a:t>
            </a:r>
            <a:r>
              <a:rPr lang="en-US" altLang="en-US" b="1" i="1" dirty="0">
                <a:latin typeface="Arial" panose="020B0604020202020204" pitchFamily="34" charset="0"/>
                <a:cs typeface="Arial" panose="020B0604020202020204" pitchFamily="34" charset="0"/>
              </a:rPr>
              <a:t>Request </a:t>
            </a:r>
            <a:r>
              <a:rPr lang="en-US" altLang="en-US" b="1" dirty="0">
                <a:latin typeface="Arial" panose="020B0604020202020204" pitchFamily="34" charset="0"/>
                <a:cs typeface="Arial" panose="020B0604020202020204" pitchFamily="34" charset="0"/>
              </a:rPr>
              <a:t>[</a:t>
            </a:r>
            <a:r>
              <a:rPr lang="en-US" altLang="en-US" b="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j] = </a:t>
            </a:r>
            <a:r>
              <a:rPr lang="en-US" altLang="en-US" b="1" i="1" dirty="0">
                <a:latin typeface="Arial" panose="020B0604020202020204" pitchFamily="34" charset="0"/>
                <a:cs typeface="Arial" panose="020B0604020202020204" pitchFamily="34" charset="0"/>
              </a:rPr>
              <a:t>k</a:t>
            </a:r>
            <a:r>
              <a:rPr lang="en-US" altLang="en-US" dirty="0">
                <a:latin typeface="Arial" panose="020B0604020202020204" pitchFamily="34" charset="0"/>
                <a:cs typeface="Arial" panose="020B0604020202020204" pitchFamily="34" charset="0"/>
              </a:rPr>
              <a:t>, then </a:t>
            </a:r>
            <a:r>
              <a:rPr lang="en-US" altLang="en-US" b="1" i="1" dirty="0">
                <a:latin typeface="Arial" panose="020B0604020202020204" pitchFamily="34" charset="0"/>
                <a:cs typeface="Arial" panose="020B0604020202020204" pitchFamily="34" charset="0"/>
              </a:rPr>
              <a:t>P</a:t>
            </a:r>
            <a:r>
              <a:rPr lang="en-US" altLang="en-US" b="1" i="1" baseline="-25000" dirty="0">
                <a:latin typeface="Arial" panose="020B0604020202020204" pitchFamily="34" charset="0"/>
                <a:cs typeface="Arial" panose="020B0604020202020204" pitchFamily="34" charset="0"/>
              </a:rPr>
              <a:t>i</a:t>
            </a:r>
            <a:r>
              <a:rPr lang="en-US" altLang="en-US" dirty="0">
                <a:latin typeface="Arial" panose="020B0604020202020204" pitchFamily="34" charset="0"/>
                <a:cs typeface="Arial" panose="020B0604020202020204" pitchFamily="34" charset="0"/>
              </a:rPr>
              <a:t> is requesting</a:t>
            </a:r>
            <a:r>
              <a:rPr lang="en-US" altLang="en-US" i="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k</a:t>
            </a:r>
            <a:r>
              <a:rPr lang="en-US" altLang="en-US" dirty="0">
                <a:latin typeface="Arial" panose="020B0604020202020204" pitchFamily="34" charset="0"/>
                <a:cs typeface="Arial" panose="020B0604020202020204" pitchFamily="34" charset="0"/>
              </a:rPr>
              <a:t> more instances of resource type </a:t>
            </a:r>
            <a:r>
              <a:rPr lang="en-US" altLang="en-US" b="1" i="1" dirty="0" err="1">
                <a:latin typeface="Arial" panose="020B0604020202020204" pitchFamily="34" charset="0"/>
                <a:cs typeface="Arial" panose="020B0604020202020204" pitchFamily="34" charset="0"/>
              </a:rPr>
              <a:t>R</a:t>
            </a:r>
            <a:r>
              <a:rPr lang="en-US" altLang="en-US" b="1" i="1" baseline="-25000" dirty="0" err="1">
                <a:latin typeface="Arial" panose="020B0604020202020204" pitchFamily="34" charset="0"/>
                <a:cs typeface="Arial" panose="020B0604020202020204" pitchFamily="34" charset="0"/>
              </a:rPr>
              <a:t>j</a:t>
            </a:r>
            <a:r>
              <a:rPr lang="en-US" altLang="en-US" dirty="0">
                <a:latin typeface="Arial" panose="020B0604020202020204" pitchFamily="34" charset="0"/>
                <a:cs typeface="Arial" panose="020B0604020202020204" pitchFamily="34" charset="0"/>
              </a:rPr>
              <a:t>.</a:t>
            </a:r>
            <a:endParaRPr lang="en-US" dirty="0">
              <a:latin typeface="Arial" panose="020B0604020202020204" pitchFamily="34" charset="0"/>
              <a:ea typeface="ＭＳ Ｐゴシック" pitchFamily="34" charset="-128"/>
              <a:cs typeface="Arial" panose="020B0604020202020204" pitchFamily="34" charset="0"/>
            </a:endParaRPr>
          </a:p>
        </p:txBody>
      </p:sp>
    </p:spTree>
    <p:custDataLst>
      <p:tags r:id="rId1"/>
    </p:custDataLst>
    <p:extLst>
      <p:ext uri="{BB962C8B-B14F-4D97-AF65-F5344CB8AC3E}">
        <p14:creationId xmlns:p14="http://schemas.microsoft.com/office/powerpoint/2010/main" val="40450990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9DC2-4E59-32C5-A320-AE79AB95B38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54E50A7-D9D3-2827-CE40-EB4651F98FC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Detection Algorithm</a:t>
            </a:r>
          </a:p>
        </p:txBody>
      </p:sp>
      <p:sp>
        <p:nvSpPr>
          <p:cNvPr id="3" name="Slide Number Placeholder 2">
            <a:extLst>
              <a:ext uri="{FF2B5EF4-FFF2-40B4-BE49-F238E27FC236}">
                <a16:creationId xmlns:a16="http://schemas.microsoft.com/office/drawing/2014/main" id="{F4F676C1-A5FD-4B6A-B62A-EFFA735801EC}"/>
              </a:ext>
            </a:extLst>
          </p:cNvPr>
          <p:cNvSpPr>
            <a:spLocks noGrp="1"/>
          </p:cNvSpPr>
          <p:nvPr>
            <p:ph type="sldNum" sz="quarter" idx="12"/>
          </p:nvPr>
        </p:nvSpPr>
        <p:spPr/>
        <p:txBody>
          <a:bodyPr/>
          <a:lstStyle/>
          <a:p>
            <a:fld id="{3485D9CA-6DAA-4C3C-A3E2-EDEA918D5F89}" type="slidenum">
              <a:rPr lang="en-US">
                <a:latin typeface="Calibri"/>
              </a:rPr>
              <a:pPr/>
              <a:t>44</a:t>
            </a:fld>
            <a:endParaRPr lang="en-US">
              <a:latin typeface="Calibri"/>
            </a:endParaRPr>
          </a:p>
        </p:txBody>
      </p:sp>
      <p:sp>
        <p:nvSpPr>
          <p:cNvPr id="12" name="Rectangle 3">
            <a:extLst>
              <a:ext uri="{FF2B5EF4-FFF2-40B4-BE49-F238E27FC236}">
                <a16:creationId xmlns:a16="http://schemas.microsoft.com/office/drawing/2014/main" id="{BE70E620-0D96-F0C7-13EB-76380941CB77}"/>
              </a:ext>
            </a:extLst>
          </p:cNvPr>
          <p:cNvSpPr txBox="1">
            <a:spLocks noChangeArrowheads="1"/>
          </p:cNvSpPr>
          <p:nvPr/>
        </p:nvSpPr>
        <p:spPr>
          <a:xfrm>
            <a:off x="632151" y="1438493"/>
            <a:ext cx="10321988"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pPr>
            <a:r>
              <a:rPr lang="en-US" altLang="en-US" dirty="0">
                <a:latin typeface="Arial" panose="020B0604020202020204" pitchFamily="34" charset="0"/>
                <a:cs typeface="Arial" panose="020B0604020202020204" pitchFamily="34" charset="0"/>
              </a:rPr>
              <a:t>Let </a:t>
            </a:r>
            <a:r>
              <a:rPr lang="en-US" altLang="en-US" b="1" i="1" dirty="0">
                <a:latin typeface="Arial" panose="020B0604020202020204" pitchFamily="34" charset="0"/>
                <a:cs typeface="Arial" panose="020B0604020202020204" pitchFamily="34" charset="0"/>
              </a:rPr>
              <a:t>Work</a:t>
            </a:r>
            <a:r>
              <a:rPr lang="en-US" altLang="en-US" dirty="0">
                <a:latin typeface="Arial" panose="020B0604020202020204" pitchFamily="34" charset="0"/>
                <a:cs typeface="Arial" panose="020B0604020202020204" pitchFamily="34" charset="0"/>
              </a:rPr>
              <a:t> and </a:t>
            </a:r>
            <a:r>
              <a:rPr lang="en-US" altLang="en-US" b="1" i="1" dirty="0">
                <a:latin typeface="Arial" panose="020B0604020202020204" pitchFamily="34" charset="0"/>
                <a:cs typeface="Arial" panose="020B0604020202020204" pitchFamily="34" charset="0"/>
              </a:rPr>
              <a:t>Finish</a:t>
            </a:r>
            <a:r>
              <a:rPr lang="en-US" altLang="en-US" dirty="0">
                <a:latin typeface="Arial" panose="020B0604020202020204" pitchFamily="34" charset="0"/>
                <a:cs typeface="Arial" panose="020B0604020202020204" pitchFamily="34" charset="0"/>
              </a:rPr>
              <a:t> be vectors of length </a:t>
            </a:r>
            <a:r>
              <a:rPr lang="en-US" altLang="en-US" b="1" i="1" dirty="0">
                <a:latin typeface="Arial" panose="020B0604020202020204" pitchFamily="34" charset="0"/>
                <a:cs typeface="Arial" panose="020B0604020202020204" pitchFamily="34" charset="0"/>
              </a:rPr>
              <a:t>m</a:t>
            </a:r>
            <a:r>
              <a:rPr lang="en-US" altLang="en-US" dirty="0">
                <a:latin typeface="Arial" panose="020B0604020202020204" pitchFamily="34" charset="0"/>
                <a:cs typeface="Arial" panose="020B0604020202020204" pitchFamily="34" charset="0"/>
              </a:rPr>
              <a:t> and </a:t>
            </a:r>
            <a:r>
              <a:rPr lang="en-US" altLang="en-US" b="1" i="1" dirty="0">
                <a:latin typeface="Arial" panose="020B0604020202020204" pitchFamily="34" charset="0"/>
                <a:cs typeface="Arial" panose="020B0604020202020204" pitchFamily="34" charset="0"/>
              </a:rPr>
              <a:t>n</a:t>
            </a:r>
            <a:r>
              <a:rPr lang="en-US" altLang="en-US" dirty="0">
                <a:latin typeface="Arial" panose="020B0604020202020204" pitchFamily="34" charset="0"/>
                <a:cs typeface="Arial" panose="020B0604020202020204" pitchFamily="34" charset="0"/>
              </a:rPr>
              <a:t>, respectively </a:t>
            </a:r>
          </a:p>
          <a:p>
            <a:pPr>
              <a:buFont typeface="Monotype Sorts" pitchFamily="-84" charset="2"/>
              <a:buNone/>
            </a:pPr>
            <a:r>
              <a:rPr lang="en-US" altLang="en-US" dirty="0">
                <a:latin typeface="Arial" panose="020B0604020202020204" pitchFamily="34" charset="0"/>
                <a:cs typeface="Arial" panose="020B0604020202020204" pitchFamily="34" charset="0"/>
              </a:rPr>
              <a:t>Initialize:</a:t>
            </a:r>
          </a:p>
          <a:p>
            <a:pPr marL="850900" lvl="1" indent="-393700">
              <a:spcBef>
                <a:spcPts val="0"/>
              </a:spcBef>
              <a:buFont typeface="Monotype Sorts" pitchFamily="-84" charset="2"/>
              <a:buNone/>
            </a:pPr>
            <a:endParaRPr lang="en-US" altLang="en-US" sz="800" b="1" i="1" dirty="0">
              <a:latin typeface="Arial" panose="020B0604020202020204" pitchFamily="34" charset="0"/>
              <a:cs typeface="Arial" panose="020B0604020202020204" pitchFamily="34" charset="0"/>
            </a:endParaRPr>
          </a:p>
          <a:p>
            <a:pPr marL="850900" lvl="1" indent="-393700">
              <a:spcBef>
                <a:spcPts val="0"/>
              </a:spcBef>
              <a:buFont typeface="Monotype Sorts" pitchFamily="-84" charset="2"/>
              <a:buNone/>
            </a:pPr>
            <a:r>
              <a:rPr lang="en-US" altLang="en-US" b="1" i="1" dirty="0">
                <a:latin typeface="Arial" panose="020B0604020202020204" pitchFamily="34" charset="0"/>
                <a:cs typeface="Arial" panose="020B0604020202020204" pitchFamily="34" charset="0"/>
              </a:rPr>
              <a:t>Work</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Available</a:t>
            </a:r>
            <a:endParaRPr lang="en-US" altLang="en-US" b="1" dirty="0">
              <a:latin typeface="Arial" panose="020B0604020202020204" pitchFamily="34" charset="0"/>
              <a:cs typeface="Arial" panose="020B0604020202020204" pitchFamily="34" charset="0"/>
            </a:endParaRPr>
          </a:p>
          <a:p>
            <a:pPr marL="457200" lvl="1" indent="0">
              <a:spcBef>
                <a:spcPts val="0"/>
              </a:spcBef>
              <a:buNone/>
            </a:pPr>
            <a:r>
              <a:rPr lang="en-US" altLang="en-US" b="1" dirty="0">
                <a:latin typeface="Arial" panose="020B0604020202020204" pitchFamily="34" charset="0"/>
                <a:cs typeface="Arial" panose="020B0604020202020204" pitchFamily="34" charset="0"/>
              </a:rPr>
              <a:t>for</a:t>
            </a:r>
            <a:r>
              <a:rPr lang="en-US" altLang="en-US" dirty="0">
                <a:latin typeface="Arial" panose="020B0604020202020204" pitchFamily="34" charset="0"/>
                <a:cs typeface="Arial" panose="020B0604020202020204" pitchFamily="34" charset="0"/>
              </a:rPr>
              <a:t> </a:t>
            </a:r>
            <a:r>
              <a:rPr lang="en-US" altLang="en-US" b="1" i="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 1,2, …,</a:t>
            </a:r>
            <a:r>
              <a:rPr lang="en-US" altLang="en-US" b="1" i="1" dirty="0">
                <a:latin typeface="Arial" panose="020B0604020202020204" pitchFamily="34" charset="0"/>
                <a:cs typeface="Arial" panose="020B0604020202020204" pitchFamily="34" charset="0"/>
              </a:rPr>
              <a:t> n</a:t>
            </a:r>
            <a:r>
              <a:rPr lang="en-US" altLang="en-US" dirty="0">
                <a:latin typeface="Arial" panose="020B0604020202020204" pitchFamily="34" charset="0"/>
                <a:cs typeface="Arial" panose="020B0604020202020204" pitchFamily="34" charset="0"/>
              </a:rPr>
              <a:t>, </a:t>
            </a:r>
          </a:p>
          <a:p>
            <a:pPr marL="457200" lvl="1" indent="0">
              <a:spcBef>
                <a:spcPts val="0"/>
              </a:spcBef>
              <a:buNone/>
            </a:pPr>
            <a:r>
              <a:rPr lang="en-US" altLang="en-US" dirty="0">
                <a:latin typeface="Arial" panose="020B0604020202020204" pitchFamily="34" charset="0"/>
                <a:cs typeface="Arial" panose="020B0604020202020204" pitchFamily="34" charset="0"/>
              </a:rPr>
              <a:t>      if </a:t>
            </a:r>
            <a:r>
              <a:rPr lang="en-US" altLang="en-US" b="1" i="1" dirty="0" err="1">
                <a:latin typeface="Arial" panose="020B0604020202020204" pitchFamily="34" charset="0"/>
                <a:cs typeface="Arial" panose="020B0604020202020204" pitchFamily="34" charset="0"/>
              </a:rPr>
              <a:t>Allocation</a:t>
            </a:r>
            <a:r>
              <a:rPr lang="en-US" altLang="en-US" b="1" i="1" baseline="-25000"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sym typeface="Symbol" pitchFamily="18" charset="2"/>
              </a:rPr>
              <a:t> 0</a:t>
            </a:r>
            <a:r>
              <a:rPr lang="en-US" altLang="en-US" dirty="0">
                <a:latin typeface="Arial" panose="020B0604020202020204" pitchFamily="34" charset="0"/>
                <a:cs typeface="Arial" panose="020B0604020202020204" pitchFamily="34" charset="0"/>
                <a:sym typeface="Symbol" pitchFamily="18" charset="2"/>
              </a:rPr>
              <a:t>, </a:t>
            </a:r>
          </a:p>
          <a:p>
            <a:pPr marL="457200" lvl="1" indent="0">
              <a:spcBef>
                <a:spcPts val="0"/>
              </a:spcBef>
              <a:buNone/>
            </a:pPr>
            <a:r>
              <a:rPr lang="en-US" altLang="en-US" b="1" i="1" dirty="0">
                <a:latin typeface="Arial" panose="020B0604020202020204" pitchFamily="34" charset="0"/>
                <a:cs typeface="Arial" panose="020B0604020202020204" pitchFamily="34" charset="0"/>
                <a:sym typeface="Symbol" pitchFamily="18" charset="2"/>
              </a:rPr>
              <a:t>	       Finish</a:t>
            </a:r>
            <a:r>
              <a:rPr lang="en-US" altLang="en-US" b="1" dirty="0">
                <a:latin typeface="Arial" panose="020B0604020202020204" pitchFamily="34" charset="0"/>
                <a:cs typeface="Arial" panose="020B0604020202020204" pitchFamily="34" charset="0"/>
                <a:sym typeface="Symbol" pitchFamily="18" charset="2"/>
              </a:rPr>
              <a:t>[</a:t>
            </a:r>
            <a:r>
              <a:rPr lang="en-US" altLang="en-US" b="1" dirty="0" err="1">
                <a:latin typeface="Arial" panose="020B0604020202020204" pitchFamily="34" charset="0"/>
                <a:cs typeface="Arial" panose="020B0604020202020204" pitchFamily="34" charset="0"/>
                <a:sym typeface="Symbol" pitchFamily="18" charset="2"/>
              </a:rPr>
              <a:t>i</a:t>
            </a:r>
            <a:r>
              <a:rPr lang="en-US" altLang="en-US" b="1" dirty="0">
                <a:latin typeface="Arial" panose="020B0604020202020204" pitchFamily="34" charset="0"/>
                <a:cs typeface="Arial" panose="020B0604020202020204" pitchFamily="34" charset="0"/>
                <a:sym typeface="Symbol" pitchFamily="18" charset="2"/>
              </a:rPr>
              <a:t>] </a:t>
            </a:r>
            <a:r>
              <a:rPr lang="en-US" altLang="en-US" b="1" i="1" dirty="0">
                <a:latin typeface="Arial" panose="020B0604020202020204" pitchFamily="34" charset="0"/>
                <a:cs typeface="Arial" panose="020B0604020202020204" pitchFamily="34" charset="0"/>
                <a:sym typeface="Symbol" pitchFamily="18" charset="2"/>
              </a:rPr>
              <a:t>= false</a:t>
            </a:r>
            <a:r>
              <a:rPr lang="en-US" altLang="en-US" dirty="0">
                <a:latin typeface="Arial" panose="020B0604020202020204" pitchFamily="34" charset="0"/>
                <a:cs typeface="Arial" panose="020B0604020202020204" pitchFamily="34" charset="0"/>
                <a:sym typeface="Symbol" pitchFamily="18" charset="2"/>
              </a:rPr>
              <a:t>; </a:t>
            </a:r>
          </a:p>
          <a:p>
            <a:pPr marL="457200" lvl="1" indent="0">
              <a:spcBef>
                <a:spcPts val="0"/>
              </a:spcBef>
              <a:buNone/>
            </a:pPr>
            <a:r>
              <a:rPr lang="en-US" altLang="en-US" dirty="0">
                <a:latin typeface="Arial" panose="020B0604020202020204" pitchFamily="34" charset="0"/>
                <a:cs typeface="Arial" panose="020B0604020202020204" pitchFamily="34" charset="0"/>
                <a:sym typeface="Symbol" pitchFamily="18" charset="2"/>
              </a:rPr>
              <a:t>      else</a:t>
            </a:r>
          </a:p>
          <a:p>
            <a:pPr marL="457200" lvl="1" indent="0">
              <a:spcBef>
                <a:spcPts val="0"/>
              </a:spcBef>
              <a:buNone/>
            </a:pPr>
            <a:r>
              <a:rPr lang="en-US" altLang="en-US" dirty="0">
                <a:latin typeface="Arial" panose="020B0604020202020204" pitchFamily="34" charset="0"/>
                <a:cs typeface="Arial" panose="020B0604020202020204" pitchFamily="34" charset="0"/>
                <a:sym typeface="Symbol" pitchFamily="18" charset="2"/>
              </a:rPr>
              <a:t>             </a:t>
            </a:r>
            <a:r>
              <a:rPr lang="en-US" altLang="en-US" b="1" i="1" dirty="0">
                <a:latin typeface="Arial" panose="020B0604020202020204" pitchFamily="34" charset="0"/>
                <a:cs typeface="Arial" panose="020B0604020202020204" pitchFamily="34" charset="0"/>
                <a:sym typeface="Symbol" pitchFamily="18" charset="2"/>
              </a:rPr>
              <a:t>Finish</a:t>
            </a:r>
            <a:r>
              <a:rPr lang="en-US" altLang="en-US" b="1" dirty="0">
                <a:latin typeface="Arial" panose="020B0604020202020204" pitchFamily="34" charset="0"/>
                <a:cs typeface="Arial" panose="020B0604020202020204" pitchFamily="34" charset="0"/>
                <a:sym typeface="Symbol" pitchFamily="18" charset="2"/>
              </a:rPr>
              <a:t>[</a:t>
            </a:r>
            <a:r>
              <a:rPr lang="en-US" altLang="en-US" b="1" dirty="0" err="1">
                <a:latin typeface="Arial" panose="020B0604020202020204" pitchFamily="34" charset="0"/>
                <a:cs typeface="Arial" panose="020B0604020202020204" pitchFamily="34" charset="0"/>
                <a:sym typeface="Symbol" pitchFamily="18" charset="2"/>
              </a:rPr>
              <a:t>i</a:t>
            </a:r>
            <a:r>
              <a:rPr lang="en-US" altLang="en-US" b="1" dirty="0">
                <a:latin typeface="Arial" panose="020B0604020202020204" pitchFamily="34" charset="0"/>
                <a:cs typeface="Arial" panose="020B0604020202020204" pitchFamily="34" charset="0"/>
                <a:sym typeface="Symbol" pitchFamily="18" charset="2"/>
              </a:rPr>
              <a:t>] = </a:t>
            </a:r>
            <a:r>
              <a:rPr lang="en-US" altLang="en-US" b="1" i="1" dirty="0">
                <a:latin typeface="Arial" panose="020B0604020202020204" pitchFamily="34" charset="0"/>
                <a:cs typeface="Arial" panose="020B0604020202020204" pitchFamily="34" charset="0"/>
                <a:sym typeface="Symbol" pitchFamily="18" charset="2"/>
              </a:rPr>
              <a:t>true</a:t>
            </a:r>
            <a:endParaRPr lang="en-US" altLang="en-US" sz="1200" dirty="0">
              <a:latin typeface="Arial" panose="020B0604020202020204" pitchFamily="34" charset="0"/>
              <a:cs typeface="Arial" panose="020B0604020202020204" pitchFamily="34" charset="0"/>
            </a:endParaRPr>
          </a:p>
          <a:p>
            <a:pPr>
              <a:buFont typeface="Monotype Sorts" pitchFamily="-84" charset="2"/>
              <a:buNone/>
            </a:pPr>
            <a:endParaRPr lang="en-US" altLang="en-US" sz="1200" dirty="0">
              <a:latin typeface="Arial" panose="020B0604020202020204" pitchFamily="34" charset="0"/>
              <a:cs typeface="Arial" panose="020B0604020202020204" pitchFamily="34" charset="0"/>
            </a:endParaRPr>
          </a:p>
          <a:p>
            <a:pPr>
              <a:buFont typeface="Monotype Sorts" pitchFamily="-84" charset="2"/>
              <a:buNone/>
            </a:pPr>
            <a:r>
              <a:rPr lang="en-US" altLang="en-US" sz="2000" dirty="0">
                <a:latin typeface="Arial" panose="020B0604020202020204" pitchFamily="34" charset="0"/>
                <a:cs typeface="Arial" panose="020B0604020202020204" pitchFamily="34" charset="0"/>
              </a:rPr>
              <a:t> // Find a process </a:t>
            </a:r>
            <a:r>
              <a:rPr lang="en-US" altLang="en-US" sz="2000" b="1" i="1" dirty="0" err="1">
                <a:latin typeface="Arial" panose="020B0604020202020204" pitchFamily="34" charset="0"/>
                <a:cs typeface="Arial" panose="020B0604020202020204" pitchFamily="34" charset="0"/>
              </a:rPr>
              <a:t>i</a:t>
            </a:r>
            <a:r>
              <a:rPr lang="en-US" altLang="en-US" sz="2000" i="1"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that can complete its work now:</a:t>
            </a:r>
          </a:p>
          <a:p>
            <a:pPr marL="850900" lvl="1" indent="-393700">
              <a:spcBef>
                <a:spcPts val="0"/>
              </a:spcBef>
              <a:buFont typeface="Monotype Sorts" pitchFamily="-84" charset="2"/>
              <a:buNone/>
            </a:pPr>
            <a:r>
              <a:rPr lang="en-US" altLang="en-US" b="1" i="1" dirty="0">
                <a:latin typeface="Arial" panose="020B0604020202020204" pitchFamily="34" charset="0"/>
                <a:cs typeface="Arial" panose="020B0604020202020204" pitchFamily="34" charset="0"/>
              </a:rPr>
              <a:t>while (Finish</a:t>
            </a:r>
            <a:r>
              <a:rPr lang="en-US" altLang="en-US" b="1" dirty="0">
                <a:latin typeface="Arial" panose="020B0604020202020204" pitchFamily="34" charset="0"/>
                <a:cs typeface="Arial" panose="020B0604020202020204" pitchFamily="34" charset="0"/>
              </a:rPr>
              <a:t>[</a:t>
            </a:r>
            <a:r>
              <a:rPr lang="en-US" altLang="en-US" b="1" i="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false  &amp;&amp; </a:t>
            </a:r>
            <a:r>
              <a:rPr lang="en-US" altLang="en-US" b="1" i="1" dirty="0" err="1">
                <a:latin typeface="Arial" panose="020B0604020202020204" pitchFamily="34" charset="0"/>
                <a:cs typeface="Arial" panose="020B0604020202020204" pitchFamily="34" charset="0"/>
              </a:rPr>
              <a:t>Request</a:t>
            </a:r>
            <a:r>
              <a:rPr lang="en-US" altLang="en-US" b="1" i="1" baseline="-25000"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sym typeface="Symbol" pitchFamily="18" charset="2"/>
              </a:rPr>
              <a:t> </a:t>
            </a:r>
            <a:r>
              <a:rPr lang="en-US" altLang="en-US" b="1" i="1" dirty="0">
                <a:latin typeface="Arial" panose="020B0604020202020204" pitchFamily="34" charset="0"/>
                <a:cs typeface="Arial" panose="020B0604020202020204" pitchFamily="34" charset="0"/>
                <a:sym typeface="Symbol" pitchFamily="18" charset="2"/>
              </a:rPr>
              <a:t>Work)</a:t>
            </a:r>
            <a:endParaRPr lang="en-US" altLang="en-US" b="1" dirty="0">
              <a:latin typeface="Arial" panose="020B0604020202020204" pitchFamily="34" charset="0"/>
              <a:cs typeface="Arial" panose="020B0604020202020204" pitchFamily="34" charset="0"/>
              <a:sym typeface="Symbol" pitchFamily="18" charset="2"/>
            </a:endParaRPr>
          </a:p>
          <a:p>
            <a:pPr marL="850900" lvl="1" indent="-393700">
              <a:spcBef>
                <a:spcPts val="0"/>
              </a:spcBef>
              <a:buFont typeface="Monotype Sorts" pitchFamily="-84" charset="2"/>
              <a:buNone/>
            </a:pPr>
            <a:r>
              <a:rPr lang="en-US" altLang="en-US" b="1" i="1" dirty="0">
                <a:latin typeface="Arial" panose="020B0604020202020204" pitchFamily="34" charset="0"/>
                <a:cs typeface="Arial" panose="020B0604020202020204" pitchFamily="34" charset="0"/>
              </a:rPr>
              <a:t>	   Work</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Work</a:t>
            </a:r>
            <a:r>
              <a:rPr lang="en-US" altLang="en-US" b="1" dirty="0">
                <a:latin typeface="Arial" panose="020B0604020202020204" pitchFamily="34" charset="0"/>
                <a:cs typeface="Arial" panose="020B0604020202020204" pitchFamily="34" charset="0"/>
              </a:rPr>
              <a:t> + </a:t>
            </a:r>
            <a:r>
              <a:rPr lang="en-US" altLang="en-US" b="1" i="1" dirty="0" err="1">
                <a:latin typeface="Arial" panose="020B0604020202020204" pitchFamily="34" charset="0"/>
                <a:cs typeface="Arial" panose="020B0604020202020204" pitchFamily="34" charset="0"/>
              </a:rPr>
              <a:t>Allocation</a:t>
            </a:r>
            <a:r>
              <a:rPr lang="en-US" altLang="en-US" b="1" i="1" baseline="-25000" dirty="0" err="1">
                <a:latin typeface="Arial" panose="020B0604020202020204" pitchFamily="34" charset="0"/>
                <a:cs typeface="Arial" panose="020B0604020202020204" pitchFamily="34" charset="0"/>
              </a:rPr>
              <a:t>i</a:t>
            </a:r>
            <a:br>
              <a:rPr lang="en-US" altLang="en-US" b="1" dirty="0">
                <a:latin typeface="Arial" panose="020B0604020202020204" pitchFamily="34" charset="0"/>
                <a:cs typeface="Arial" panose="020B0604020202020204" pitchFamily="34" charset="0"/>
              </a:rPr>
            </a:br>
            <a:r>
              <a:rPr lang="en-US" altLang="en-US" b="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Finish</a:t>
            </a:r>
            <a:r>
              <a:rPr lang="en-US" altLang="en-US" b="1" dirty="0">
                <a:latin typeface="Arial" panose="020B0604020202020204" pitchFamily="34" charset="0"/>
                <a:cs typeface="Arial" panose="020B0604020202020204" pitchFamily="34" charset="0"/>
              </a:rPr>
              <a:t>[</a:t>
            </a:r>
            <a:r>
              <a:rPr lang="en-US" altLang="en-US" b="1" i="1" dirty="0" err="1">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 </a:t>
            </a:r>
            <a:r>
              <a:rPr lang="en-US" altLang="en-US" b="1" i="1" dirty="0">
                <a:latin typeface="Arial" panose="020B0604020202020204" pitchFamily="34" charset="0"/>
                <a:cs typeface="Arial" panose="020B0604020202020204" pitchFamily="34" charset="0"/>
              </a:rPr>
              <a:t>true</a:t>
            </a:r>
            <a:br>
              <a:rPr lang="en-US" altLang="en-US" dirty="0">
                <a:latin typeface="Arial" panose="020B0604020202020204" pitchFamily="34" charset="0"/>
                <a:cs typeface="Arial" panose="020B0604020202020204" pitchFamily="34" charset="0"/>
              </a:rPr>
            </a:br>
            <a:endParaRPr lang="en-US" altLang="en-US" sz="1200" dirty="0">
              <a:latin typeface="Arial" panose="020B0604020202020204" pitchFamily="34" charset="0"/>
              <a:cs typeface="Arial" panose="020B0604020202020204" pitchFamily="34" charset="0"/>
            </a:endParaRPr>
          </a:p>
          <a:p>
            <a:pPr>
              <a:lnSpc>
                <a:spcPct val="90000"/>
              </a:lnSpc>
              <a:buNone/>
            </a:pPr>
            <a:r>
              <a:rPr lang="en-US" altLang="en-US" sz="2000" b="1" dirty="0">
                <a:latin typeface="Arial" panose="020B0604020202020204" pitchFamily="34" charset="0"/>
                <a:cs typeface="Arial" panose="020B0604020202020204" pitchFamily="34" charset="0"/>
              </a:rPr>
              <a:t>	  if</a:t>
            </a:r>
            <a:r>
              <a:rPr lang="en-US" altLang="en-US" sz="2000" dirty="0">
                <a:latin typeface="Arial" panose="020B0604020202020204" pitchFamily="34" charset="0"/>
                <a:cs typeface="Arial" panose="020B0604020202020204" pitchFamily="34" charset="0"/>
              </a:rPr>
              <a:t> (</a:t>
            </a:r>
            <a:r>
              <a:rPr lang="en-US" altLang="en-US" sz="2000" b="1" i="1" dirty="0">
                <a:latin typeface="Arial" panose="020B0604020202020204" pitchFamily="34" charset="0"/>
                <a:cs typeface="Arial" panose="020B0604020202020204" pitchFamily="34" charset="0"/>
              </a:rPr>
              <a:t>Finish[</a:t>
            </a:r>
            <a:r>
              <a:rPr lang="en-US" altLang="en-US" sz="2000" b="1" i="1" dirty="0" err="1">
                <a:latin typeface="Arial" panose="020B0604020202020204" pitchFamily="34" charset="0"/>
                <a:cs typeface="Arial" panose="020B0604020202020204" pitchFamily="34" charset="0"/>
              </a:rPr>
              <a:t>i</a:t>
            </a:r>
            <a:r>
              <a:rPr lang="en-US" altLang="en-US" sz="2000" b="1" i="1" dirty="0">
                <a:latin typeface="Arial" panose="020B0604020202020204" pitchFamily="34" charset="0"/>
                <a:cs typeface="Arial" panose="020B0604020202020204" pitchFamily="34" charset="0"/>
              </a:rPr>
              <a:t>] == false</a:t>
            </a:r>
            <a:r>
              <a:rPr lang="en-US" altLang="en-US" sz="2000" dirty="0">
                <a:latin typeface="Arial" panose="020B0604020202020204" pitchFamily="34" charset="0"/>
                <a:cs typeface="Arial" panose="020B0604020202020204" pitchFamily="34" charset="0"/>
              </a:rPr>
              <a:t>, for some </a:t>
            </a:r>
            <a:r>
              <a:rPr lang="en-US" altLang="en-US" sz="2000" b="1" i="1" dirty="0" err="1">
                <a:latin typeface="Arial" panose="020B0604020202020204" pitchFamily="34" charset="0"/>
                <a:cs typeface="Arial" panose="020B0604020202020204" pitchFamily="34" charset="0"/>
              </a:rPr>
              <a:t>i</a:t>
            </a:r>
            <a:r>
              <a:rPr lang="en-US" altLang="en-US" sz="2000" dirty="0">
                <a:latin typeface="Arial" panose="020B0604020202020204" pitchFamily="34" charset="0"/>
                <a:cs typeface="Arial" panose="020B0604020202020204" pitchFamily="34" charset="0"/>
                <a:sym typeface="Symbol" pitchFamily="18" charset="2"/>
              </a:rPr>
              <a:t>) </a:t>
            </a:r>
          </a:p>
          <a:p>
            <a:pPr>
              <a:lnSpc>
                <a:spcPct val="90000"/>
              </a:lnSpc>
              <a:buNone/>
            </a:pPr>
            <a:r>
              <a:rPr lang="en-US" altLang="en-US" sz="2000" dirty="0">
                <a:latin typeface="Arial" panose="020B0604020202020204" pitchFamily="34" charset="0"/>
                <a:cs typeface="Arial" panose="020B0604020202020204" pitchFamily="34" charset="0"/>
                <a:sym typeface="Symbol" pitchFamily="18" charset="2"/>
              </a:rPr>
              <a:t>		   return false;	//system is in deadlock state, </a:t>
            </a:r>
            <a:r>
              <a:rPr lang="en-US" altLang="en-US" sz="2000" b="1" i="1" dirty="0">
                <a:latin typeface="Arial" panose="020B0604020202020204" pitchFamily="34" charset="0"/>
                <a:cs typeface="Arial" panose="020B0604020202020204" pitchFamily="34" charset="0"/>
                <a:sym typeface="Symbol" pitchFamily="18" charset="2"/>
              </a:rPr>
              <a:t>P</a:t>
            </a:r>
            <a:r>
              <a:rPr lang="en-US" altLang="en-US" sz="2000" b="1" i="1" baseline="-25000" dirty="0">
                <a:latin typeface="Arial" panose="020B0604020202020204" pitchFamily="34" charset="0"/>
                <a:cs typeface="Arial" panose="020B0604020202020204" pitchFamily="34" charset="0"/>
                <a:sym typeface="Symbol" pitchFamily="18" charset="2"/>
              </a:rPr>
              <a:t>i</a:t>
            </a:r>
            <a:r>
              <a:rPr lang="en-US" altLang="en-US" sz="2000" dirty="0">
                <a:latin typeface="Arial" panose="020B0604020202020204" pitchFamily="34" charset="0"/>
                <a:cs typeface="Arial" panose="020B0604020202020204" pitchFamily="34" charset="0"/>
                <a:sym typeface="Symbol" pitchFamily="18" charset="2"/>
              </a:rPr>
              <a:t> is deadlocked</a:t>
            </a:r>
          </a:p>
        </p:txBody>
      </p:sp>
      <p:sp>
        <p:nvSpPr>
          <p:cNvPr id="4" name="Text Box 4"/>
          <p:cNvSpPr txBox="1">
            <a:spLocks noChangeArrowheads="1"/>
          </p:cNvSpPr>
          <p:nvPr/>
        </p:nvSpPr>
        <p:spPr bwMode="auto">
          <a:xfrm>
            <a:off x="6275640" y="2271122"/>
            <a:ext cx="374690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just"/>
            <a:r>
              <a:rPr lang="en-US" altLang="en-US" sz="2000" b="1" dirty="0">
                <a:solidFill>
                  <a:srgbClr val="FF0066"/>
                </a:solidFill>
                <a:latin typeface="Arial" panose="020B0604020202020204" pitchFamily="34" charset="0"/>
                <a:cs typeface="Arial" panose="020B0604020202020204" pitchFamily="34" charset="0"/>
                <a:sym typeface="Symbol" pitchFamily="18" charset="2"/>
              </a:rPr>
              <a:t>Algorithm requires an order of O(</a:t>
            </a:r>
            <a:r>
              <a:rPr lang="en-US" altLang="en-US" sz="2000" b="1" i="1" dirty="0">
                <a:solidFill>
                  <a:srgbClr val="FF0066"/>
                </a:solidFill>
                <a:latin typeface="Arial" panose="020B0604020202020204" pitchFamily="34" charset="0"/>
                <a:cs typeface="Arial" panose="020B0604020202020204" pitchFamily="34" charset="0"/>
                <a:sym typeface="Symbol" pitchFamily="18" charset="2"/>
              </a:rPr>
              <a:t>m </a:t>
            </a:r>
            <a:r>
              <a:rPr lang="en-US" altLang="en-US" sz="2000" b="1" dirty="0">
                <a:solidFill>
                  <a:srgbClr val="FF0066"/>
                </a:solidFill>
                <a:latin typeface="Arial" panose="020B0604020202020204" pitchFamily="34" charset="0"/>
                <a:cs typeface="Arial" panose="020B0604020202020204" pitchFamily="34" charset="0"/>
                <a:sym typeface="Symbol" pitchFamily="18" charset="2"/>
              </a:rPr>
              <a:t>x</a:t>
            </a:r>
            <a:r>
              <a:rPr lang="en-US" altLang="en-US" sz="2000" b="1" i="1" dirty="0">
                <a:solidFill>
                  <a:srgbClr val="FF0066"/>
                </a:solidFill>
                <a:latin typeface="Arial" panose="020B0604020202020204" pitchFamily="34" charset="0"/>
                <a:cs typeface="Arial" panose="020B0604020202020204" pitchFamily="34" charset="0"/>
                <a:sym typeface="Symbol" pitchFamily="18" charset="2"/>
              </a:rPr>
              <a:t> n</a:t>
            </a:r>
            <a:r>
              <a:rPr lang="en-US" altLang="en-US" sz="2000" b="1" baseline="30000" dirty="0">
                <a:solidFill>
                  <a:srgbClr val="FF0066"/>
                </a:solidFill>
                <a:latin typeface="Arial" panose="020B0604020202020204" pitchFamily="34" charset="0"/>
                <a:cs typeface="Arial" panose="020B0604020202020204" pitchFamily="34" charset="0"/>
                <a:sym typeface="Symbol" pitchFamily="18" charset="2"/>
              </a:rPr>
              <a:t>2</a:t>
            </a:r>
            <a:r>
              <a:rPr lang="en-US" altLang="en-US" sz="2000" b="1" dirty="0">
                <a:solidFill>
                  <a:srgbClr val="FF0066"/>
                </a:solidFill>
                <a:latin typeface="Arial" panose="020B0604020202020204" pitchFamily="34" charset="0"/>
                <a:cs typeface="Arial" panose="020B0604020202020204" pitchFamily="34" charset="0"/>
                <a:sym typeface="Symbol" pitchFamily="18" charset="2"/>
              </a:rPr>
              <a:t>) operations to detect whether the system is in deadlocked state</a:t>
            </a:r>
            <a:endParaRPr lang="en-US" altLang="en-US" sz="2000" dirty="0">
              <a:solidFill>
                <a:srgbClr val="FF0066"/>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054034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DA256-91E0-4304-8652-05FB9AE4168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2784494-DF60-FD65-FEF6-B47ADCB2C61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Deadlock Detection Algorithm</a:t>
            </a:r>
          </a:p>
        </p:txBody>
      </p:sp>
      <p:sp>
        <p:nvSpPr>
          <p:cNvPr id="3" name="Slide Number Placeholder 2">
            <a:extLst>
              <a:ext uri="{FF2B5EF4-FFF2-40B4-BE49-F238E27FC236}">
                <a16:creationId xmlns:a16="http://schemas.microsoft.com/office/drawing/2014/main" id="{EDC8B3FA-7C82-E536-AAC1-23E4505403C3}"/>
              </a:ext>
            </a:extLst>
          </p:cNvPr>
          <p:cNvSpPr>
            <a:spLocks noGrp="1"/>
          </p:cNvSpPr>
          <p:nvPr>
            <p:ph type="sldNum" sz="quarter" idx="12"/>
          </p:nvPr>
        </p:nvSpPr>
        <p:spPr/>
        <p:txBody>
          <a:bodyPr/>
          <a:lstStyle/>
          <a:p>
            <a:fld id="{3485D9CA-6DAA-4C3C-A3E2-EDEA918D5F89}" type="slidenum">
              <a:rPr lang="en-US">
                <a:latin typeface="Calibri"/>
              </a:rPr>
              <a:pPr/>
              <a:t>45</a:t>
            </a:fld>
            <a:endParaRPr lang="en-US">
              <a:latin typeface="Calibri"/>
            </a:endParaRPr>
          </a:p>
        </p:txBody>
      </p:sp>
      <p:sp>
        <p:nvSpPr>
          <p:cNvPr id="4" name="Rectangle 3">
            <a:extLst>
              <a:ext uri="{FF2B5EF4-FFF2-40B4-BE49-F238E27FC236}">
                <a16:creationId xmlns:a16="http://schemas.microsoft.com/office/drawing/2014/main" id="{4786798D-2379-5A0F-BA2F-91D4BC715875}"/>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5 processes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0  </a:t>
            </a:r>
            <a:r>
              <a:rPr lang="en-US" dirty="0">
                <a:latin typeface="Arial" panose="020B0604020202020204" pitchFamily="34" charset="0"/>
                <a:ea typeface="ＭＳ Ｐゴシック" pitchFamily="34" charset="-128"/>
                <a:cs typeface="Arial" panose="020B0604020202020204" pitchFamily="34" charset="0"/>
              </a:rPr>
              <a:t>through </a:t>
            </a:r>
            <a:r>
              <a:rPr lang="en-US" i="1" dirty="0">
                <a:latin typeface="Arial" panose="020B0604020202020204" pitchFamily="34" charset="0"/>
                <a:ea typeface="ＭＳ Ｐゴシック" pitchFamily="34" charset="-128"/>
                <a:cs typeface="Arial" panose="020B0604020202020204" pitchFamily="34" charset="0"/>
              </a:rPr>
              <a:t>P</a:t>
            </a:r>
            <a:r>
              <a:rPr lang="en-US" baseline="-25000" dirty="0">
                <a:latin typeface="Arial" panose="020B0604020202020204" pitchFamily="34" charset="0"/>
                <a:ea typeface="ＭＳ Ｐゴシック" pitchFamily="34" charset="-128"/>
                <a:cs typeface="Arial" panose="020B0604020202020204" pitchFamily="34" charset="0"/>
              </a:rPr>
              <a:t>4</a:t>
            </a: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3 resource types:	 </a:t>
            </a:r>
            <a:r>
              <a:rPr lang="en-US" i="1" dirty="0">
                <a:latin typeface="Arial" panose="020B0604020202020204" pitchFamily="34" charset="0"/>
                <a:ea typeface="ＭＳ Ｐゴシック" pitchFamily="34" charset="-128"/>
                <a:cs typeface="Arial" panose="020B0604020202020204" pitchFamily="34" charset="0"/>
              </a:rPr>
              <a:t>A</a:t>
            </a:r>
            <a:r>
              <a:rPr lang="en-US" dirty="0">
                <a:latin typeface="Arial" panose="020B0604020202020204" pitchFamily="34" charset="0"/>
                <a:ea typeface="ＭＳ Ｐゴシック" pitchFamily="34" charset="-128"/>
                <a:cs typeface="Arial" panose="020B0604020202020204" pitchFamily="34" charset="0"/>
              </a:rPr>
              <a:t> (7 instances),  </a:t>
            </a:r>
            <a:r>
              <a:rPr lang="en-US" i="1" dirty="0">
                <a:latin typeface="Arial" panose="020B0604020202020204" pitchFamily="34" charset="0"/>
                <a:ea typeface="ＭＳ Ｐゴシック" pitchFamily="34" charset="-128"/>
                <a:cs typeface="Arial" panose="020B0604020202020204" pitchFamily="34" charset="0"/>
              </a:rPr>
              <a:t>B</a:t>
            </a:r>
            <a:r>
              <a:rPr lang="en-US" dirty="0">
                <a:latin typeface="Arial" panose="020B0604020202020204" pitchFamily="34" charset="0"/>
                <a:ea typeface="ＭＳ Ｐゴシック" pitchFamily="34" charset="-128"/>
                <a:cs typeface="Arial" panose="020B0604020202020204" pitchFamily="34" charset="0"/>
              </a:rPr>
              <a:t> (2 instances), and </a:t>
            </a:r>
            <a:r>
              <a:rPr lang="en-US" i="1" dirty="0">
                <a:latin typeface="Arial" panose="020B0604020202020204" pitchFamily="34" charset="0"/>
                <a:ea typeface="ＭＳ Ｐゴシック" pitchFamily="34" charset="-128"/>
                <a:cs typeface="Arial" panose="020B0604020202020204" pitchFamily="34" charset="0"/>
              </a:rPr>
              <a:t>C</a:t>
            </a:r>
            <a:r>
              <a:rPr lang="en-US" dirty="0">
                <a:latin typeface="Arial" panose="020B0604020202020204" pitchFamily="34" charset="0"/>
                <a:ea typeface="ＭＳ Ｐゴシック" pitchFamily="34" charset="-128"/>
                <a:cs typeface="Arial" panose="020B0604020202020204" pitchFamily="34" charset="0"/>
              </a:rPr>
              <a:t> (6 instances)</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 </a:t>
            </a:r>
          </a:p>
          <a:p>
            <a:pPr>
              <a:buFont typeface="Monotype Sorts" pitchFamily="-84" charset="2"/>
              <a:buNone/>
              <a:tabLst>
                <a:tab pos="1371600" algn="l"/>
                <a:tab pos="2395538" algn="ctr"/>
                <a:tab pos="3594100" algn="ctr"/>
                <a:tab pos="4805363" algn="ctr"/>
              </a:tabLst>
            </a:pPr>
            <a:r>
              <a:rPr lang="en-US" dirty="0">
                <a:latin typeface="Arial" panose="020B0604020202020204" pitchFamily="34" charset="0"/>
                <a:ea typeface="ＭＳ Ｐゴシック" pitchFamily="34" charset="-128"/>
                <a:cs typeface="Arial" panose="020B0604020202020204" pitchFamily="34" charset="0"/>
              </a:rPr>
              <a:t>Snapshot at time </a:t>
            </a:r>
            <a:r>
              <a:rPr lang="en-US" i="1" dirty="0">
                <a:latin typeface="Arial" panose="020B0604020202020204" pitchFamily="34" charset="0"/>
                <a:ea typeface="ＭＳ Ｐゴシック" pitchFamily="34" charset="-128"/>
                <a:cs typeface="Arial" panose="020B0604020202020204" pitchFamily="34" charset="0"/>
              </a:rPr>
              <a:t>T</a:t>
            </a:r>
            <a:r>
              <a:rPr lang="en-US" baseline="-25000" dirty="0">
                <a:latin typeface="Arial" panose="020B0604020202020204" pitchFamily="34" charset="0"/>
                <a:ea typeface="ＭＳ Ｐゴシック" pitchFamily="34" charset="-128"/>
                <a:cs typeface="Arial" panose="020B0604020202020204" pitchFamily="34" charset="0"/>
              </a:rPr>
              <a:t>0</a:t>
            </a:r>
            <a:r>
              <a:rPr lang="en-US" dirty="0">
                <a:latin typeface="Arial" panose="020B0604020202020204" pitchFamily="34" charset="0"/>
                <a:ea typeface="ＭＳ Ｐゴシック" pitchFamily="34" charset="-128"/>
                <a:cs typeface="Arial" panose="020B0604020202020204" pitchFamily="34" charset="0"/>
              </a:rPr>
              <a:t>:</a:t>
            </a: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None/>
              <a:tabLst>
                <a:tab pos="1371600" algn="l"/>
                <a:tab pos="2395538" algn="ctr"/>
                <a:tab pos="3594100" algn="ctr"/>
                <a:tab pos="4805363" algn="ctr"/>
              </a:tabLst>
            </a:pPr>
            <a:r>
              <a:rPr lang="en-US" altLang="en-US" dirty="0">
                <a:latin typeface="Arial" panose="020B0604020202020204" pitchFamily="34" charset="0"/>
                <a:cs typeface="Arial" panose="020B0604020202020204" pitchFamily="34" charset="0"/>
              </a:rPr>
              <a:t>Sequence &lt;</a:t>
            </a:r>
            <a:r>
              <a:rPr lang="en-US" altLang="en-US" b="1" i="1" dirty="0">
                <a:latin typeface="Arial" panose="020B0604020202020204" pitchFamily="34" charset="0"/>
                <a:cs typeface="Arial" panose="020B0604020202020204" pitchFamily="34" charset="0"/>
              </a:rPr>
              <a:t>P</a:t>
            </a:r>
            <a:r>
              <a:rPr lang="en-US" altLang="en-US" b="1" i="1" baseline="-25000" dirty="0">
                <a:latin typeface="Arial" panose="020B0604020202020204" pitchFamily="34" charset="0"/>
                <a:cs typeface="Arial" panose="020B0604020202020204" pitchFamily="34" charset="0"/>
              </a:rPr>
              <a:t>0</a:t>
            </a:r>
            <a:r>
              <a:rPr lang="en-US" altLang="en-US" b="1" i="1" dirty="0">
                <a:latin typeface="Arial" panose="020B0604020202020204" pitchFamily="34" charset="0"/>
                <a:cs typeface="Arial" panose="020B0604020202020204" pitchFamily="34" charset="0"/>
              </a:rPr>
              <a:t>, P</a:t>
            </a:r>
            <a:r>
              <a:rPr lang="en-US" altLang="en-US" b="1" i="1" baseline="-25000" dirty="0">
                <a:latin typeface="Arial" panose="020B0604020202020204" pitchFamily="34" charset="0"/>
                <a:cs typeface="Arial" panose="020B0604020202020204" pitchFamily="34" charset="0"/>
              </a:rPr>
              <a:t>2</a:t>
            </a:r>
            <a:r>
              <a:rPr lang="en-US" altLang="en-US" b="1" i="1" dirty="0">
                <a:latin typeface="Arial" panose="020B0604020202020204" pitchFamily="34" charset="0"/>
                <a:cs typeface="Arial" panose="020B0604020202020204" pitchFamily="34" charset="0"/>
              </a:rPr>
              <a:t>, P</a:t>
            </a:r>
            <a:r>
              <a:rPr lang="en-US" altLang="en-US" b="1" i="1" baseline="-25000" dirty="0">
                <a:latin typeface="Arial" panose="020B0604020202020204" pitchFamily="34" charset="0"/>
                <a:cs typeface="Arial" panose="020B0604020202020204" pitchFamily="34" charset="0"/>
              </a:rPr>
              <a:t>3</a:t>
            </a:r>
            <a:r>
              <a:rPr lang="en-US" altLang="en-US" b="1" i="1" dirty="0">
                <a:latin typeface="Arial" panose="020B0604020202020204" pitchFamily="34" charset="0"/>
                <a:cs typeface="Arial" panose="020B0604020202020204" pitchFamily="34" charset="0"/>
              </a:rPr>
              <a:t>, P</a:t>
            </a:r>
            <a:r>
              <a:rPr lang="en-US" altLang="en-US" b="1" i="1" baseline="-25000" dirty="0">
                <a:latin typeface="Arial" panose="020B0604020202020204" pitchFamily="34" charset="0"/>
                <a:cs typeface="Arial" panose="020B0604020202020204" pitchFamily="34" charset="0"/>
              </a:rPr>
              <a:t>1</a:t>
            </a:r>
            <a:r>
              <a:rPr lang="en-US" altLang="en-US" b="1" i="1" dirty="0">
                <a:latin typeface="Arial" panose="020B0604020202020204" pitchFamily="34" charset="0"/>
                <a:cs typeface="Arial" panose="020B0604020202020204" pitchFamily="34" charset="0"/>
              </a:rPr>
              <a:t>, P</a:t>
            </a:r>
            <a:r>
              <a:rPr lang="en-US" altLang="en-US" b="1" i="1" baseline="-25000" dirty="0">
                <a:latin typeface="Arial" panose="020B0604020202020204" pitchFamily="34" charset="0"/>
                <a:cs typeface="Arial" panose="020B0604020202020204" pitchFamily="34" charset="0"/>
              </a:rPr>
              <a:t>4</a:t>
            </a:r>
            <a:r>
              <a:rPr lang="en-US" altLang="en-US" dirty="0">
                <a:latin typeface="Arial" panose="020B0604020202020204" pitchFamily="34" charset="0"/>
                <a:cs typeface="Arial" panose="020B0604020202020204" pitchFamily="34" charset="0"/>
              </a:rPr>
              <a:t>&gt; will result in </a:t>
            </a:r>
            <a:r>
              <a:rPr lang="en-US" altLang="en-US" b="1" i="1" dirty="0">
                <a:latin typeface="Arial" panose="020B0604020202020204" pitchFamily="34" charset="0"/>
                <a:cs typeface="Arial" panose="020B0604020202020204" pitchFamily="34" charset="0"/>
              </a:rPr>
              <a:t>Finish[</a:t>
            </a:r>
            <a:r>
              <a:rPr lang="en-US" altLang="en-US" b="1" i="1" dirty="0" err="1">
                <a:latin typeface="Arial" panose="020B0604020202020204" pitchFamily="34" charset="0"/>
                <a:cs typeface="Arial" panose="020B0604020202020204" pitchFamily="34" charset="0"/>
              </a:rPr>
              <a:t>i</a:t>
            </a:r>
            <a:r>
              <a:rPr lang="en-US" altLang="en-US" b="1" i="1" dirty="0">
                <a:latin typeface="Arial" panose="020B0604020202020204" pitchFamily="34" charset="0"/>
                <a:cs typeface="Arial" panose="020B0604020202020204" pitchFamily="34" charset="0"/>
              </a:rPr>
              <a:t>] = true </a:t>
            </a:r>
            <a:r>
              <a:rPr lang="en-US" altLang="en-US" dirty="0">
                <a:latin typeface="Arial" panose="020B0604020202020204" pitchFamily="34" charset="0"/>
                <a:cs typeface="Arial" panose="020B0604020202020204" pitchFamily="34" charset="0"/>
              </a:rPr>
              <a:t>for all </a:t>
            </a:r>
            <a:r>
              <a:rPr lang="en-US" altLang="en-US" b="1" i="1" dirty="0" err="1">
                <a:latin typeface="Arial" panose="020B0604020202020204" pitchFamily="34" charset="0"/>
                <a:cs typeface="Arial" panose="020B0604020202020204" pitchFamily="34" charset="0"/>
              </a:rPr>
              <a:t>i</a:t>
            </a:r>
            <a:endParaRPr lang="en-US" altLang="en-US" b="1" dirty="0">
              <a:latin typeface="Arial" panose="020B0604020202020204" pitchFamily="34" charset="0"/>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262570F3-30BB-D20E-3888-7A2481D23DEE}"/>
              </a:ext>
            </a:extLst>
          </p:cNvPr>
          <p:cNvGraphicFramePr>
            <a:graphicFrameLocks noGrp="1"/>
          </p:cNvGraphicFramePr>
          <p:nvPr>
            <p:extLst>
              <p:ext uri="{D42A27DB-BD31-4B8C-83A1-F6EECF244321}">
                <p14:modId xmlns:p14="http://schemas.microsoft.com/office/powerpoint/2010/main" val="2663682020"/>
              </p:ext>
            </p:extLst>
          </p:nvPr>
        </p:nvGraphicFramePr>
        <p:xfrm>
          <a:off x="1752600" y="3207628"/>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Request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i="1" u="sng"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1  0  0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6" name="TextBox 5">
            <a:extLst>
              <a:ext uri="{FF2B5EF4-FFF2-40B4-BE49-F238E27FC236}">
                <a16:creationId xmlns:a16="http://schemas.microsoft.com/office/drawing/2014/main" id="{B8D7EF0F-032B-BF52-D403-461ED7727959}"/>
              </a:ext>
            </a:extLst>
          </p:cNvPr>
          <p:cNvSpPr txBox="1"/>
          <p:nvPr/>
        </p:nvSpPr>
        <p:spPr>
          <a:xfrm>
            <a:off x="5955317" y="4040333"/>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0  0  0</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31935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6789-B388-DE0C-1AE8-FDEB5AEC2AD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DFA5B71-FB02-F275-6A97-C97D189B2DE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Deadlock Detection Algorithm</a:t>
            </a:r>
          </a:p>
        </p:txBody>
      </p:sp>
      <p:sp>
        <p:nvSpPr>
          <p:cNvPr id="3" name="Slide Number Placeholder 2">
            <a:extLst>
              <a:ext uri="{FF2B5EF4-FFF2-40B4-BE49-F238E27FC236}">
                <a16:creationId xmlns:a16="http://schemas.microsoft.com/office/drawing/2014/main" id="{CFF0D051-5165-E17D-71BF-C8786CA8D41C}"/>
              </a:ext>
            </a:extLst>
          </p:cNvPr>
          <p:cNvSpPr>
            <a:spLocks noGrp="1"/>
          </p:cNvSpPr>
          <p:nvPr>
            <p:ph type="sldNum" sz="quarter" idx="12"/>
          </p:nvPr>
        </p:nvSpPr>
        <p:spPr/>
        <p:txBody>
          <a:bodyPr/>
          <a:lstStyle/>
          <a:p>
            <a:fld id="{3485D9CA-6DAA-4C3C-A3E2-EDEA918D5F89}" type="slidenum">
              <a:rPr lang="en-US">
                <a:latin typeface="Calibri"/>
              </a:rPr>
              <a:pPr/>
              <a:t>46</a:t>
            </a:fld>
            <a:endParaRPr lang="en-US">
              <a:latin typeface="Calibri"/>
            </a:endParaRPr>
          </a:p>
        </p:txBody>
      </p:sp>
      <p:sp>
        <p:nvSpPr>
          <p:cNvPr id="4" name="Rectangle 3">
            <a:extLst>
              <a:ext uri="{FF2B5EF4-FFF2-40B4-BE49-F238E27FC236}">
                <a16:creationId xmlns:a16="http://schemas.microsoft.com/office/drawing/2014/main" id="{C19BDADE-B300-76CB-FA64-A11509A2744C}"/>
              </a:ext>
            </a:extLst>
          </p:cNvPr>
          <p:cNvSpPr txBox="1">
            <a:spLocks noChangeArrowheads="1"/>
          </p:cNvSpPr>
          <p:nvPr/>
        </p:nvSpPr>
        <p:spPr>
          <a:xfrm>
            <a:off x="632151" y="1453242"/>
            <a:ext cx="10433956" cy="55571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a:p>
            <a:pPr>
              <a:tabLst>
                <a:tab pos="2800350" algn="l"/>
                <a:tab pos="3708400" algn="ctr"/>
              </a:tabLst>
            </a:pPr>
            <a:r>
              <a:rPr lang="en-US" altLang="en-US" b="1" i="1" dirty="0">
                <a:latin typeface="Arial" panose="020B0604020202020204" pitchFamily="34" charset="0"/>
                <a:cs typeface="Arial" panose="020B0604020202020204" pitchFamily="34" charset="0"/>
              </a:rPr>
              <a:t>P</a:t>
            </a:r>
            <a:r>
              <a:rPr lang="en-US" altLang="en-US" b="1" baseline="-25000" dirty="0">
                <a:latin typeface="Arial" panose="020B0604020202020204" pitchFamily="34" charset="0"/>
                <a:cs typeface="Arial" panose="020B0604020202020204" pitchFamily="34" charset="0"/>
              </a:rPr>
              <a:t>2</a:t>
            </a:r>
            <a:r>
              <a:rPr lang="en-US" altLang="en-US" dirty="0">
                <a:latin typeface="Arial" panose="020B0604020202020204" pitchFamily="34" charset="0"/>
                <a:cs typeface="Arial" panose="020B0604020202020204" pitchFamily="34" charset="0"/>
              </a:rPr>
              <a:t> requests an additional instance of type</a:t>
            </a:r>
            <a:r>
              <a:rPr lang="en-US" altLang="en-US" i="1" dirty="0">
                <a:latin typeface="Arial" panose="020B0604020202020204" pitchFamily="34" charset="0"/>
                <a:cs typeface="Arial" panose="020B0604020202020204" pitchFamily="34" charset="0"/>
              </a:rPr>
              <a:t> </a:t>
            </a:r>
            <a:r>
              <a:rPr lang="en-US" altLang="en-US" b="1" i="1" dirty="0">
                <a:latin typeface="Arial" panose="020B0604020202020204" pitchFamily="34" charset="0"/>
                <a:cs typeface="Arial" panose="020B0604020202020204" pitchFamily="34" charset="0"/>
              </a:rPr>
              <a:t>C</a:t>
            </a:r>
            <a:endParaRPr lang="en-US" altLang="en-US" dirty="0">
              <a:latin typeface="Arial" panose="020B0604020202020204" pitchFamily="34" charset="0"/>
              <a:cs typeface="Arial" panose="020B0604020202020204" pitchFamily="34" charset="0"/>
            </a:endParaRPr>
          </a:p>
          <a:p>
            <a:pPr>
              <a:tabLst>
                <a:tab pos="2800350" algn="l"/>
                <a:tab pos="3708400" algn="ctr"/>
              </a:tabLst>
            </a:pPr>
            <a:r>
              <a:rPr lang="en-US" altLang="en-US" dirty="0">
                <a:latin typeface="Arial" panose="020B0604020202020204" pitchFamily="34" charset="0"/>
                <a:cs typeface="Arial" panose="020B0604020202020204" pitchFamily="34" charset="0"/>
              </a:rPr>
              <a:t>State of system?</a:t>
            </a:r>
          </a:p>
          <a:p>
            <a:pPr lvl="1">
              <a:tabLst>
                <a:tab pos="2800350" algn="l"/>
                <a:tab pos="3708400" algn="ctr"/>
              </a:tabLst>
            </a:pPr>
            <a:r>
              <a:rPr lang="en-US" altLang="en-US" sz="2200" dirty="0">
                <a:latin typeface="Arial" panose="020B0604020202020204" pitchFamily="34" charset="0"/>
                <a:cs typeface="Arial" panose="020B0604020202020204" pitchFamily="34" charset="0"/>
              </a:rPr>
              <a:t>Can reclaim resources held by process </a:t>
            </a:r>
            <a:r>
              <a:rPr lang="en-US" altLang="en-US" sz="2200" b="1" i="1" dirty="0">
                <a:latin typeface="Arial" panose="020B0604020202020204" pitchFamily="34" charset="0"/>
                <a:cs typeface="Arial" panose="020B0604020202020204" pitchFamily="34" charset="0"/>
              </a:rPr>
              <a:t>P</a:t>
            </a:r>
            <a:r>
              <a:rPr lang="en-US" altLang="en-US" sz="2200" b="1" baseline="-25000" dirty="0">
                <a:latin typeface="Arial" panose="020B0604020202020204" pitchFamily="34" charset="0"/>
                <a:cs typeface="Arial" panose="020B0604020202020204" pitchFamily="34" charset="0"/>
              </a:rPr>
              <a:t>0</a:t>
            </a:r>
            <a:r>
              <a:rPr lang="en-US" altLang="en-US" sz="2200" dirty="0">
                <a:latin typeface="Arial" panose="020B0604020202020204" pitchFamily="34" charset="0"/>
                <a:cs typeface="Arial" panose="020B0604020202020204" pitchFamily="34" charset="0"/>
              </a:rPr>
              <a:t>, but insufficient resources to fulfill other processes; requests</a:t>
            </a:r>
          </a:p>
          <a:p>
            <a:pPr lvl="1">
              <a:tabLst>
                <a:tab pos="2800350" algn="l"/>
                <a:tab pos="3708400" algn="ctr"/>
              </a:tabLst>
            </a:pPr>
            <a:r>
              <a:rPr lang="en-US" altLang="en-US" sz="2200" dirty="0">
                <a:latin typeface="Arial" panose="020B0604020202020204" pitchFamily="34" charset="0"/>
                <a:cs typeface="Arial" panose="020B0604020202020204" pitchFamily="34" charset="0"/>
              </a:rPr>
              <a:t>Deadlock exists, consisting of processes </a:t>
            </a:r>
            <a:r>
              <a:rPr lang="en-US" altLang="en-US" sz="2200" b="1" i="1" dirty="0">
                <a:latin typeface="Arial" panose="020B0604020202020204" pitchFamily="34" charset="0"/>
                <a:cs typeface="Arial" panose="020B0604020202020204" pitchFamily="34" charset="0"/>
              </a:rPr>
              <a:t>P</a:t>
            </a:r>
            <a:r>
              <a:rPr lang="en-US" altLang="en-US" sz="2200" b="1" baseline="-25000" dirty="0">
                <a:latin typeface="Arial" panose="020B0604020202020204" pitchFamily="34" charset="0"/>
                <a:cs typeface="Arial" panose="020B0604020202020204" pitchFamily="34" charset="0"/>
              </a:rPr>
              <a:t>1</a:t>
            </a:r>
            <a:r>
              <a:rPr lang="en-US" altLang="en-US" sz="2200" b="1" dirty="0">
                <a:latin typeface="Arial" panose="020B0604020202020204" pitchFamily="34" charset="0"/>
                <a:cs typeface="Arial" panose="020B0604020202020204" pitchFamily="34" charset="0"/>
              </a:rPr>
              <a:t>, </a:t>
            </a:r>
            <a:r>
              <a:rPr lang="en-US" altLang="en-US" sz="2200" b="1" baseline="-25000" dirty="0">
                <a:latin typeface="Arial" panose="020B0604020202020204" pitchFamily="34" charset="0"/>
                <a:cs typeface="Arial" panose="020B0604020202020204" pitchFamily="34" charset="0"/>
              </a:rPr>
              <a:t> </a:t>
            </a:r>
            <a:r>
              <a:rPr lang="en-US" altLang="en-US" sz="2200" b="1" i="1" dirty="0">
                <a:latin typeface="Arial" panose="020B0604020202020204" pitchFamily="34" charset="0"/>
                <a:cs typeface="Arial" panose="020B0604020202020204" pitchFamily="34" charset="0"/>
              </a:rPr>
              <a:t>P</a:t>
            </a:r>
            <a:r>
              <a:rPr lang="en-US" altLang="en-US" sz="2200" b="1" baseline="-25000" dirty="0">
                <a:latin typeface="Arial" panose="020B0604020202020204" pitchFamily="34" charset="0"/>
                <a:cs typeface="Arial" panose="020B0604020202020204" pitchFamily="34" charset="0"/>
              </a:rPr>
              <a:t>2</a:t>
            </a:r>
            <a:r>
              <a:rPr lang="en-US" altLang="en-US" sz="2200" b="1" dirty="0">
                <a:latin typeface="Arial" panose="020B0604020202020204" pitchFamily="34" charset="0"/>
                <a:cs typeface="Arial" panose="020B0604020202020204" pitchFamily="34" charset="0"/>
              </a:rPr>
              <a:t>, </a:t>
            </a:r>
            <a:r>
              <a:rPr lang="en-US" altLang="en-US" sz="2200" b="1" i="1" dirty="0">
                <a:latin typeface="Arial" panose="020B0604020202020204" pitchFamily="34" charset="0"/>
                <a:cs typeface="Arial" panose="020B0604020202020204" pitchFamily="34" charset="0"/>
              </a:rPr>
              <a:t>P</a:t>
            </a:r>
            <a:r>
              <a:rPr lang="en-US" altLang="en-US" sz="2200" b="1" baseline="-25000" dirty="0">
                <a:latin typeface="Arial" panose="020B0604020202020204" pitchFamily="34" charset="0"/>
                <a:cs typeface="Arial" panose="020B0604020202020204" pitchFamily="34" charset="0"/>
              </a:rPr>
              <a:t>3</a:t>
            </a:r>
            <a:r>
              <a:rPr lang="en-US" altLang="en-US" sz="2200" dirty="0">
                <a:latin typeface="Arial" panose="020B0604020202020204" pitchFamily="34" charset="0"/>
                <a:cs typeface="Arial" panose="020B0604020202020204" pitchFamily="34" charset="0"/>
              </a:rPr>
              <a:t>, and </a:t>
            </a:r>
            <a:r>
              <a:rPr lang="en-US" altLang="en-US" sz="2200" b="1" i="1" dirty="0">
                <a:latin typeface="Arial" panose="020B0604020202020204" pitchFamily="34" charset="0"/>
                <a:cs typeface="Arial" panose="020B0604020202020204" pitchFamily="34" charset="0"/>
              </a:rPr>
              <a:t>P</a:t>
            </a:r>
            <a:r>
              <a:rPr lang="en-US" altLang="en-US" sz="2200" b="1" baseline="-25000" dirty="0">
                <a:latin typeface="Arial" panose="020B0604020202020204" pitchFamily="34" charset="0"/>
                <a:cs typeface="Arial" panose="020B0604020202020204" pitchFamily="34" charset="0"/>
              </a:rPr>
              <a:t>4</a:t>
            </a:r>
            <a:endParaRPr lang="en-US" altLang="en-US" sz="2200" b="1" dirty="0">
              <a:latin typeface="Arial" panose="020B0604020202020204" pitchFamily="34" charset="0"/>
              <a:cs typeface="Arial" panose="020B0604020202020204" pitchFamily="34" charset="0"/>
            </a:endParaRPr>
          </a:p>
          <a:p>
            <a:pPr>
              <a:buFont typeface="Monotype Sorts" pitchFamily="-84" charset="2"/>
              <a:buNone/>
              <a:tabLst>
                <a:tab pos="1371600" algn="l"/>
                <a:tab pos="2395538" algn="ctr"/>
                <a:tab pos="3594100" algn="ctr"/>
                <a:tab pos="4805363" algn="ctr"/>
              </a:tabLst>
            </a:pPr>
            <a:endParaRPr lang="en-US" dirty="0">
              <a:latin typeface="Arial" panose="020B0604020202020204" pitchFamily="34" charset="0"/>
              <a:ea typeface="ＭＳ Ｐゴシック" pitchFamily="34" charset="-128"/>
              <a:cs typeface="Arial" panose="020B0604020202020204" pitchFamily="34" charset="0"/>
            </a:endParaRPr>
          </a:p>
        </p:txBody>
      </p:sp>
      <p:graphicFrame>
        <p:nvGraphicFramePr>
          <p:cNvPr id="2" name="Table 1">
            <a:extLst>
              <a:ext uri="{FF2B5EF4-FFF2-40B4-BE49-F238E27FC236}">
                <a16:creationId xmlns:a16="http://schemas.microsoft.com/office/drawing/2014/main" id="{B67B57A5-1ACC-5D54-0686-5702D093F986}"/>
              </a:ext>
            </a:extLst>
          </p:cNvPr>
          <p:cNvGraphicFramePr>
            <a:graphicFrameLocks noGrp="1"/>
          </p:cNvGraphicFramePr>
          <p:nvPr>
            <p:extLst>
              <p:ext uri="{D42A27DB-BD31-4B8C-83A1-F6EECF244321}">
                <p14:modId xmlns:p14="http://schemas.microsoft.com/office/powerpoint/2010/main" val="2270439964"/>
              </p:ext>
            </p:extLst>
          </p:nvPr>
        </p:nvGraphicFramePr>
        <p:xfrm>
          <a:off x="1752600" y="1396761"/>
          <a:ext cx="7315201" cy="2987040"/>
        </p:xfrm>
        <a:graphic>
          <a:graphicData uri="http://schemas.openxmlformats.org/drawingml/2006/table">
            <a:tbl>
              <a:tblPr firstRow="1" bandRow="1">
                <a:tableStyleId>{2D5ABB26-0587-4C30-8999-92F81FD0307C}</a:tableStyleId>
              </a:tblPr>
              <a:tblGrid>
                <a:gridCol w="850597">
                  <a:extLst>
                    <a:ext uri="{9D8B030D-6E8A-4147-A177-3AD203B41FA5}">
                      <a16:colId xmlns:a16="http://schemas.microsoft.com/office/drawing/2014/main" val="3289224093"/>
                    </a:ext>
                  </a:extLst>
                </a:gridCol>
                <a:gridCol w="1616151">
                  <a:extLst>
                    <a:ext uri="{9D8B030D-6E8A-4147-A177-3AD203B41FA5}">
                      <a16:colId xmlns:a16="http://schemas.microsoft.com/office/drawing/2014/main" val="4142145361"/>
                    </a:ext>
                  </a:extLst>
                </a:gridCol>
                <a:gridCol w="1616151">
                  <a:extLst>
                    <a:ext uri="{9D8B030D-6E8A-4147-A177-3AD203B41FA5}">
                      <a16:colId xmlns:a16="http://schemas.microsoft.com/office/drawing/2014/main" val="3465814918"/>
                    </a:ext>
                  </a:extLst>
                </a:gridCol>
                <a:gridCol w="1616151">
                  <a:extLst>
                    <a:ext uri="{9D8B030D-6E8A-4147-A177-3AD203B41FA5}">
                      <a16:colId xmlns:a16="http://schemas.microsoft.com/office/drawing/2014/main" val="2325325764"/>
                    </a:ext>
                  </a:extLst>
                </a:gridCol>
                <a:gridCol w="1616151">
                  <a:extLst>
                    <a:ext uri="{9D8B030D-6E8A-4147-A177-3AD203B41FA5}">
                      <a16:colId xmlns:a16="http://schemas.microsoft.com/office/drawing/2014/main" val="729594198"/>
                    </a:ext>
                  </a:extLst>
                </a:gridCol>
              </a:tblGrid>
              <a:tr h="370840">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Allocation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Request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i="1" u="sng" dirty="0">
                          <a:latin typeface="Arial" panose="020B0604020202020204" pitchFamily="34" charset="0"/>
                          <a:cs typeface="Arial" panose="020B0604020202020204" pitchFamily="34" charset="0"/>
                        </a:rPr>
                        <a:t>Available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i="1" u="sng"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8605387"/>
                  </a:ext>
                </a:extLst>
              </a:tr>
              <a:tr h="370840">
                <a:tc>
                  <a:txBody>
                    <a:bodyPr/>
                    <a:lstStyle/>
                    <a:p>
                      <a:pPr algn="ctr"/>
                      <a:endParaRPr lang="en-US" sz="2200" i="1" baseline="-250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A  B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A  B  C</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213226"/>
                  </a:ext>
                </a:extLst>
              </a:tr>
              <a:tr h="370840">
                <a:tc>
                  <a:txBody>
                    <a:bodyPr/>
                    <a:lstStyle/>
                    <a:p>
                      <a:pPr algn="ctr"/>
                      <a:r>
                        <a:rPr lang="en-US" sz="2200" i="1" dirty="0">
                          <a:latin typeface="Arial" panose="020B0604020202020204" pitchFamily="34" charset="0"/>
                          <a:cs typeface="Arial" panose="020B0604020202020204" pitchFamily="34" charset="0"/>
                        </a:rPr>
                        <a:t>P</a:t>
                      </a:r>
                      <a:r>
                        <a:rPr lang="en-US" sz="2200" i="1" baseline="-25000" dirty="0">
                          <a:latin typeface="Arial" panose="020B0604020202020204" pitchFamily="34" charset="0"/>
                          <a:cs typeface="Arial" panose="020B0604020202020204" pitchFamily="34" charset="0"/>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0  1  0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2453581"/>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1</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2  0  0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2  0  2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038820"/>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3  0  3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b="1" kern="1200" dirty="0">
                          <a:solidFill>
                            <a:srgbClr val="FF0000"/>
                          </a:solidFill>
                          <a:latin typeface="Arial" panose="020B0604020202020204" pitchFamily="34" charset="0"/>
                          <a:ea typeface="+mn-ea"/>
                          <a:cs typeface="Arial" panose="020B0604020202020204" pitchFamily="34" charset="0"/>
                        </a:rPr>
                        <a:t>0  0  1</a:t>
                      </a:r>
                      <a:endParaRPr lang="en-US" sz="2200" b="1" dirty="0">
                        <a:solidFill>
                          <a:srgbClr val="FF0000"/>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91683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3</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2  1  1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1  0  0</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715945"/>
                  </a:ext>
                </a:extLst>
              </a:tr>
              <a:tr h="370840">
                <a:tc>
                  <a:txBody>
                    <a:bodyPr/>
                    <a:lstStyle/>
                    <a:p>
                      <a:pPr algn="ctr"/>
                      <a:r>
                        <a:rPr lang="en-US" sz="2200" i="1" kern="1200" dirty="0">
                          <a:solidFill>
                            <a:schemeClr val="tx1"/>
                          </a:solidFill>
                          <a:latin typeface="Arial" panose="020B0604020202020204" pitchFamily="34" charset="0"/>
                          <a:ea typeface="+mn-ea"/>
                          <a:cs typeface="Arial" panose="020B0604020202020204" pitchFamily="34" charset="0"/>
                        </a:rPr>
                        <a:t>P</a:t>
                      </a:r>
                      <a:r>
                        <a:rPr lang="en-US" sz="2200" i="1" kern="1200" baseline="-25000" dirty="0">
                          <a:solidFill>
                            <a:schemeClr val="tx1"/>
                          </a:solidFill>
                          <a:latin typeface="Arial" panose="020B0604020202020204" pitchFamily="34" charset="0"/>
                          <a:ea typeface="+mn-ea"/>
                          <a:cs typeface="Arial" panose="020B0604020202020204" pitchFamily="34" charset="0"/>
                        </a:rPr>
                        <a:t>4</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dirty="0">
                          <a:latin typeface="Arial" panose="020B0604020202020204" pitchFamily="34" charset="0"/>
                          <a:cs typeface="Arial" panose="020B0604020202020204" pitchFamily="34" charset="0"/>
                        </a:rPr>
                        <a:t>0  0  2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0  0  2</a:t>
                      </a: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200" dirty="0">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9649718"/>
                  </a:ext>
                </a:extLst>
              </a:tr>
            </a:tbl>
          </a:graphicData>
        </a:graphic>
      </p:graphicFrame>
      <p:sp>
        <p:nvSpPr>
          <p:cNvPr id="6" name="TextBox 5">
            <a:extLst>
              <a:ext uri="{FF2B5EF4-FFF2-40B4-BE49-F238E27FC236}">
                <a16:creationId xmlns:a16="http://schemas.microsoft.com/office/drawing/2014/main" id="{0F072CCE-F705-B750-2523-FD07E388B203}"/>
              </a:ext>
            </a:extLst>
          </p:cNvPr>
          <p:cNvSpPr txBox="1"/>
          <p:nvPr/>
        </p:nvSpPr>
        <p:spPr>
          <a:xfrm>
            <a:off x="5955317" y="2229466"/>
            <a:ext cx="1371599" cy="430887"/>
          </a:xfrm>
          <a:prstGeom prst="rect">
            <a:avLst/>
          </a:prstGeom>
          <a:noFill/>
        </p:spPr>
        <p:txBody>
          <a:bodyPr wrap="square" rtlCol="0">
            <a:spAutoFit/>
          </a:bodyPr>
          <a:lstStyle/>
          <a:p>
            <a:pPr algn="ctr"/>
            <a:r>
              <a:rPr lang="en-US" sz="2200" kern="1200" dirty="0">
                <a:solidFill>
                  <a:schemeClr val="tx1"/>
                </a:solidFill>
                <a:latin typeface="Arial" panose="020B0604020202020204" pitchFamily="34" charset="0"/>
                <a:ea typeface="+mn-ea"/>
                <a:cs typeface="Arial" panose="020B0604020202020204" pitchFamily="34" charset="0"/>
              </a:rPr>
              <a:t>0  0  0</a:t>
            </a:r>
            <a:endParaRPr lang="en-US" sz="2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9513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Detection-Algorithm Usage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3116425"/>
            <a:ext cx="10463741" cy="358917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69BE06D-A220-AA0B-AC32-235D90D3A7FE}"/>
              </a:ext>
            </a:extLst>
          </p:cNvPr>
          <p:cNvSpPr txBox="1">
            <a:spLocks noChangeArrowheads="1"/>
          </p:cNvSpPr>
          <p:nvPr/>
        </p:nvSpPr>
        <p:spPr>
          <a:xfrm>
            <a:off x="632151" y="1453241"/>
            <a:ext cx="1046374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ea typeface="ＭＳ Ｐゴシック" pitchFamily="34" charset="-128"/>
                <a:cs typeface="Arial" panose="020B0604020202020204" pitchFamily="34" charset="0"/>
              </a:rPr>
              <a:t>Detecting cycles in a graph takes</a:t>
            </a:r>
            <a:r>
              <a:rPr lang="en-US" i="1" dirty="0">
                <a:latin typeface="Arial" panose="020B0604020202020204" pitchFamily="34" charset="0"/>
                <a:ea typeface="ＭＳ Ｐゴシック" pitchFamily="34" charset="-128"/>
                <a:cs typeface="Arial" panose="020B0604020202020204" pitchFamily="34" charset="0"/>
              </a:rPr>
              <a:t> O(</a:t>
            </a:r>
            <a:r>
              <a:rPr lang="en-US" b="1" i="1" dirty="0">
                <a:latin typeface="Arial" panose="020B0604020202020204" pitchFamily="34" charset="0"/>
                <a:ea typeface="ＭＳ Ｐゴシック" pitchFamily="34" charset="-128"/>
                <a:cs typeface="Arial" panose="020B0604020202020204" pitchFamily="34" charset="0"/>
              </a:rPr>
              <a:t>n</a:t>
            </a:r>
            <a:r>
              <a:rPr lang="en-US" b="1" baseline="30000" dirty="0">
                <a:latin typeface="Arial" panose="020B0604020202020204" pitchFamily="34" charset="0"/>
                <a:ea typeface="ＭＳ Ｐゴシック" pitchFamily="34" charset="-128"/>
                <a:cs typeface="Arial" panose="020B0604020202020204" pitchFamily="34" charset="0"/>
              </a:rPr>
              <a:t>2</a:t>
            </a:r>
            <a:r>
              <a:rPr lang="en-US" i="1" dirty="0">
                <a:latin typeface="Arial" panose="020B0604020202020204" pitchFamily="34" charset="0"/>
                <a:ea typeface="ＭＳ Ｐゴシック" pitchFamily="34" charset="-128"/>
                <a:cs typeface="Arial" panose="020B0604020202020204" pitchFamily="34" charset="0"/>
              </a:rPr>
              <a:t>)</a:t>
            </a:r>
            <a:r>
              <a:rPr lang="en-US" b="1" dirty="0">
                <a:latin typeface="Arial" panose="020B0604020202020204" pitchFamily="34" charset="0"/>
                <a:ea typeface="ＭＳ Ｐゴシック" pitchFamily="34" charset="-128"/>
                <a:cs typeface="Arial" panose="020B0604020202020204" pitchFamily="34" charset="0"/>
              </a:rPr>
              <a:t> </a:t>
            </a:r>
            <a:r>
              <a:rPr lang="en-US" dirty="0">
                <a:latin typeface="Arial" panose="020B0604020202020204" pitchFamily="34" charset="0"/>
                <a:ea typeface="ＭＳ Ｐゴシック" pitchFamily="34" charset="-128"/>
                <a:cs typeface="Arial" panose="020B0604020202020204" pitchFamily="34" charset="0"/>
              </a:rPr>
              <a:t>time, where </a:t>
            </a:r>
            <a:r>
              <a:rPr lang="en-US" b="1" i="1" dirty="0">
                <a:latin typeface="Arial" panose="020B0604020202020204" pitchFamily="34" charset="0"/>
                <a:ea typeface="ＭＳ Ｐゴシック" pitchFamily="34" charset="-128"/>
                <a:cs typeface="Arial" panose="020B0604020202020204" pitchFamily="34" charset="0"/>
              </a:rPr>
              <a:t>n</a:t>
            </a:r>
            <a:r>
              <a:rPr lang="en-US" dirty="0">
                <a:latin typeface="Arial" panose="020B0604020202020204" pitchFamily="34" charset="0"/>
                <a:ea typeface="ＭＳ Ｐゴシック" pitchFamily="34" charset="-128"/>
                <a:cs typeface="Arial" panose="020B0604020202020204" pitchFamily="34" charset="0"/>
              </a:rPr>
              <a:t> is |P| + |R|. When, and how often should we execute this algorithm?</a:t>
            </a:r>
            <a:endParaRPr lang="en-US" b="1" dirty="0">
              <a:solidFill>
                <a:srgbClr val="FF000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Just before granting a resource, check if granting it would lead to a cycle? O(</a:t>
            </a:r>
            <a:r>
              <a:rPr lang="en-US" b="1" i="1" dirty="0">
                <a:latin typeface="Arial" panose="020B0604020202020204" pitchFamily="34" charset="0"/>
                <a:cs typeface="Arial" panose="020B0604020202020204" pitchFamily="34" charset="0"/>
              </a:rPr>
              <a:t>n</a:t>
            </a:r>
            <a:r>
              <a:rPr lang="en-US" b="1" i="1"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Whenever a resource request can’t be filled? (Each failed request is O(</a:t>
            </a:r>
            <a:r>
              <a:rPr lang="en-US" b="1" i="1" dirty="0">
                <a:latin typeface="Arial" panose="020B0604020202020204" pitchFamily="34" charset="0"/>
                <a:cs typeface="Arial" panose="020B0604020202020204" pitchFamily="34" charset="0"/>
              </a:rPr>
              <a:t>n</a:t>
            </a:r>
            <a:r>
              <a:rPr lang="en-US" b="1" i="1"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On a regular schedule (hourly or …)? (May take a long time to detect deadlock)</a:t>
            </a:r>
          </a:p>
          <a:p>
            <a:pPr lvl="1" algn="just"/>
            <a:r>
              <a:rPr lang="en-US" dirty="0">
                <a:latin typeface="Arial" panose="020B0604020202020204" pitchFamily="34" charset="0"/>
                <a:cs typeface="Arial" panose="020B0604020202020204" pitchFamily="34" charset="0"/>
              </a:rPr>
              <a:t>When CPU utilization drops below some threshold? (May take a long time to detect deadlock)</a:t>
            </a:r>
          </a:p>
          <a:p>
            <a:pPr lvl="1" algn="just"/>
            <a:endParaRPr lang="en-US" sz="9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When, and how often, to invoke depends on:</a:t>
            </a:r>
          </a:p>
          <a:p>
            <a:pPr lvl="1" algn="just"/>
            <a:r>
              <a:rPr lang="en-US" dirty="0">
                <a:latin typeface="Arial" panose="020B0604020202020204" pitchFamily="34" charset="0"/>
                <a:cs typeface="Arial" panose="020B0604020202020204" pitchFamily="34" charset="0"/>
              </a:rPr>
              <a:t>How often a deadlock is likely to occur?</a:t>
            </a:r>
          </a:p>
          <a:p>
            <a:pPr lvl="1" algn="just"/>
            <a:r>
              <a:rPr lang="en-US" dirty="0">
                <a:latin typeface="Arial" panose="020B0604020202020204" pitchFamily="34" charset="0"/>
                <a:cs typeface="Arial" panose="020B0604020202020204" pitchFamily="34" charset="0"/>
              </a:rPr>
              <a:t>How many processes will need to be rolled back?</a:t>
            </a:r>
          </a:p>
          <a:p>
            <a:pPr lvl="2" algn="just"/>
            <a:r>
              <a:rPr lang="en-US" dirty="0">
                <a:latin typeface="Arial" panose="020B0604020202020204" pitchFamily="34" charset="0"/>
                <a:cs typeface="Arial" panose="020B0604020202020204" pitchFamily="34" charset="0"/>
              </a:rPr>
              <a:t>one for each disjoint cycle</a:t>
            </a:r>
          </a:p>
          <a:p>
            <a:pPr algn="just"/>
            <a:endParaRPr lang="en-US" sz="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detection algorithm is invoked arbitrarily, there may be many cycles in the resource graph and so we would not be able to tell which of the many deadlocked processes “caused” the deadlock.</a:t>
            </a:r>
          </a:p>
        </p:txBody>
      </p:sp>
    </p:spTree>
    <p:custDataLst>
      <p:tags r:id="rId1"/>
    </p:custDataLst>
    <p:extLst>
      <p:ext uri="{BB962C8B-B14F-4D97-AF65-F5344CB8AC3E}">
        <p14:creationId xmlns:p14="http://schemas.microsoft.com/office/powerpoint/2010/main" val="287552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Recovery</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Once a deadlock is detected, we have two options: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Abort processes</a:t>
            </a:r>
          </a:p>
          <a:p>
            <a:pPr lvl="1" algn="just"/>
            <a:r>
              <a:rPr lang="en-US" dirty="0">
                <a:latin typeface="Arial" panose="020B0604020202020204" pitchFamily="34" charset="0"/>
                <a:cs typeface="Arial" panose="020B0604020202020204" pitchFamily="34" charset="0"/>
              </a:rPr>
              <a:t>Abort all deadlocked processes</a:t>
            </a:r>
          </a:p>
          <a:p>
            <a:pPr lvl="2" algn="just"/>
            <a:r>
              <a:rPr lang="en-US" dirty="0">
                <a:latin typeface="Arial" panose="020B0604020202020204" pitchFamily="34" charset="0"/>
                <a:cs typeface="Arial" panose="020B0604020202020204" pitchFamily="34" charset="0"/>
              </a:rPr>
              <a:t>Processes need to start over again</a:t>
            </a:r>
          </a:p>
          <a:p>
            <a:pPr lvl="1" algn="just"/>
            <a:r>
              <a:rPr lang="en-US" dirty="0">
                <a:latin typeface="Arial" panose="020B0604020202020204" pitchFamily="34" charset="0"/>
                <a:cs typeface="Arial" panose="020B0604020202020204" pitchFamily="34" charset="0"/>
              </a:rPr>
              <a:t>Abort one process at a time until the deadlock cycle is eliminated</a:t>
            </a:r>
          </a:p>
          <a:p>
            <a:pPr lvl="2" algn="just"/>
            <a:r>
              <a:rPr lang="en-US" dirty="0">
                <a:latin typeface="Arial" panose="020B0604020202020204" pitchFamily="34" charset="0"/>
                <a:cs typeface="Arial" panose="020B0604020202020204" pitchFamily="34" charset="0"/>
              </a:rPr>
              <a:t>System needs to rerun detection after each abort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Preempt resources (force their release)</a:t>
            </a:r>
          </a:p>
          <a:p>
            <a:pPr lvl="1" algn="just"/>
            <a:r>
              <a:rPr lang="en-US" dirty="0">
                <a:latin typeface="Arial" panose="020B0604020202020204" pitchFamily="34" charset="0"/>
                <a:cs typeface="Arial" panose="020B0604020202020204" pitchFamily="34" charset="0"/>
              </a:rPr>
              <a:t>Need to select a victim process and resource to preempt</a:t>
            </a:r>
          </a:p>
          <a:p>
            <a:pPr lvl="1" algn="just"/>
            <a:r>
              <a:rPr lang="en-US" dirty="0">
                <a:latin typeface="Arial" panose="020B0604020202020204" pitchFamily="34" charset="0"/>
                <a:cs typeface="Arial" panose="020B0604020202020204" pitchFamily="34" charset="0"/>
              </a:rPr>
              <a:t>Need to rollback process to previous state</a:t>
            </a:r>
          </a:p>
          <a:p>
            <a:pPr lvl="1" algn="just"/>
            <a:r>
              <a:rPr lang="en-US" dirty="0">
                <a:latin typeface="Arial" panose="020B0604020202020204" pitchFamily="34" charset="0"/>
                <a:cs typeface="Arial" panose="020B0604020202020204" pitchFamily="34" charset="0"/>
              </a:rPr>
              <a:t>Need to prevent starvation</a:t>
            </a:r>
          </a:p>
        </p:txBody>
      </p:sp>
    </p:spTree>
    <p:custDataLst>
      <p:tags r:id="rId1"/>
    </p:custDataLst>
    <p:extLst>
      <p:ext uri="{BB962C8B-B14F-4D97-AF65-F5344CB8AC3E}">
        <p14:creationId xmlns:p14="http://schemas.microsoft.com/office/powerpoint/2010/main" val="129248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2044-1692-5DFB-F1A7-D34448D7B64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0374344-1CF5-7227-04BD-8496368DE9E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Recovery</a:t>
            </a:r>
          </a:p>
        </p:txBody>
      </p:sp>
      <p:sp>
        <p:nvSpPr>
          <p:cNvPr id="3" name="Slide Number Placeholder 2">
            <a:extLst>
              <a:ext uri="{FF2B5EF4-FFF2-40B4-BE49-F238E27FC236}">
                <a16:creationId xmlns:a16="http://schemas.microsoft.com/office/drawing/2014/main" id="{EAF915AC-8B82-5A7B-B232-6D8D167EAF99}"/>
              </a:ext>
            </a:extLst>
          </p:cNvPr>
          <p:cNvSpPr>
            <a:spLocks noGrp="1"/>
          </p:cNvSpPr>
          <p:nvPr>
            <p:ph type="sldNum" sz="quarter" idx="12"/>
          </p:nvPr>
        </p:nvSpPr>
        <p:spPr/>
        <p:txBody>
          <a:bodyPr/>
          <a:lstStyle/>
          <a:p>
            <a:fld id="{3485D9CA-6DAA-4C3C-A3E2-EDEA918D5F89}" type="slidenum">
              <a:rPr lang="en-US">
                <a:latin typeface="Calibri"/>
              </a:rPr>
              <a:pPr/>
              <a:t>49</a:t>
            </a:fld>
            <a:endParaRPr lang="en-US">
              <a:latin typeface="Calibri"/>
            </a:endParaRPr>
          </a:p>
        </p:txBody>
      </p:sp>
      <p:sp>
        <p:nvSpPr>
          <p:cNvPr id="12" name="Rectangle 3">
            <a:extLst>
              <a:ext uri="{FF2B5EF4-FFF2-40B4-BE49-F238E27FC236}">
                <a16:creationId xmlns:a16="http://schemas.microsoft.com/office/drawing/2014/main" id="{1186F93B-18B7-8744-7017-2A08A99D9A07}"/>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 which order should we choose to abort?</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Priority of the process</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How long process has computed, and how much longer to completion</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Resources the process has used</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Resources process needs to complete</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How many processes will need to be terminated</a:t>
            </a:r>
          </a:p>
          <a:p>
            <a:pPr marL="868680" lvl="1" indent="-457200" algn="just">
              <a:buClrTx/>
              <a:buFont typeface="+mj-lt"/>
              <a:buAutoNum type="arabicPeriod"/>
            </a:pPr>
            <a:r>
              <a:rPr lang="en-US" dirty="0">
                <a:latin typeface="Arial" panose="020B0604020202020204" pitchFamily="34" charset="0"/>
                <a:cs typeface="Arial" panose="020B0604020202020204" pitchFamily="34" charset="0"/>
              </a:rPr>
              <a:t>Is process interactive or batch?</a:t>
            </a:r>
          </a:p>
        </p:txBody>
      </p:sp>
    </p:spTree>
    <p:custDataLst>
      <p:tags r:id="rId1"/>
    </p:custDataLst>
    <p:extLst>
      <p:ext uri="{BB962C8B-B14F-4D97-AF65-F5344CB8AC3E}">
        <p14:creationId xmlns:p14="http://schemas.microsoft.com/office/powerpoint/2010/main" val="3969370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E0ED2-E2AD-BC25-3F98-8FEDC2ED233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453EDA6-2CB9-4130-4661-1DC9DECFE66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Deadlock Summary</a:t>
            </a:r>
          </a:p>
        </p:txBody>
      </p:sp>
      <p:sp>
        <p:nvSpPr>
          <p:cNvPr id="3" name="Slide Number Placeholder 2">
            <a:extLst>
              <a:ext uri="{FF2B5EF4-FFF2-40B4-BE49-F238E27FC236}">
                <a16:creationId xmlns:a16="http://schemas.microsoft.com/office/drawing/2014/main" id="{49D23491-C228-516E-B488-D16C6BD2E2AA}"/>
              </a:ext>
            </a:extLst>
          </p:cNvPr>
          <p:cNvSpPr>
            <a:spLocks noGrp="1"/>
          </p:cNvSpPr>
          <p:nvPr>
            <p:ph type="sldNum" sz="quarter" idx="12"/>
          </p:nvPr>
        </p:nvSpPr>
        <p:spPr/>
        <p:txBody>
          <a:bodyPr/>
          <a:lstStyle/>
          <a:p>
            <a:fld id="{3485D9CA-6DAA-4C3C-A3E2-EDEA918D5F89}" type="slidenum">
              <a:rPr lang="en-US">
                <a:latin typeface="Calibri"/>
              </a:rPr>
              <a:pPr/>
              <a:t>50</a:t>
            </a:fld>
            <a:endParaRPr lang="en-US">
              <a:latin typeface="Calibri"/>
            </a:endParaRPr>
          </a:p>
        </p:txBody>
      </p:sp>
      <p:sp>
        <p:nvSpPr>
          <p:cNvPr id="12" name="Rectangle 3">
            <a:extLst>
              <a:ext uri="{FF2B5EF4-FFF2-40B4-BE49-F238E27FC236}">
                <a16:creationId xmlns:a16="http://schemas.microsoft.com/office/drawing/2014/main" id="{B7CAE453-E4EB-BAA8-087A-AFB19AE4B98C}"/>
              </a:ext>
            </a:extLst>
          </p:cNvPr>
          <p:cNvSpPr txBox="1">
            <a:spLocks noChangeArrowheads="1"/>
          </p:cNvSpPr>
          <p:nvPr/>
        </p:nvSpPr>
        <p:spPr>
          <a:xfrm>
            <a:off x="632151" y="1453241"/>
            <a:ext cx="10743566"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Deadlock occurs when processes are waiting on each other and cannot progress</a:t>
            </a:r>
          </a:p>
          <a:p>
            <a:pPr lvl="1" algn="just">
              <a:spcBef>
                <a:spcPts val="1200"/>
              </a:spcBef>
            </a:pPr>
            <a:r>
              <a:rPr lang="en-US" dirty="0">
                <a:latin typeface="Arial" panose="020B0604020202020204" pitchFamily="34" charset="0"/>
                <a:cs typeface="Arial" panose="020B0604020202020204" pitchFamily="34" charset="0"/>
              </a:rPr>
              <a:t>Cycles in the Resource Allocation Graph (RAG)</a:t>
            </a:r>
          </a:p>
          <a:p>
            <a:pPr algn="just">
              <a:spcBef>
                <a:spcPts val="1200"/>
              </a:spcBef>
            </a:pPr>
            <a:endParaRPr lang="en-US" dirty="0">
              <a:latin typeface="Arial" panose="020B0604020202020204" pitchFamily="34" charset="0"/>
              <a:cs typeface="Arial" panose="020B0604020202020204" pitchFamily="34" charset="0"/>
            </a:endParaRPr>
          </a:p>
          <a:p>
            <a:pPr algn="just">
              <a:spcBef>
                <a:spcPts val="1200"/>
              </a:spcBef>
            </a:pPr>
            <a:r>
              <a:rPr lang="en-US" dirty="0">
                <a:latin typeface="Arial" panose="020B0604020202020204" pitchFamily="34" charset="0"/>
                <a:cs typeface="Arial" panose="020B0604020202020204" pitchFamily="34" charset="0"/>
              </a:rPr>
              <a:t>Deadlock requires four conditions</a:t>
            </a:r>
          </a:p>
          <a:p>
            <a:pPr lvl="1" algn="just">
              <a:spcBef>
                <a:spcPts val="1200"/>
              </a:spcBef>
            </a:pPr>
            <a:r>
              <a:rPr lang="en-US" dirty="0">
                <a:latin typeface="Arial" panose="020B0604020202020204" pitchFamily="34" charset="0"/>
                <a:cs typeface="Arial" panose="020B0604020202020204" pitchFamily="34" charset="0"/>
              </a:rPr>
              <a:t>Mutual exclusion, hold and wait, no resource preemption, circular wait</a:t>
            </a:r>
          </a:p>
          <a:p>
            <a:pPr lvl="1" algn="just">
              <a:spcBef>
                <a:spcPts val="1200"/>
              </a:spcBef>
            </a:pPr>
            <a:endParaRPr lang="en-US" dirty="0">
              <a:latin typeface="Arial" panose="020B0604020202020204" pitchFamily="34" charset="0"/>
              <a:cs typeface="Arial" panose="020B0604020202020204" pitchFamily="34" charset="0"/>
            </a:endParaRPr>
          </a:p>
          <a:p>
            <a:pPr algn="just">
              <a:spcBef>
                <a:spcPts val="1200"/>
              </a:spcBef>
            </a:pPr>
            <a:r>
              <a:rPr lang="en-US" dirty="0">
                <a:latin typeface="Arial" panose="020B0604020202020204" pitchFamily="34" charset="0"/>
                <a:cs typeface="Arial" panose="020B0604020202020204" pitchFamily="34" charset="0"/>
              </a:rPr>
              <a:t>Four approaches to dealing with deadlock:</a:t>
            </a:r>
          </a:p>
          <a:p>
            <a:pPr lvl="1" algn="just"/>
            <a:r>
              <a:rPr lang="en-US" b="1" dirty="0">
                <a:solidFill>
                  <a:srgbClr val="00B050"/>
                </a:solidFill>
                <a:latin typeface="Arial" panose="020B0604020202020204" pitchFamily="34" charset="0"/>
                <a:cs typeface="Arial" panose="020B0604020202020204" pitchFamily="34" charset="0"/>
              </a:rPr>
              <a:t>Ignore it </a:t>
            </a:r>
            <a:r>
              <a:rPr lang="en-US" dirty="0">
                <a:latin typeface="Arial" panose="020B0604020202020204" pitchFamily="34" charset="0"/>
                <a:cs typeface="Arial" panose="020B0604020202020204" pitchFamily="34" charset="0"/>
              </a:rPr>
              <a:t>– Living life on the edge</a:t>
            </a:r>
          </a:p>
          <a:p>
            <a:pPr lvl="1" algn="just"/>
            <a:r>
              <a:rPr lang="en-US" b="1" dirty="0">
                <a:solidFill>
                  <a:srgbClr val="00B050"/>
                </a:solidFill>
                <a:latin typeface="Arial" panose="020B0604020202020204" pitchFamily="34" charset="0"/>
                <a:cs typeface="Arial" panose="020B0604020202020204" pitchFamily="34" charset="0"/>
              </a:rPr>
              <a:t>Prevention:</a:t>
            </a:r>
            <a:r>
              <a:rPr lang="en-US" dirty="0">
                <a:latin typeface="Arial" panose="020B0604020202020204" pitchFamily="34" charset="0"/>
                <a:cs typeface="Arial" panose="020B0604020202020204" pitchFamily="34" charset="0"/>
              </a:rPr>
              <a:t> Make one of the four conditions impossible</a:t>
            </a:r>
          </a:p>
          <a:p>
            <a:pPr lvl="1" algn="just"/>
            <a:r>
              <a:rPr lang="en-US" b="1" dirty="0">
                <a:solidFill>
                  <a:srgbClr val="00B050"/>
                </a:solidFill>
                <a:latin typeface="Arial" panose="020B0604020202020204" pitchFamily="34" charset="0"/>
                <a:cs typeface="Arial" panose="020B0604020202020204" pitchFamily="34" charset="0"/>
              </a:rPr>
              <a:t>Avoidance: </a:t>
            </a:r>
            <a:r>
              <a:rPr lang="en-US" dirty="0">
                <a:latin typeface="Arial" panose="020B0604020202020204" pitchFamily="34" charset="0"/>
                <a:cs typeface="Arial" panose="020B0604020202020204" pitchFamily="34" charset="0"/>
              </a:rPr>
              <a:t>Banker’s Algorithm (control allocation of resources)</a:t>
            </a:r>
          </a:p>
          <a:p>
            <a:pPr lvl="1" algn="just"/>
            <a:r>
              <a:rPr lang="en-US" b="1" dirty="0">
                <a:solidFill>
                  <a:srgbClr val="00B050"/>
                </a:solidFill>
                <a:latin typeface="Arial" panose="020B0604020202020204" pitchFamily="34" charset="0"/>
                <a:cs typeface="Arial" panose="020B0604020202020204" pitchFamily="34" charset="0"/>
              </a:rPr>
              <a:t>Detection and Recovery: </a:t>
            </a:r>
            <a:r>
              <a:rPr lang="en-US" dirty="0">
                <a:latin typeface="Arial" panose="020B0604020202020204" pitchFamily="34" charset="0"/>
                <a:cs typeface="Arial" panose="020B0604020202020204" pitchFamily="34" charset="0"/>
              </a:rPr>
              <a:t>Look for a cycle, preempt or abort</a:t>
            </a:r>
          </a:p>
        </p:txBody>
      </p:sp>
    </p:spTree>
    <p:custDataLst>
      <p:tags r:id="rId1"/>
    </p:custDataLst>
    <p:extLst>
      <p:ext uri="{BB962C8B-B14F-4D97-AF65-F5344CB8AC3E}">
        <p14:creationId xmlns:p14="http://schemas.microsoft.com/office/powerpoint/2010/main" val="36387532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ags/tag43.xml><?xml version="1.0" encoding="utf-8"?>
<p:tagLst xmlns:a="http://schemas.openxmlformats.org/drawingml/2006/main" xmlns:r="http://schemas.openxmlformats.org/officeDocument/2006/relationships" xmlns:p="http://schemas.openxmlformats.org/presentationml/2006/main">
  <p:tag name="TIMING" val="|38.5"/>
</p:tagLst>
</file>

<file path=ppt/tags/tag44.xml><?xml version="1.0" encoding="utf-8"?>
<p:tagLst xmlns:a="http://schemas.openxmlformats.org/drawingml/2006/main" xmlns:r="http://schemas.openxmlformats.org/officeDocument/2006/relationships" xmlns:p="http://schemas.openxmlformats.org/presentationml/2006/main">
  <p:tag name="TIMING" val="|38.5"/>
</p:tagLst>
</file>

<file path=ppt/tags/tag45.xml><?xml version="1.0" encoding="utf-8"?>
<p:tagLst xmlns:a="http://schemas.openxmlformats.org/drawingml/2006/main" xmlns:r="http://schemas.openxmlformats.org/officeDocument/2006/relationships" xmlns:p="http://schemas.openxmlformats.org/presentationml/2006/main">
  <p:tag name="TIMING" val="|38.5"/>
</p:tagLst>
</file>

<file path=ppt/tags/tag46.xml><?xml version="1.0" encoding="utf-8"?>
<p:tagLst xmlns:a="http://schemas.openxmlformats.org/drawingml/2006/main" xmlns:r="http://schemas.openxmlformats.org/officeDocument/2006/relationships" xmlns:p="http://schemas.openxmlformats.org/presentationml/2006/main">
  <p:tag name="TIMING" val="|38.5"/>
</p:tagLst>
</file>

<file path=ppt/tags/tag47.xml><?xml version="1.0" encoding="utf-8"?>
<p:tagLst xmlns:a="http://schemas.openxmlformats.org/drawingml/2006/main" xmlns:r="http://schemas.openxmlformats.org/officeDocument/2006/relationships" xmlns:p="http://schemas.openxmlformats.org/presentationml/2006/main">
  <p:tag name="TIMING" val="|38.5"/>
</p:tagLst>
</file>

<file path=ppt/tags/tag48.xml><?xml version="1.0" encoding="utf-8"?>
<p:tagLst xmlns:a="http://schemas.openxmlformats.org/drawingml/2006/main" xmlns:r="http://schemas.openxmlformats.org/officeDocument/2006/relationships" xmlns:p="http://schemas.openxmlformats.org/presentationml/2006/main">
  <p:tag name="TIMING" val="|38.5"/>
</p:tagLst>
</file>

<file path=ppt/tags/tag49.xml><?xml version="1.0" encoding="utf-8"?>
<p:tagLst xmlns:a="http://schemas.openxmlformats.org/drawingml/2006/main" xmlns:r="http://schemas.openxmlformats.org/officeDocument/2006/relationships" xmlns:p="http://schemas.openxmlformats.org/presentationml/2006/main">
  <p:tag name="TIMING" val="|38.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39198</TotalTime>
  <Words>5087</Words>
  <Application>Microsoft Office PowerPoint</Application>
  <PresentationFormat>Widescreen</PresentationFormat>
  <Paragraphs>1136</Paragraphs>
  <Slides>50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Calibri</vt:lpstr>
      <vt:lpstr>Cambria</vt:lpstr>
      <vt:lpstr>Cambria Math</vt:lpstr>
      <vt:lpstr>Courier</vt:lpstr>
      <vt:lpstr>Courier New</vt:lpstr>
      <vt:lpstr>Garamond</vt:lpstr>
      <vt:lpstr>Monotype Sorts</vt:lpstr>
      <vt:lpstr>Adjacency</vt:lpstr>
      <vt:lpstr>CSC 323 – Principles of Operating Systems</vt:lpstr>
      <vt:lpstr>Deadlock</vt:lpstr>
      <vt:lpstr>Deadlock Definition</vt:lpstr>
      <vt:lpstr>Deadlock Characterization</vt:lpstr>
      <vt:lpstr>Dealing with Deadlocks</vt:lpstr>
      <vt:lpstr>Deadlock Prevention</vt:lpstr>
      <vt:lpstr>Resource Allocation Graph</vt:lpstr>
      <vt:lpstr>Cycles and Deadlock</vt:lpstr>
      <vt:lpstr>Example: Resource Allocation Graph</vt:lpstr>
      <vt:lpstr>Example: Resource Allocation Graph</vt:lpstr>
      <vt:lpstr>Example: Resource Allocation Graph</vt:lpstr>
      <vt:lpstr>Example: Resource Allocation Graph</vt:lpstr>
      <vt:lpstr>Deadlock Avoidance</vt:lpstr>
      <vt:lpstr>Safe State</vt:lpstr>
      <vt:lpstr>Deadlock Avoidance Algorithms</vt:lpstr>
      <vt:lpstr>Resource-Allocation Graph Scheme</vt:lpstr>
      <vt:lpstr>Resource-Allocation Graph Scheme</vt:lpstr>
      <vt:lpstr>Banker’s Algorithm</vt:lpstr>
      <vt:lpstr>Data Structures for the Banker’s Algorithm </vt:lpstr>
      <vt:lpstr>Safety Algorithm</vt:lpstr>
      <vt:lpstr>Resource-Request Algorithm for Process Pi</vt:lpstr>
      <vt:lpstr>Example: Banker’s Algorithm</vt:lpstr>
      <vt:lpstr>Example: Banker’s Algorithm</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Safety Check</vt:lpstr>
      <vt:lpstr>Example: Banker’s Algorithm Resource Request</vt:lpstr>
      <vt:lpstr>Example: Banker’s Algorithm Resource Request</vt:lpstr>
      <vt:lpstr>Example: Banker’s Algorithm Resource Request</vt:lpstr>
      <vt:lpstr>Exercise 1: Banker’s Algorithm</vt:lpstr>
      <vt:lpstr>Exercise 2: Banker’s Algorithm</vt:lpstr>
      <vt:lpstr>Deadlock Detection and Recovery</vt:lpstr>
      <vt:lpstr>Deadlock Detection</vt:lpstr>
      <vt:lpstr>Deadlock Detection</vt:lpstr>
      <vt:lpstr>Deadlock Detection Algorithm</vt:lpstr>
      <vt:lpstr>Example: Deadlock Detection Algorithm</vt:lpstr>
      <vt:lpstr>Example: Deadlock Detection Algorithm</vt:lpstr>
      <vt:lpstr>Detection-Algorithm Usage</vt:lpstr>
      <vt:lpstr>Deadlock Recovery</vt:lpstr>
      <vt:lpstr>Deadlock Recovery</vt:lpstr>
      <vt:lpstr>Deadlock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Hasan Jamal</dc:creator>
  <cp:lastModifiedBy>Mamoona Tasadduq</cp:lastModifiedBy>
  <cp:revision>165</cp:revision>
  <dcterms:created xsi:type="dcterms:W3CDTF">2020-06-08T03:46:58Z</dcterms:created>
  <dcterms:modified xsi:type="dcterms:W3CDTF">2025-10-07T04:02:41Z</dcterms:modified>
</cp:coreProperties>
</file>