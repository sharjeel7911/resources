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8"/>
  </p:notesMasterIdLst>
  <p:sldIdLst>
    <p:sldId id="267" r:id="rId2"/>
    <p:sldId id="795" r:id="rId3"/>
    <p:sldId id="743" r:id="rId4"/>
    <p:sldId id="796" r:id="rId5"/>
    <p:sldId id="848" r:id="rId6"/>
    <p:sldId id="797" r:id="rId7"/>
    <p:sldId id="798" r:id="rId8"/>
    <p:sldId id="799" r:id="rId9"/>
    <p:sldId id="800" r:id="rId10"/>
    <p:sldId id="801" r:id="rId11"/>
    <p:sldId id="802" r:id="rId12"/>
    <p:sldId id="803" r:id="rId13"/>
    <p:sldId id="804" r:id="rId14"/>
    <p:sldId id="723" r:id="rId15"/>
    <p:sldId id="850" r:id="rId16"/>
    <p:sldId id="851" r:id="rId17"/>
    <p:sldId id="632" r:id="rId18"/>
    <p:sldId id="784" r:id="rId19"/>
    <p:sldId id="785" r:id="rId20"/>
    <p:sldId id="726" r:id="rId21"/>
    <p:sldId id="728" r:id="rId22"/>
    <p:sldId id="806" r:id="rId23"/>
    <p:sldId id="808" r:id="rId24"/>
    <p:sldId id="747" r:id="rId25"/>
    <p:sldId id="752" r:id="rId26"/>
    <p:sldId id="671" r:id="rId27"/>
    <p:sldId id="729" r:id="rId28"/>
    <p:sldId id="809" r:id="rId29"/>
    <p:sldId id="811" r:id="rId30"/>
    <p:sldId id="810" r:id="rId31"/>
    <p:sldId id="812" r:id="rId32"/>
    <p:sldId id="813" r:id="rId33"/>
    <p:sldId id="814" r:id="rId34"/>
    <p:sldId id="815" r:id="rId35"/>
    <p:sldId id="843" r:id="rId36"/>
    <p:sldId id="844" r:id="rId37"/>
    <p:sldId id="845" r:id="rId38"/>
    <p:sldId id="665" r:id="rId39"/>
    <p:sldId id="846" r:id="rId40"/>
    <p:sldId id="817" r:id="rId41"/>
    <p:sldId id="818" r:id="rId42"/>
    <p:sldId id="819" r:id="rId43"/>
    <p:sldId id="821" r:id="rId44"/>
    <p:sldId id="820" r:id="rId45"/>
    <p:sldId id="816" r:id="rId46"/>
    <p:sldId id="687" r:id="rId47"/>
    <p:sldId id="688" r:id="rId48"/>
    <p:sldId id="787" r:id="rId49"/>
    <p:sldId id="823" r:id="rId50"/>
    <p:sldId id="822" r:id="rId51"/>
    <p:sldId id="824" r:id="rId52"/>
    <p:sldId id="789" r:id="rId53"/>
    <p:sldId id="790" r:id="rId54"/>
    <p:sldId id="689" r:id="rId55"/>
    <p:sldId id="791" r:id="rId56"/>
    <p:sldId id="825" r:id="rId57"/>
    <p:sldId id="826" r:id="rId58"/>
    <p:sldId id="852" r:id="rId59"/>
    <p:sldId id="827" r:id="rId60"/>
    <p:sldId id="828" r:id="rId61"/>
    <p:sldId id="829" r:id="rId62"/>
    <p:sldId id="830" r:id="rId63"/>
    <p:sldId id="831" r:id="rId64"/>
    <p:sldId id="832" r:id="rId65"/>
    <p:sldId id="833" r:id="rId66"/>
    <p:sldId id="834" r:id="rId67"/>
    <p:sldId id="835" r:id="rId68"/>
    <p:sldId id="836" r:id="rId69"/>
    <p:sldId id="837" r:id="rId70"/>
    <p:sldId id="838" r:id="rId71"/>
    <p:sldId id="839" r:id="rId72"/>
    <p:sldId id="840" r:id="rId73"/>
    <p:sldId id="782" r:id="rId74"/>
    <p:sldId id="841" r:id="rId75"/>
    <p:sldId id="842" r:id="rId76"/>
    <p:sldId id="847" r:id="rId7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33"/>
    <a:srgbClr val="FFCCCC"/>
    <a:srgbClr val="FF00FF"/>
    <a:srgbClr val="FFCC66"/>
    <a:srgbClr val="5CD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177C6E-E5F3-4BD7-A9C3-3F2F65AA2CAB}" v="1629" dt="2024-11-14T10:50:55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44" autoAdjust="0"/>
    <p:restoredTop sz="93548" autoAdjust="0"/>
  </p:normalViewPr>
  <p:slideViewPr>
    <p:cSldViewPr snapToGrid="0">
      <p:cViewPr varScale="1">
        <p:scale>
          <a:sx n="60" d="100"/>
          <a:sy n="60" d="100"/>
        </p:scale>
        <p:origin x="5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an Jamal" userId="6724a5da2ffd1b8f" providerId="LiveId" clId="{11CB3E86-BE7D-4F66-A2F5-6FBB7427C924}"/>
    <pc:docChg chg="undo redo custSel addSld delSld modSld sldOrd">
      <pc:chgData name="Hasan Jamal" userId="6724a5da2ffd1b8f" providerId="LiveId" clId="{11CB3E86-BE7D-4F66-A2F5-6FBB7427C924}" dt="2024-10-15T04:59:36.519" v="7029" actId="20577"/>
      <pc:docMkLst>
        <pc:docMk/>
      </pc:docMkLst>
      <pc:sldChg chg="modAnim">
        <pc:chgData name="Hasan Jamal" userId="6724a5da2ffd1b8f" providerId="LiveId" clId="{11CB3E86-BE7D-4F66-A2F5-6FBB7427C924}" dt="2024-10-14T04:16:23.948" v="805"/>
        <pc:sldMkLst>
          <pc:docMk/>
          <pc:sldMk cId="728946806" sldId="665"/>
        </pc:sldMkLst>
      </pc:sldChg>
      <pc:sldChg chg="modSp add del mod">
        <pc:chgData name="Hasan Jamal" userId="6724a5da2ffd1b8f" providerId="LiveId" clId="{11CB3E86-BE7D-4F66-A2F5-6FBB7427C924}" dt="2024-10-14T03:43:37.267" v="516" actId="47"/>
        <pc:sldMkLst>
          <pc:docMk/>
          <pc:sldMk cId="2555249719" sldId="669"/>
        </pc:sldMkLst>
        <pc:spChg chg="mod">
          <ac:chgData name="Hasan Jamal" userId="6724a5da2ffd1b8f" providerId="LiveId" clId="{11CB3E86-BE7D-4F66-A2F5-6FBB7427C924}" dt="2024-10-03T17:33:06.439" v="286" actId="20577"/>
          <ac:spMkLst>
            <pc:docMk/>
            <pc:sldMk cId="2555249719" sldId="669"/>
            <ac:spMk id="3074" creationId="{00000000-0000-0000-0000-000000000000}"/>
          </ac:spMkLst>
        </pc:spChg>
      </pc:sldChg>
      <pc:sldChg chg="modSp del">
        <pc:chgData name="Hasan Jamal" userId="6724a5da2ffd1b8f" providerId="LiveId" clId="{11CB3E86-BE7D-4F66-A2F5-6FBB7427C924}" dt="2024-10-03T17:32:18.449" v="269" actId="2696"/>
        <pc:sldMkLst>
          <pc:docMk/>
          <pc:sldMk cId="2565929598" sldId="669"/>
        </pc:sldMkLst>
        <pc:spChg chg="mod">
          <ac:chgData name="Hasan Jamal" userId="6724a5da2ffd1b8f" providerId="LiveId" clId="{11CB3E86-BE7D-4F66-A2F5-6FBB7427C924}" dt="2024-10-03T17:25:50.361" v="267" actId="6549"/>
          <ac:spMkLst>
            <pc:docMk/>
            <pc:sldMk cId="2565929598" sldId="669"/>
            <ac:spMk id="12" creationId="{A773B303-CEA4-39FE-8190-A77ECCC638B8}"/>
          </ac:spMkLst>
        </pc:spChg>
      </pc:sldChg>
      <pc:sldChg chg="modSp mod modAnim">
        <pc:chgData name="Hasan Jamal" userId="6724a5da2ffd1b8f" providerId="LiveId" clId="{11CB3E86-BE7D-4F66-A2F5-6FBB7427C924}" dt="2024-10-14T03:56:48.869" v="749"/>
        <pc:sldMkLst>
          <pc:docMk/>
          <pc:sldMk cId="4281361863" sldId="671"/>
        </pc:sldMkLst>
        <pc:spChg chg="mod">
          <ac:chgData name="Hasan Jamal" userId="6724a5da2ffd1b8f" providerId="LiveId" clId="{11CB3E86-BE7D-4F66-A2F5-6FBB7427C924}" dt="2024-10-14T03:53:09.389" v="705" actId="6549"/>
          <ac:spMkLst>
            <pc:docMk/>
            <pc:sldMk cId="4281361863" sldId="671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14T03:44:52.097" v="519" actId="6549"/>
          <ac:spMkLst>
            <pc:docMk/>
            <pc:sldMk cId="4281361863" sldId="671"/>
            <ac:spMk id="3074" creationId="{00000000-0000-0000-0000-000000000000}"/>
          </ac:spMkLst>
        </pc:spChg>
      </pc:sldChg>
      <pc:sldChg chg="del">
        <pc:chgData name="Hasan Jamal" userId="6724a5da2ffd1b8f" providerId="LiveId" clId="{11CB3E86-BE7D-4F66-A2F5-6FBB7427C924}" dt="2024-10-03T17:24:11.588" v="263" actId="47"/>
        <pc:sldMkLst>
          <pc:docMk/>
          <pc:sldMk cId="4249173034" sldId="674"/>
        </pc:sldMkLst>
      </pc:sldChg>
      <pc:sldChg chg="modSp del">
        <pc:chgData name="Hasan Jamal" userId="6724a5da2ffd1b8f" providerId="LiveId" clId="{11CB3E86-BE7D-4F66-A2F5-6FBB7427C924}" dt="2024-10-03T17:24:54.283" v="264" actId="47"/>
        <pc:sldMkLst>
          <pc:docMk/>
          <pc:sldMk cId="3913975929" sldId="677"/>
        </pc:sldMkLst>
        <pc:spChg chg="mod">
          <ac:chgData name="Hasan Jamal" userId="6724a5da2ffd1b8f" providerId="LiveId" clId="{11CB3E86-BE7D-4F66-A2F5-6FBB7427C924}" dt="2024-10-03T17:22:33.137" v="261" actId="6549"/>
          <ac:spMkLst>
            <pc:docMk/>
            <pc:sldMk cId="3913975929" sldId="677"/>
            <ac:spMk id="12" creationId="{A773B303-CEA4-39FE-8190-A77ECCC638B8}"/>
          </ac:spMkLst>
        </pc:spChg>
      </pc:sldChg>
      <pc:sldChg chg="addSp delSp modSp add del mod">
        <pc:chgData name="Hasan Jamal" userId="6724a5da2ffd1b8f" providerId="LiveId" clId="{11CB3E86-BE7D-4F66-A2F5-6FBB7427C924}" dt="2024-10-14T03:56:25.094" v="747" actId="47"/>
        <pc:sldMkLst>
          <pc:docMk/>
          <pc:sldMk cId="197547497" sldId="684"/>
        </pc:sldMkLst>
        <pc:spChg chg="add del">
          <ac:chgData name="Hasan Jamal" userId="6724a5da2ffd1b8f" providerId="LiveId" clId="{11CB3E86-BE7D-4F66-A2F5-6FBB7427C924}" dt="2024-10-14T03:51:36.179" v="565" actId="22"/>
          <ac:spMkLst>
            <pc:docMk/>
            <pc:sldMk cId="197547497" sldId="684"/>
            <ac:spMk id="4" creationId="{1CA63680-F2C9-488B-A9D4-4DF10EEE5926}"/>
          </ac:spMkLst>
        </pc:spChg>
        <pc:spChg chg="add del mod">
          <ac:chgData name="Hasan Jamal" userId="6724a5da2ffd1b8f" providerId="LiveId" clId="{11CB3E86-BE7D-4F66-A2F5-6FBB7427C924}" dt="2024-10-14T03:54:44.351" v="713"/>
          <ac:spMkLst>
            <pc:docMk/>
            <pc:sldMk cId="197547497" sldId="684"/>
            <ac:spMk id="6" creationId="{19C4E48E-F676-0719-2AE6-CD4F6A1D2810}"/>
          </ac:spMkLst>
        </pc:spChg>
        <pc:spChg chg="mod">
          <ac:chgData name="Hasan Jamal" userId="6724a5da2ffd1b8f" providerId="LiveId" clId="{11CB3E86-BE7D-4F66-A2F5-6FBB7427C924}" dt="2024-10-14T03:47:08.880" v="532" actId="21"/>
          <ac:spMkLst>
            <pc:docMk/>
            <pc:sldMk cId="197547497" sldId="684"/>
            <ac:spMk id="12" creationId="{A773B303-CEA4-39FE-8190-A77ECCC638B8}"/>
          </ac:spMkLst>
        </pc:spChg>
      </pc:sldChg>
      <pc:sldChg chg="del">
        <pc:chgData name="Hasan Jamal" userId="6724a5da2ffd1b8f" providerId="LiveId" clId="{11CB3E86-BE7D-4F66-A2F5-6FBB7427C924}" dt="2024-10-03T17:32:18.449" v="269" actId="2696"/>
        <pc:sldMkLst>
          <pc:docMk/>
          <pc:sldMk cId="2115185598" sldId="684"/>
        </pc:sldMkLst>
      </pc:sldChg>
      <pc:sldChg chg="del">
        <pc:chgData name="Hasan Jamal" userId="6724a5da2ffd1b8f" providerId="LiveId" clId="{11CB3E86-BE7D-4F66-A2F5-6FBB7427C924}" dt="2024-10-03T17:32:18.449" v="269" actId="2696"/>
        <pc:sldMkLst>
          <pc:docMk/>
          <pc:sldMk cId="511480830" sldId="686"/>
        </pc:sldMkLst>
      </pc:sldChg>
      <pc:sldChg chg="modSp add mod ord modAnim">
        <pc:chgData name="Hasan Jamal" userId="6724a5da2ffd1b8f" providerId="LiveId" clId="{11CB3E86-BE7D-4F66-A2F5-6FBB7427C924}" dt="2024-10-15T04:59:36.519" v="7029" actId="20577"/>
        <pc:sldMkLst>
          <pc:docMk/>
          <pc:sldMk cId="3431312120" sldId="686"/>
        </pc:sldMkLst>
        <pc:spChg chg="mod">
          <ac:chgData name="Hasan Jamal" userId="6724a5da2ffd1b8f" providerId="LiveId" clId="{11CB3E86-BE7D-4F66-A2F5-6FBB7427C924}" dt="2024-10-15T04:59:36.519" v="7029" actId="20577"/>
          <ac:spMkLst>
            <pc:docMk/>
            <pc:sldMk cId="3431312120" sldId="686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03T17:33:42.075" v="296" actId="20577"/>
          <ac:spMkLst>
            <pc:docMk/>
            <pc:sldMk cId="3431312120" sldId="686"/>
            <ac:spMk id="3074" creationId="{00000000-0000-0000-0000-000000000000}"/>
          </ac:spMkLst>
        </pc:spChg>
      </pc:sldChg>
      <pc:sldChg chg="modSp mod">
        <pc:chgData name="Hasan Jamal" userId="6724a5da2ffd1b8f" providerId="LiveId" clId="{11CB3E86-BE7D-4F66-A2F5-6FBB7427C924}" dt="2024-10-14T04:25:50.175" v="867" actId="20577"/>
        <pc:sldMkLst>
          <pc:docMk/>
          <pc:sldMk cId="2875525734" sldId="687"/>
        </pc:sldMkLst>
        <pc:spChg chg="mod">
          <ac:chgData name="Hasan Jamal" userId="6724a5da2ffd1b8f" providerId="LiveId" clId="{11CB3E86-BE7D-4F66-A2F5-6FBB7427C924}" dt="2024-10-14T04:25:50.175" v="867" actId="20577"/>
          <ac:spMkLst>
            <pc:docMk/>
            <pc:sldMk cId="2875525734" sldId="687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14T04:23:06.664" v="823"/>
          <ac:spMkLst>
            <pc:docMk/>
            <pc:sldMk cId="2875525734" sldId="687"/>
            <ac:spMk id="3074" creationId="{00000000-0000-0000-0000-000000000000}"/>
          </ac:spMkLst>
        </pc:spChg>
      </pc:sldChg>
      <pc:sldChg chg="modSp mod">
        <pc:chgData name="Hasan Jamal" userId="6724a5da2ffd1b8f" providerId="LiveId" clId="{11CB3E86-BE7D-4F66-A2F5-6FBB7427C924}" dt="2024-10-14T04:36:47.176" v="940" actId="14100"/>
        <pc:sldMkLst>
          <pc:docMk/>
          <pc:sldMk cId="252814908" sldId="689"/>
        </pc:sldMkLst>
        <pc:spChg chg="mod">
          <ac:chgData name="Hasan Jamal" userId="6724a5da2ffd1b8f" providerId="LiveId" clId="{11CB3E86-BE7D-4F66-A2F5-6FBB7427C924}" dt="2024-10-14T04:36:47.176" v="940" actId="14100"/>
          <ac:spMkLst>
            <pc:docMk/>
            <pc:sldMk cId="252814908" sldId="689"/>
            <ac:spMk id="12" creationId="{A773B303-CEA4-39FE-8190-A77ECCC638B8}"/>
          </ac:spMkLst>
        </pc:spChg>
        <pc:picChg chg="mod">
          <ac:chgData name="Hasan Jamal" userId="6724a5da2ffd1b8f" providerId="LiveId" clId="{11CB3E86-BE7D-4F66-A2F5-6FBB7427C924}" dt="2024-10-14T04:36:42.425" v="939" actId="14100"/>
          <ac:picMkLst>
            <pc:docMk/>
            <pc:sldMk cId="252814908" sldId="689"/>
            <ac:picMk id="2050" creationId="{00000000-0000-0000-0000-000000000000}"/>
          </ac:picMkLst>
        </pc:picChg>
      </pc:sldChg>
      <pc:sldChg chg="modSp mod">
        <pc:chgData name="Hasan Jamal" userId="6724a5da2ffd1b8f" providerId="LiveId" clId="{11CB3E86-BE7D-4F66-A2F5-6FBB7427C924}" dt="2024-10-14T05:12:06.348" v="1936" actId="20577"/>
        <pc:sldMkLst>
          <pc:docMk/>
          <pc:sldMk cId="219062299" sldId="690"/>
        </pc:sldMkLst>
        <pc:spChg chg="mod">
          <ac:chgData name="Hasan Jamal" userId="6724a5da2ffd1b8f" providerId="LiveId" clId="{11CB3E86-BE7D-4F66-A2F5-6FBB7427C924}" dt="2024-10-14T05:12:06.348" v="1936" actId="20577"/>
          <ac:spMkLst>
            <pc:docMk/>
            <pc:sldMk cId="219062299" sldId="690"/>
            <ac:spMk id="12" creationId="{A773B303-CEA4-39FE-8190-A77ECCC638B8}"/>
          </ac:spMkLst>
        </pc:spChg>
      </pc:sldChg>
      <pc:sldChg chg="addSp delSp modSp mod">
        <pc:chgData name="Hasan Jamal" userId="6724a5da2ffd1b8f" providerId="LiveId" clId="{11CB3E86-BE7D-4F66-A2F5-6FBB7427C924}" dt="2024-10-03T17:23:11.557" v="262" actId="1076"/>
        <pc:sldMkLst>
          <pc:docMk/>
          <pc:sldMk cId="4195009375" sldId="694"/>
        </pc:sldMkLst>
        <pc:spChg chg="mod">
          <ac:chgData name="Hasan Jamal" userId="6724a5da2ffd1b8f" providerId="LiveId" clId="{11CB3E86-BE7D-4F66-A2F5-6FBB7427C924}" dt="2024-10-03T17:23:11.557" v="262" actId="1076"/>
          <ac:spMkLst>
            <pc:docMk/>
            <pc:sldMk cId="4195009375" sldId="694"/>
            <ac:spMk id="2" creationId="{2F328AD0-3182-111D-EC23-3333BD3E55FE}"/>
          </ac:spMkLst>
        </pc:spChg>
        <pc:picChg chg="del">
          <ac:chgData name="Hasan Jamal" userId="6724a5da2ffd1b8f" providerId="LiveId" clId="{11CB3E86-BE7D-4F66-A2F5-6FBB7427C924}" dt="2024-10-03T10:39:52.921" v="5" actId="478"/>
          <ac:picMkLst>
            <pc:docMk/>
            <pc:sldMk cId="4195009375" sldId="694"/>
            <ac:picMk id="8195" creationId="{00000000-0000-0000-0000-000000000000}"/>
          </ac:picMkLst>
        </pc:picChg>
        <pc:picChg chg="add mod">
          <ac:chgData name="Hasan Jamal" userId="6724a5da2ffd1b8f" providerId="LiveId" clId="{11CB3E86-BE7D-4F66-A2F5-6FBB7427C924}" dt="2024-10-03T17:23:11.557" v="262" actId="1076"/>
          <ac:picMkLst>
            <pc:docMk/>
            <pc:sldMk cId="4195009375" sldId="694"/>
            <ac:picMk id="13315" creationId="{A278EA04-1701-4441-AB9A-E05347064EE2}"/>
          </ac:picMkLst>
        </pc:picChg>
      </pc:sldChg>
      <pc:sldChg chg="modSp mod">
        <pc:chgData name="Hasan Jamal" userId="6724a5da2ffd1b8f" providerId="LiveId" clId="{11CB3E86-BE7D-4F66-A2F5-6FBB7427C924}" dt="2024-10-14T04:39:26.769" v="958" actId="1038"/>
        <pc:sldMkLst>
          <pc:docMk/>
          <pc:sldMk cId="2201822341" sldId="695"/>
        </pc:sldMkLst>
        <pc:spChg chg="mod">
          <ac:chgData name="Hasan Jamal" userId="6724a5da2ffd1b8f" providerId="LiveId" clId="{11CB3E86-BE7D-4F66-A2F5-6FBB7427C924}" dt="2024-10-14T04:39:26.769" v="958" actId="1038"/>
          <ac:spMkLst>
            <pc:docMk/>
            <pc:sldMk cId="2201822341" sldId="695"/>
            <ac:spMk id="25604" creationId="{00000000-0000-0000-0000-000000000000}"/>
          </ac:spMkLst>
        </pc:spChg>
        <pc:grpChg chg="mod">
          <ac:chgData name="Hasan Jamal" userId="6724a5da2ffd1b8f" providerId="LiveId" clId="{11CB3E86-BE7D-4F66-A2F5-6FBB7427C924}" dt="2024-10-14T04:39:26.769" v="958" actId="1038"/>
          <ac:grpSpMkLst>
            <pc:docMk/>
            <pc:sldMk cId="2201822341" sldId="695"/>
            <ac:grpSpMk id="2" creationId="{6567C552-BF4C-49F4-EA31-DB25606299EB}"/>
          </ac:grpSpMkLst>
        </pc:grpChg>
        <pc:picChg chg="mod">
          <ac:chgData name="Hasan Jamal" userId="6724a5da2ffd1b8f" providerId="LiveId" clId="{11CB3E86-BE7D-4F66-A2F5-6FBB7427C924}" dt="2024-10-14T04:39:26.769" v="958" actId="1038"/>
          <ac:picMkLst>
            <pc:docMk/>
            <pc:sldMk cId="2201822341" sldId="695"/>
            <ac:picMk id="25603" creationId="{00000000-0000-0000-0000-000000000000}"/>
          </ac:picMkLst>
        </pc:picChg>
      </pc:sldChg>
      <pc:sldChg chg="modSp mod">
        <pc:chgData name="Hasan Jamal" userId="6724a5da2ffd1b8f" providerId="LiveId" clId="{11CB3E86-BE7D-4F66-A2F5-6FBB7427C924}" dt="2024-10-03T10:45:54.165" v="179" actId="14100"/>
        <pc:sldMkLst>
          <pc:docMk/>
          <pc:sldMk cId="98211189" sldId="723"/>
        </pc:sldMkLst>
        <pc:spChg chg="mod">
          <ac:chgData name="Hasan Jamal" userId="6724a5da2ffd1b8f" providerId="LiveId" clId="{11CB3E86-BE7D-4F66-A2F5-6FBB7427C924}" dt="2024-10-03T10:45:54.165" v="179" actId="14100"/>
          <ac:spMkLst>
            <pc:docMk/>
            <pc:sldMk cId="98211189" sldId="723"/>
            <ac:spMk id="12" creationId="{A773B303-CEA4-39FE-8190-A77ECCC638B8}"/>
          </ac:spMkLst>
        </pc:spChg>
      </pc:sldChg>
      <pc:sldChg chg="addSp delSp modSp mod modAnim">
        <pc:chgData name="Hasan Jamal" userId="6724a5da2ffd1b8f" providerId="LiveId" clId="{11CB3E86-BE7D-4F66-A2F5-6FBB7427C924}" dt="2024-10-03T17:42:01.593" v="464" actId="20577"/>
        <pc:sldMkLst>
          <pc:docMk/>
          <pc:sldMk cId="3877180257" sldId="727"/>
        </pc:sldMkLst>
        <pc:spChg chg="add mod">
          <ac:chgData name="Hasan Jamal" userId="6724a5da2ffd1b8f" providerId="LiveId" clId="{11CB3E86-BE7D-4F66-A2F5-6FBB7427C924}" dt="2024-10-03T17:42:01.593" v="464" actId="20577"/>
          <ac:spMkLst>
            <pc:docMk/>
            <pc:sldMk cId="3877180257" sldId="727"/>
            <ac:spMk id="2" creationId="{973FA240-0CE1-88B4-2795-3C83BD31BE93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6" creationId="{6AB7CDA0-000A-91D0-4198-AC05B40350E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7" creationId="{7F404935-C719-7948-AB7E-937FF301C775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8" creationId="{F58897EA-D38D-D8FD-A67F-746EBE01A975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9" creationId="{C332BBD7-2930-C1BD-0B5B-B1BA6E21F364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0" creationId="{52E5ECDB-07E4-32D4-D3FD-406011BFC399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1" creationId="{9F45AD91-0397-FAF1-C38F-7C1121FFE0B7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2" creationId="{2E74B4B6-ACA4-C2C7-30D9-5D50923CB33C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3" creationId="{BA18FDAD-7E89-3E98-DFF3-EB019706740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4" creationId="{61EE5871-CE41-64DF-0983-BF7C70D621E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5" creationId="{6873C056-FC3F-E3EC-A384-AAAD69148C80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6" creationId="{1B69D6CF-28EA-2DAA-CDE9-78457E35CB99}"/>
          </ac:spMkLst>
        </pc:spChg>
        <pc:spChg chg="add del mod">
          <ac:chgData name="Hasan Jamal" userId="6724a5da2ffd1b8f" providerId="LiveId" clId="{11CB3E86-BE7D-4F66-A2F5-6FBB7427C924}" dt="2024-10-03T17:40:07.767" v="405" actId="478"/>
          <ac:spMkLst>
            <pc:docMk/>
            <pc:sldMk cId="3877180257" sldId="727"/>
            <ac:spMk id="17" creationId="{A9F95EDB-5281-90A8-FAE8-14F84880FEF9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8" creationId="{1CC8EA15-C989-C10B-0E76-3E4585F098B1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19" creationId="{6C64ECE5-C8D0-2137-D8BD-0E7BB228CC20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0" creationId="{657CAEB3-FC57-C7AC-9A4B-16C1CA73E8D6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1" creationId="{DAA99598-6E78-42AC-A63B-99BC0C9328F6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2" creationId="{9F3A8F02-76FB-39DC-7182-AC176D14A3D7}"/>
          </ac:spMkLst>
        </pc:spChg>
        <pc:spChg chg="mod">
          <ac:chgData name="Hasan Jamal" userId="6724a5da2ffd1b8f" providerId="LiveId" clId="{11CB3E86-BE7D-4F66-A2F5-6FBB7427C924}" dt="2024-10-03T17:40:37.695" v="450" actId="1037"/>
          <ac:spMkLst>
            <pc:docMk/>
            <pc:sldMk cId="3877180257" sldId="727"/>
            <ac:spMk id="23" creationId="{1B54EA33-DD37-D37C-3729-AAB354895875}"/>
          </ac:spMkLst>
        </pc:spChg>
        <pc:grpChg chg="add mod">
          <ac:chgData name="Hasan Jamal" userId="6724a5da2ffd1b8f" providerId="LiveId" clId="{11CB3E86-BE7D-4F66-A2F5-6FBB7427C924}" dt="2024-10-03T17:40:37.695" v="450" actId="1037"/>
          <ac:grpSpMkLst>
            <pc:docMk/>
            <pc:sldMk cId="3877180257" sldId="727"/>
            <ac:grpSpMk id="4" creationId="{357D1162-B720-8E2A-A2FA-E3EF44E56949}"/>
          </ac:grpSpMkLst>
        </pc:grpChg>
      </pc:sldChg>
      <pc:sldChg chg="modSp mod">
        <pc:chgData name="Hasan Jamal" userId="6724a5da2ffd1b8f" providerId="LiveId" clId="{11CB3E86-BE7D-4F66-A2F5-6FBB7427C924}" dt="2024-10-14T04:14:28.903" v="804" actId="20577"/>
        <pc:sldMkLst>
          <pc:docMk/>
          <pc:sldMk cId="2742509218" sldId="728"/>
        </pc:sldMkLst>
        <pc:spChg chg="mod">
          <ac:chgData name="Hasan Jamal" userId="6724a5da2ffd1b8f" providerId="LiveId" clId="{11CB3E86-BE7D-4F66-A2F5-6FBB7427C924}" dt="2024-10-14T04:14:28.903" v="804" actId="20577"/>
          <ac:spMkLst>
            <pc:docMk/>
            <pc:sldMk cId="2742509218" sldId="728"/>
            <ac:spMk id="12" creationId="{A773B303-CEA4-39FE-8190-A77ECCC638B8}"/>
          </ac:spMkLst>
        </pc:spChg>
      </pc:sldChg>
      <pc:sldChg chg="modSp mod">
        <pc:chgData name="Hasan Jamal" userId="6724a5da2ffd1b8f" providerId="LiveId" clId="{11CB3E86-BE7D-4F66-A2F5-6FBB7427C924}" dt="2024-10-14T05:22:43.937" v="2224" actId="20577"/>
        <pc:sldMkLst>
          <pc:docMk/>
          <pc:sldMk cId="1650502878" sldId="730"/>
        </pc:sldMkLst>
        <pc:spChg chg="mod">
          <ac:chgData name="Hasan Jamal" userId="6724a5da2ffd1b8f" providerId="LiveId" clId="{11CB3E86-BE7D-4F66-A2F5-6FBB7427C924}" dt="2024-10-14T05:22:43.937" v="2224" actId="20577"/>
          <ac:spMkLst>
            <pc:docMk/>
            <pc:sldMk cId="1650502878" sldId="730"/>
            <ac:spMk id="12" creationId="{A773B303-CEA4-39FE-8190-A77ECCC638B8}"/>
          </ac:spMkLst>
        </pc:spChg>
        <pc:picChg chg="mod">
          <ac:chgData name="Hasan Jamal" userId="6724a5da2ffd1b8f" providerId="LiveId" clId="{11CB3E86-BE7D-4F66-A2F5-6FBB7427C924}" dt="2024-10-14T05:16:19.158" v="2059" actId="1035"/>
          <ac:picMkLst>
            <pc:docMk/>
            <pc:sldMk cId="1650502878" sldId="730"/>
            <ac:picMk id="24579" creationId="{00000000-0000-0000-0000-000000000000}"/>
          </ac:picMkLst>
        </pc:picChg>
      </pc:sldChg>
      <pc:sldChg chg="modSp mod">
        <pc:chgData name="Hasan Jamal" userId="6724a5da2ffd1b8f" providerId="LiveId" clId="{11CB3E86-BE7D-4F66-A2F5-6FBB7427C924}" dt="2024-10-03T17:20:35.004" v="257" actId="1038"/>
        <pc:sldMkLst>
          <pc:docMk/>
          <pc:sldMk cId="2091040025" sldId="735"/>
        </pc:sldMkLst>
        <pc:spChg chg="mod">
          <ac:chgData name="Hasan Jamal" userId="6724a5da2ffd1b8f" providerId="LiveId" clId="{11CB3E86-BE7D-4F66-A2F5-6FBB7427C924}" dt="2024-10-03T17:20:35.004" v="257" actId="1038"/>
          <ac:spMkLst>
            <pc:docMk/>
            <pc:sldMk cId="2091040025" sldId="735"/>
            <ac:spMk id="9" creationId="{00000000-0000-0000-0000-000000000000}"/>
          </ac:spMkLst>
        </pc:spChg>
      </pc:sldChg>
      <pc:sldChg chg="modSp mod">
        <pc:chgData name="Hasan Jamal" userId="6724a5da2ffd1b8f" providerId="LiveId" clId="{11CB3E86-BE7D-4F66-A2F5-6FBB7427C924}" dt="2024-10-03T17:20:15.725" v="255" actId="1035"/>
        <pc:sldMkLst>
          <pc:docMk/>
          <pc:sldMk cId="3981574798" sldId="736"/>
        </pc:sldMkLst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5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6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7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8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29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1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2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3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5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6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7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8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79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0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1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2" creationId="{00000000-0000-0000-0000-000000000000}"/>
          </ac:spMkLst>
        </pc:spChg>
        <pc:spChg chg="mod">
          <ac:chgData name="Hasan Jamal" userId="6724a5da2ffd1b8f" providerId="LiveId" clId="{11CB3E86-BE7D-4F66-A2F5-6FBB7427C924}" dt="2024-10-03T17:20:15.725" v="255" actId="1035"/>
          <ac:spMkLst>
            <pc:docMk/>
            <pc:sldMk cId="3981574798" sldId="736"/>
            <ac:spMk id="3083" creationId="{00000000-0000-0000-0000-000000000000}"/>
          </ac:spMkLst>
        </pc:spChg>
        <pc:grpChg chg="mod">
          <ac:chgData name="Hasan Jamal" userId="6724a5da2ffd1b8f" providerId="LiveId" clId="{11CB3E86-BE7D-4F66-A2F5-6FBB7427C924}" dt="2024-10-03T17:20:15.725" v="255" actId="1035"/>
          <ac:grpSpMkLst>
            <pc:docMk/>
            <pc:sldMk cId="3981574798" sldId="736"/>
            <ac:grpSpMk id="24" creationId="{00000000-0000-0000-0000-000000000000}"/>
          </ac:grpSpMkLst>
        </pc:grpChg>
        <pc:graphicFrameChg chg="modGraphic">
          <ac:chgData name="Hasan Jamal" userId="6724a5da2ffd1b8f" providerId="LiveId" clId="{11CB3E86-BE7D-4F66-A2F5-6FBB7427C924}" dt="2024-10-03T17:19:34.696" v="241" actId="20577"/>
          <ac:graphicFrameMkLst>
            <pc:docMk/>
            <pc:sldMk cId="3981574798" sldId="736"/>
            <ac:graphicFrameMk id="2" creationId="{D5831112-9B3C-E882-C1B2-93F9A11E3EE7}"/>
          </ac:graphicFrameMkLst>
        </pc:graphicFrameChg>
      </pc:sldChg>
      <pc:sldChg chg="modSp mod modAnim">
        <pc:chgData name="Hasan Jamal" userId="6724a5da2ffd1b8f" providerId="LiveId" clId="{11CB3E86-BE7D-4F66-A2F5-6FBB7427C924}" dt="2024-10-14T05:24:00.550" v="2250" actId="20577"/>
        <pc:sldMkLst>
          <pc:docMk/>
          <pc:sldMk cId="720626321" sldId="741"/>
        </pc:sldMkLst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5" creationId="{70A2352C-00A5-664A-2D0E-78429D31C95B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6" creationId="{9CAA68FC-871A-FBA9-2122-36550FEDBE51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7" creationId="{7201B006-4131-511F-AF16-A31F9F0D4D7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8" creationId="{BDC0559F-B100-4E60-9C6B-6D7144BD8A30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9" creationId="{6747B710-5DA9-DFF6-3255-336384ACEFFF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0" creationId="{C9EAEE7F-E483-817D-6504-541FFDBB613F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1" creationId="{76FF91E8-07D4-8D50-1314-B0A56A2A61A9}"/>
          </ac:spMkLst>
        </pc:spChg>
        <pc:spChg chg="mod">
          <ac:chgData name="Hasan Jamal" userId="6724a5da2ffd1b8f" providerId="LiveId" clId="{11CB3E86-BE7D-4F66-A2F5-6FBB7427C924}" dt="2024-10-14T05:24:00.550" v="2250" actId="20577"/>
          <ac:spMkLst>
            <pc:docMk/>
            <pc:sldMk cId="720626321" sldId="741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3" creationId="{6F7D145B-CBD5-C200-6D1F-F9199E9C3A5C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4" creationId="{C428755C-885E-04D6-ACCB-739752B18396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5" creationId="{3C3506E9-924A-A8A4-782F-8421217C758B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6" creationId="{D336DFB3-F81D-C5E9-C727-756190C146C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7" creationId="{2CF7F9A6-32B9-5E73-E8DA-98053E513B5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8" creationId="{6541BDEF-B114-EEF4-4DD8-3DBD1027430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19" creationId="{06645F9C-FE83-EF00-1E13-9BF9D1D4EDD0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0" creationId="{1FD5DA8A-6E39-36E1-493C-0F1C14B2784B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1" creationId="{D01A2774-113F-2175-7C3A-B1509331C9CD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2" creationId="{C81C794E-CE23-E6A9-4078-1FE288834E56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3" creationId="{2EF9C86E-85FB-C87F-AEB1-AFA822CB86A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4" creationId="{81F337E8-D537-AF43-F216-5A6FE4CECAF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5" creationId="{345242FC-ACF2-7BA8-C1DF-7DB2F56729BC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6" creationId="{C8FBEEB4-5D02-5A99-4F48-91E86EC2C199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7" creationId="{AD5A256C-282C-F60A-31D6-D4F606D646D5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29" creationId="{4D34475B-EEA7-4423-8404-4F09F7C6A274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30" creationId="{61D99384-7936-A364-44C4-0671FF3070C2}"/>
          </ac:spMkLst>
        </pc:spChg>
        <pc:spChg chg="mod">
          <ac:chgData name="Hasan Jamal" userId="6724a5da2ffd1b8f" providerId="LiveId" clId="{11CB3E86-BE7D-4F66-A2F5-6FBB7427C924}" dt="2024-10-14T05:23:30.810" v="2239" actId="1036"/>
          <ac:spMkLst>
            <pc:docMk/>
            <pc:sldMk cId="720626321" sldId="741"/>
            <ac:spMk id="31" creationId="{C3F87581-BACE-4FCE-EC7F-E0BFC703F43D}"/>
          </ac:spMkLst>
        </pc:spChg>
        <pc:grpChg chg="mod">
          <ac:chgData name="Hasan Jamal" userId="6724a5da2ffd1b8f" providerId="LiveId" clId="{11CB3E86-BE7D-4F66-A2F5-6FBB7427C924}" dt="2024-10-14T05:23:30.810" v="2239" actId="1036"/>
          <ac:grpSpMkLst>
            <pc:docMk/>
            <pc:sldMk cId="720626321" sldId="741"/>
            <ac:grpSpMk id="4" creationId="{EBF98760-A04C-655D-3773-DD583222A538}"/>
          </ac:grpSpMkLst>
        </pc:grpChg>
        <pc:grpChg chg="mod">
          <ac:chgData name="Hasan Jamal" userId="6724a5da2ffd1b8f" providerId="LiveId" clId="{11CB3E86-BE7D-4F66-A2F5-6FBB7427C924}" dt="2024-10-14T05:23:30.810" v="2239" actId="1036"/>
          <ac:grpSpMkLst>
            <pc:docMk/>
            <pc:sldMk cId="720626321" sldId="741"/>
            <ac:grpSpMk id="28" creationId="{E653CF9E-2AC7-02BC-5582-6A330A7F006C}"/>
          </ac:grpSpMkLst>
        </pc:grpChg>
        <pc:grpChg chg="mod">
          <ac:chgData name="Hasan Jamal" userId="6724a5da2ffd1b8f" providerId="LiveId" clId="{11CB3E86-BE7D-4F66-A2F5-6FBB7427C924}" dt="2024-10-14T05:23:30.810" v="2239" actId="1036"/>
          <ac:grpSpMkLst>
            <pc:docMk/>
            <pc:sldMk cId="720626321" sldId="741"/>
            <ac:grpSpMk id="3072" creationId="{4BA8C8D6-F09A-03E2-C719-938EF7503945}"/>
          </ac:grpSpMkLst>
        </pc:grpChg>
        <pc:graphicFrameChg chg="modGraphic">
          <ac:chgData name="Hasan Jamal" userId="6724a5da2ffd1b8f" providerId="LiveId" clId="{11CB3E86-BE7D-4F66-A2F5-6FBB7427C924}" dt="2024-10-14T04:34:20.346" v="915" actId="20577"/>
          <ac:graphicFrameMkLst>
            <pc:docMk/>
            <pc:sldMk cId="720626321" sldId="741"/>
            <ac:graphicFrameMk id="2" creationId="{D5831112-9B3C-E882-C1B2-93F9A11E3EE7}"/>
          </ac:graphicFrameMkLst>
        </pc:graphicFrameChg>
      </pc:sldChg>
      <pc:sldChg chg="modSp modAnim">
        <pc:chgData name="Hasan Jamal" userId="6724a5da2ffd1b8f" providerId="LiveId" clId="{11CB3E86-BE7D-4F66-A2F5-6FBB7427C924}" dt="2024-10-14T04:00:41.319" v="756" actId="20577"/>
        <pc:sldMkLst>
          <pc:docMk/>
          <pc:sldMk cId="1686666619" sldId="744"/>
        </pc:sldMkLst>
        <pc:spChg chg="mod">
          <ac:chgData name="Hasan Jamal" userId="6724a5da2ffd1b8f" providerId="LiveId" clId="{11CB3E86-BE7D-4F66-A2F5-6FBB7427C924}" dt="2024-10-14T04:00:41.319" v="756" actId="20577"/>
          <ac:spMkLst>
            <pc:docMk/>
            <pc:sldMk cId="1686666619" sldId="744"/>
            <ac:spMk id="12" creationId="{A773B303-CEA4-39FE-8190-A77ECCC638B8}"/>
          </ac:spMkLst>
        </pc:spChg>
      </pc:sldChg>
      <pc:sldChg chg="modSp mod">
        <pc:chgData name="Hasan Jamal" userId="6724a5da2ffd1b8f" providerId="LiveId" clId="{11CB3E86-BE7D-4F66-A2F5-6FBB7427C924}" dt="2024-10-14T03:34:24.028" v="468" actId="20577"/>
        <pc:sldMkLst>
          <pc:docMk/>
          <pc:sldMk cId="890721419" sldId="745"/>
        </pc:sldMkLst>
        <pc:spChg chg="mod">
          <ac:chgData name="Hasan Jamal" userId="6724a5da2ffd1b8f" providerId="LiveId" clId="{11CB3E86-BE7D-4F66-A2F5-6FBB7427C924}" dt="2024-10-14T03:34:24.028" v="468" actId="20577"/>
          <ac:spMkLst>
            <pc:docMk/>
            <pc:sldMk cId="890721419" sldId="745"/>
            <ac:spMk id="3074" creationId="{00000000-0000-0000-0000-000000000000}"/>
          </ac:spMkLst>
        </pc:spChg>
      </pc:sldChg>
      <pc:sldChg chg="modSp mod modAnim">
        <pc:chgData name="Hasan Jamal" userId="6724a5da2ffd1b8f" providerId="LiveId" clId="{11CB3E86-BE7D-4F66-A2F5-6FBB7427C924}" dt="2024-10-03T17:21:28.534" v="258"/>
        <pc:sldMkLst>
          <pc:docMk/>
          <pc:sldMk cId="3722933791" sldId="748"/>
        </pc:sldMkLst>
        <pc:spChg chg="mod">
          <ac:chgData name="Hasan Jamal" userId="6724a5da2ffd1b8f" providerId="LiveId" clId="{11CB3E86-BE7D-4F66-A2F5-6FBB7427C924}" dt="2024-10-03T10:43:33.296" v="150" actId="20577"/>
          <ac:spMkLst>
            <pc:docMk/>
            <pc:sldMk cId="3722933791" sldId="748"/>
            <ac:spMk id="12" creationId="{A773B303-CEA4-39FE-8190-A77ECCC638B8}"/>
          </ac:spMkLst>
        </pc:spChg>
      </pc:sldChg>
      <pc:sldChg chg="del">
        <pc:chgData name="Hasan Jamal" userId="6724a5da2ffd1b8f" providerId="LiveId" clId="{11CB3E86-BE7D-4F66-A2F5-6FBB7427C924}" dt="2024-10-03T17:25:37.237" v="265" actId="47"/>
        <pc:sldMkLst>
          <pc:docMk/>
          <pc:sldMk cId="1521684714" sldId="749"/>
        </pc:sldMkLst>
      </pc:sldChg>
      <pc:sldChg chg="del">
        <pc:chgData name="Hasan Jamal" userId="6724a5da2ffd1b8f" providerId="LiveId" clId="{11CB3E86-BE7D-4F66-A2F5-6FBB7427C924}" dt="2024-10-03T17:25:55.143" v="268" actId="47"/>
        <pc:sldMkLst>
          <pc:docMk/>
          <pc:sldMk cId="1531266124" sldId="750"/>
        </pc:sldMkLst>
      </pc:sldChg>
      <pc:sldChg chg="add">
        <pc:chgData name="Hasan Jamal" userId="6724a5da2ffd1b8f" providerId="LiveId" clId="{11CB3E86-BE7D-4F66-A2F5-6FBB7427C924}" dt="2024-10-03T10:49:47.587" v="180" actId="2890"/>
        <pc:sldMkLst>
          <pc:docMk/>
          <pc:sldMk cId="1441655173" sldId="751"/>
        </pc:sldMkLst>
      </pc:sldChg>
      <pc:sldChg chg="modSp add del mod modAnim">
        <pc:chgData name="Hasan Jamal" userId="6724a5da2ffd1b8f" providerId="LiveId" clId="{11CB3E86-BE7D-4F66-A2F5-6FBB7427C924}" dt="2024-10-03T17:22:08.306" v="259" actId="47"/>
        <pc:sldMkLst>
          <pc:docMk/>
          <pc:sldMk cId="2786090753" sldId="752"/>
        </pc:sldMkLst>
        <pc:spChg chg="mod">
          <ac:chgData name="Hasan Jamal" userId="6724a5da2ffd1b8f" providerId="LiveId" clId="{11CB3E86-BE7D-4F66-A2F5-6FBB7427C924}" dt="2024-10-03T10:51:52.656" v="197" actId="20577"/>
          <ac:spMkLst>
            <pc:docMk/>
            <pc:sldMk cId="2786090753" sldId="752"/>
            <ac:spMk id="12" creationId="{A773B303-CEA4-39FE-8190-A77ECCC638B8}"/>
          </ac:spMkLst>
        </pc:spChg>
        <pc:spChg chg="mod">
          <ac:chgData name="Hasan Jamal" userId="6724a5da2ffd1b8f" providerId="LiveId" clId="{11CB3E86-BE7D-4F66-A2F5-6FBB7427C924}" dt="2024-10-03T10:51:38.901" v="194"/>
          <ac:spMkLst>
            <pc:docMk/>
            <pc:sldMk cId="2786090753" sldId="752"/>
            <ac:spMk id="3074" creationId="{00000000-0000-0000-0000-000000000000}"/>
          </ac:spMkLst>
        </pc:spChg>
      </pc:sldChg>
      <pc:sldChg chg="modSp add mod addAnim delAnim modAnim">
        <pc:chgData name="Hasan Jamal" userId="6724a5da2ffd1b8f" providerId="LiveId" clId="{11CB3E86-BE7D-4F66-A2F5-6FBB7427C924}" dt="2024-10-14T03:44:06.886" v="518"/>
        <pc:sldMkLst>
          <pc:docMk/>
          <pc:sldMk cId="3175173431" sldId="752"/>
        </pc:sldMkLst>
        <pc:spChg chg="mod">
          <ac:chgData name="Hasan Jamal" userId="6724a5da2ffd1b8f" providerId="LiveId" clId="{11CB3E86-BE7D-4F66-A2F5-6FBB7427C924}" dt="2024-10-14T03:42:55.726" v="513" actId="255"/>
          <ac:spMkLst>
            <pc:docMk/>
            <pc:sldMk cId="3175173431" sldId="752"/>
            <ac:spMk id="12" creationId="{09F1CB03-18D3-96C9-272B-38A27EBFC999}"/>
          </ac:spMkLst>
        </pc:spChg>
      </pc:sldChg>
      <pc:sldChg chg="addSp delSp modSp add mod modAnim">
        <pc:chgData name="Hasan Jamal" userId="6724a5da2ffd1b8f" providerId="LiveId" clId="{11CB3E86-BE7D-4F66-A2F5-6FBB7427C924}" dt="2024-10-14T05:07:50.721" v="1836"/>
        <pc:sldMkLst>
          <pc:docMk/>
          <pc:sldMk cId="2720131961" sldId="753"/>
        </pc:sldMkLst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" creationId="{19B3D73B-22A3-5E77-0CB2-82BD63BFFB24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6" creationId="{B34BE216-9A67-0164-3EBE-176E26FB6A00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7" creationId="{6B81011F-2B7E-3627-0917-08D7B3D61EC2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8" creationId="{CDEF3129-B759-D761-2E55-77320D7DD39E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9" creationId="{0F15392D-CA4B-4C72-E5F5-C936C487FE94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0" creationId="{1ACE8D3C-7C08-DCFD-F35E-47935FE0D5B5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1" creationId="{961636FB-B286-3050-6356-346B730E4E13}"/>
          </ac:spMkLst>
        </pc:spChg>
        <pc:spChg chg="mod">
          <ac:chgData name="Hasan Jamal" userId="6724a5da2ffd1b8f" providerId="LiveId" clId="{11CB3E86-BE7D-4F66-A2F5-6FBB7427C924}" dt="2024-10-14T05:07:21.330" v="1812" actId="20577"/>
          <ac:spMkLst>
            <pc:docMk/>
            <pc:sldMk cId="2720131961" sldId="753"/>
            <ac:spMk id="12" creationId="{3F115E31-5F67-E327-293B-7F038CC61EC5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3" creationId="{028DBC82-1967-26D9-98DF-47B3ED6286FF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4" creationId="{8231B339-8EAB-E24B-16CD-B6D6757B54FC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5" creationId="{03B3C6F5-AC14-7BD6-76E1-D89B79D14A90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6" creationId="{7B800240-0A74-947F-161F-6305015BA806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7" creationId="{ED92BDD6-9A41-EFC7-F6AA-7D522FF6AB5A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8" creationId="{802C1E40-6395-C7C4-1C6F-591244DC5FC3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19" creationId="{5B79C52E-9612-56D7-30A9-05CB8745C4F1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0" creationId="{61B27F4A-22B8-8981-8C6B-39CCD10DE1DE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1" creationId="{EF1F16E7-76D1-55ED-67EC-BC8A6AD32283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2" creationId="{C7C3371D-0CE1-E9F0-94E5-74AC02B4E0E1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3" creationId="{76EB56A8-1E4A-0A49-18E3-4E8B4AB8C076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4" creationId="{24136457-539A-7700-EC6E-F19B92E4A086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5" creationId="{4570B119-00A8-0FC3-9BF9-ED758ECC30C8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6" creationId="{36D2BB4A-B67F-1FED-A00A-D991004A424C}"/>
          </ac:spMkLst>
        </pc:spChg>
        <pc:spChg chg="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7" creationId="{1B51DCE2-3175-9341-A965-01C2ED347C26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29" creationId="{395A13ED-011D-2737-C1FF-D16D8F79C47F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30" creationId="{10C17770-FF2B-87BC-636A-FC77ACB5495C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31" creationId="{429269C9-843D-B606-70D3-2E5C49D34781}"/>
          </ac:spMkLst>
        </pc:spChg>
        <pc:spChg chg="mod">
          <ac:chgData name="Hasan Jamal" userId="6724a5da2ffd1b8f" providerId="LiveId" clId="{11CB3E86-BE7D-4F66-A2F5-6FBB7427C924}" dt="2024-10-14T04:40:40.324" v="976" actId="20577"/>
          <ac:spMkLst>
            <pc:docMk/>
            <pc:sldMk cId="2720131961" sldId="753"/>
            <ac:spMk id="3074" creationId="{E4C25150-3A2A-D460-CC5C-C55FD2528C25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4" creationId="{549B2C51-8059-DDEA-5E71-C6BA6ECEE196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5" creationId="{FC51AEE1-07FB-3D2F-ADC1-B2502D26C288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6" creationId="{4ABE27D0-DF24-87C6-89C9-28DBB0A6CE8E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8" creationId="{007422AE-0C0A-55A2-5125-44DEA6D93E3C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29" creationId="{0B739F5C-34FB-E5D7-1BB3-9E9AA60C54C7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0" creationId="{0F7C49E8-AE8F-540D-42FC-626C7E9B2618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1" creationId="{31A04DDB-E77B-FF33-0305-A707DD97AAB4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2" creationId="{D93159A6-4FA4-AD2E-8D74-ECEA3A834469}"/>
          </ac:spMkLst>
        </pc:spChg>
        <pc:spChg chg="add mod">
          <ac:chgData name="Hasan Jamal" userId="6724a5da2ffd1b8f" providerId="LiveId" clId="{11CB3E86-BE7D-4F66-A2F5-6FBB7427C924}" dt="2024-10-14T05:07:36.061" v="1834" actId="1037"/>
          <ac:spMkLst>
            <pc:docMk/>
            <pc:sldMk cId="2720131961" sldId="753"/>
            <ac:spMk id="52233" creationId="{455ED316-C923-B6EC-3C0B-085209147760}"/>
          </ac:spMkLst>
        </pc:spChg>
        <pc:grpChg chg="mod">
          <ac:chgData name="Hasan Jamal" userId="6724a5da2ffd1b8f" providerId="LiveId" clId="{11CB3E86-BE7D-4F66-A2F5-6FBB7427C924}" dt="2024-10-14T05:07:36.061" v="1834" actId="1037"/>
          <ac:grpSpMkLst>
            <pc:docMk/>
            <pc:sldMk cId="2720131961" sldId="753"/>
            <ac:grpSpMk id="4" creationId="{C21FAE2C-59DB-17ED-4DFA-73BC29CBEE24}"/>
          </ac:grpSpMkLst>
        </pc:grpChg>
        <pc:grpChg chg="mod">
          <ac:chgData name="Hasan Jamal" userId="6724a5da2ffd1b8f" providerId="LiveId" clId="{11CB3E86-BE7D-4F66-A2F5-6FBB7427C924}" dt="2024-10-14T05:07:36.061" v="1834" actId="1037"/>
          <ac:grpSpMkLst>
            <pc:docMk/>
            <pc:sldMk cId="2720131961" sldId="753"/>
            <ac:grpSpMk id="28" creationId="{A0974A49-75C6-4C3C-228A-B0D25C5D6B81}"/>
          </ac:grpSpMkLst>
        </pc:grpChg>
        <pc:grpChg chg="add mod">
          <ac:chgData name="Hasan Jamal" userId="6724a5da2ffd1b8f" providerId="LiveId" clId="{11CB3E86-BE7D-4F66-A2F5-6FBB7427C924}" dt="2024-10-14T05:07:36.061" v="1834" actId="1037"/>
          <ac:grpSpMkLst>
            <pc:docMk/>
            <pc:sldMk cId="2720131961" sldId="753"/>
            <ac:grpSpMk id="52234" creationId="{11991558-934D-009F-D075-85537A71BD9B}"/>
          </ac:grpSpMkLst>
        </pc:grpChg>
        <pc:graphicFrameChg chg="mod modGraphic">
          <ac:chgData name="Hasan Jamal" userId="6724a5da2ffd1b8f" providerId="LiveId" clId="{11CB3E86-BE7D-4F66-A2F5-6FBB7427C924}" dt="2024-10-14T04:41:24.957" v="990" actId="20577"/>
          <ac:graphicFrameMkLst>
            <pc:docMk/>
            <pc:sldMk cId="2720131961" sldId="753"/>
            <ac:graphicFrameMk id="2" creationId="{643EC6D9-853C-EF49-19A8-36F48ECD8FC5}"/>
          </ac:graphicFrameMkLst>
        </pc:graphicFrameChg>
        <pc:picChg chg="add del mod">
          <ac:chgData name="Hasan Jamal" userId="6724a5da2ffd1b8f" providerId="LiveId" clId="{11CB3E86-BE7D-4F66-A2F5-6FBB7427C924}" dt="2024-10-14T05:04:50.864" v="1787" actId="478"/>
          <ac:picMkLst>
            <pc:docMk/>
            <pc:sldMk cId="2720131961" sldId="753"/>
            <ac:picMk id="52227" creationId="{E776F08C-5E1F-44C8-AB6B-D21CDC72CD10}"/>
          </ac:picMkLst>
        </pc:picChg>
      </pc:sldChg>
      <pc:sldChg chg="addSp delSp modSp add mod ord">
        <pc:chgData name="Hasan Jamal" userId="6724a5da2ffd1b8f" providerId="LiveId" clId="{11CB3E86-BE7D-4F66-A2F5-6FBB7427C924}" dt="2024-10-14T06:26:19.240" v="2678"/>
        <pc:sldMkLst>
          <pc:docMk/>
          <pc:sldMk cId="196630731" sldId="754"/>
        </pc:sldMkLst>
        <pc:spChg chg="mod">
          <ac:chgData name="Hasan Jamal" userId="6724a5da2ffd1b8f" providerId="LiveId" clId="{11CB3E86-BE7D-4F66-A2F5-6FBB7427C924}" dt="2024-10-14T06:25:34.821" v="2674" actId="255"/>
          <ac:spMkLst>
            <pc:docMk/>
            <pc:sldMk cId="196630731" sldId="754"/>
            <ac:spMk id="12" creationId="{856E2582-BE6D-119C-35A8-90A10FD960E2}"/>
          </ac:spMkLst>
        </pc:spChg>
        <pc:spChg chg="mod">
          <ac:chgData name="Hasan Jamal" userId="6724a5da2ffd1b8f" providerId="LiveId" clId="{11CB3E86-BE7D-4F66-A2F5-6FBB7427C924}" dt="2024-10-14T06:23:35.222" v="2652" actId="20577"/>
          <ac:spMkLst>
            <pc:docMk/>
            <pc:sldMk cId="196630731" sldId="754"/>
            <ac:spMk id="3074" creationId="{1FE867E8-78C4-D4B7-83CB-F298BFACB2E4}"/>
          </ac:spMkLst>
        </pc:spChg>
        <pc:picChg chg="del">
          <ac:chgData name="Hasan Jamal" userId="6724a5da2ffd1b8f" providerId="LiveId" clId="{11CB3E86-BE7D-4F66-A2F5-6FBB7427C924}" dt="2024-10-14T05:46:42.708" v="2271" actId="478"/>
          <ac:picMkLst>
            <pc:docMk/>
            <pc:sldMk cId="196630731" sldId="754"/>
            <ac:picMk id="24579" creationId="{7C0F70A6-7D2B-E273-2D00-8A6A1FA1E94B}"/>
          </ac:picMkLst>
        </pc:picChg>
        <pc:picChg chg="add mod">
          <ac:chgData name="Hasan Jamal" userId="6724a5da2ffd1b8f" providerId="LiveId" clId="{11CB3E86-BE7D-4F66-A2F5-6FBB7427C924}" dt="2024-10-14T06:25:42.313" v="2676" actId="14100"/>
          <ac:picMkLst>
            <pc:docMk/>
            <pc:sldMk cId="196630731" sldId="754"/>
            <ac:picMk id="130051" creationId="{1186B308-DDF2-452D-A47E-6EF7019C0B37}"/>
          </ac:picMkLst>
        </pc:picChg>
        <pc:picChg chg="add del mod">
          <ac:chgData name="Hasan Jamal" userId="6724a5da2ffd1b8f" providerId="LiveId" clId="{11CB3E86-BE7D-4F66-A2F5-6FBB7427C924}" dt="2024-10-14T06:23:40.381" v="2653" actId="478"/>
          <ac:picMkLst>
            <pc:docMk/>
            <pc:sldMk cId="196630731" sldId="754"/>
            <ac:picMk id="132099" creationId="{72B613C9-9DEE-4CD7-ABD1-8B5F8F52BBA3}"/>
          </ac:picMkLst>
        </pc:picChg>
        <pc:picChg chg="add del mod">
          <ac:chgData name="Hasan Jamal" userId="6724a5da2ffd1b8f" providerId="LiveId" clId="{11CB3E86-BE7D-4F66-A2F5-6FBB7427C924}" dt="2024-10-14T06:23:40.381" v="2653" actId="478"/>
          <ac:picMkLst>
            <pc:docMk/>
            <pc:sldMk cId="196630731" sldId="754"/>
            <ac:picMk id="132100" creationId="{F75A4BF0-7381-4B89-90CE-E8DC92F8F295}"/>
          </ac:picMkLst>
        </pc:picChg>
        <pc:picChg chg="add del mod">
          <ac:chgData name="Hasan Jamal" userId="6724a5da2ffd1b8f" providerId="LiveId" clId="{11CB3E86-BE7D-4F66-A2F5-6FBB7427C924}" dt="2024-10-14T06:23:40.381" v="2653" actId="478"/>
          <ac:picMkLst>
            <pc:docMk/>
            <pc:sldMk cId="196630731" sldId="754"/>
            <ac:picMk id="132101" creationId="{00B7072B-4655-4652-80B5-B7ADAFC32C81}"/>
          </ac:picMkLst>
        </pc:picChg>
      </pc:sldChg>
      <pc:sldChg chg="addSp delSp modSp add del mod">
        <pc:chgData name="Hasan Jamal" userId="6724a5da2ffd1b8f" providerId="LiveId" clId="{11CB3E86-BE7D-4F66-A2F5-6FBB7427C924}" dt="2024-10-14T06:03:52.895" v="2501" actId="47"/>
        <pc:sldMkLst>
          <pc:docMk/>
          <pc:sldMk cId="3111926195" sldId="755"/>
        </pc:sldMkLst>
        <pc:spChg chg="del">
          <ac:chgData name="Hasan Jamal" userId="6724a5da2ffd1b8f" providerId="LiveId" clId="{11CB3E86-BE7D-4F66-A2F5-6FBB7427C924}" dt="2024-10-14T05:49:58.636" v="2346" actId="478"/>
          <ac:spMkLst>
            <pc:docMk/>
            <pc:sldMk cId="3111926195" sldId="755"/>
            <ac:spMk id="12" creationId="{68FC30D1-ECAB-3643-04B2-DD7E4BCE49E8}"/>
          </ac:spMkLst>
        </pc:spChg>
        <pc:picChg chg="add mod">
          <ac:chgData name="Hasan Jamal" userId="6724a5da2ffd1b8f" providerId="LiveId" clId="{11CB3E86-BE7D-4F66-A2F5-6FBB7427C924}" dt="2024-10-14T05:50:04.354" v="2348" actId="1076"/>
          <ac:picMkLst>
            <pc:docMk/>
            <pc:sldMk cId="3111926195" sldId="755"/>
            <ac:picMk id="1026" creationId="{00000000-0000-0000-0000-000000000000}"/>
          </ac:picMkLst>
        </pc:picChg>
      </pc:sldChg>
      <pc:sldChg chg="addSp delSp modSp add mod modClrScheme modAnim chgLayout">
        <pc:chgData name="Hasan Jamal" userId="6724a5da2ffd1b8f" providerId="LiveId" clId="{11CB3E86-BE7D-4F66-A2F5-6FBB7427C924}" dt="2024-10-15T03:49:15.773" v="5190"/>
        <pc:sldMkLst>
          <pc:docMk/>
          <pc:sldMk cId="3493647931" sldId="756"/>
        </pc:sldMkLst>
        <pc:spChg chg="mod ord">
          <ac:chgData name="Hasan Jamal" userId="6724a5da2ffd1b8f" providerId="LiveId" clId="{11CB3E86-BE7D-4F66-A2F5-6FBB7427C924}" dt="2024-10-14T05:52:28.919" v="2369" actId="26606"/>
          <ac:spMkLst>
            <pc:docMk/>
            <pc:sldMk cId="3493647931" sldId="756"/>
            <ac:spMk id="3" creationId="{512FA19E-1BBB-E1A0-02FD-DE27438AED66}"/>
          </ac:spMkLst>
        </pc:spChg>
        <pc:spChg chg="mod">
          <ac:chgData name="Hasan Jamal" userId="6724a5da2ffd1b8f" providerId="LiveId" clId="{11CB3E86-BE7D-4F66-A2F5-6FBB7427C924}" dt="2024-10-15T03:48:29.018" v="5186" actId="113"/>
          <ac:spMkLst>
            <pc:docMk/>
            <pc:sldMk cId="3493647931" sldId="756"/>
            <ac:spMk id="12" creationId="{BD80B958-7A19-BE6C-7030-B20803AD271D}"/>
          </ac:spMkLst>
        </pc:spChg>
        <pc:spChg chg="mod">
          <ac:chgData name="Hasan Jamal" userId="6724a5da2ffd1b8f" providerId="LiveId" clId="{11CB3E86-BE7D-4F66-A2F5-6FBB7427C924}" dt="2024-10-14T05:52:28.919" v="2369" actId="26606"/>
          <ac:spMkLst>
            <pc:docMk/>
            <pc:sldMk cId="3493647931" sldId="756"/>
            <ac:spMk id="3074" creationId="{B1F91951-75E3-0D78-317F-44145A4133D6}"/>
          </ac:spMkLst>
        </pc:spChg>
        <pc:spChg chg="add del mod">
          <ac:chgData name="Hasan Jamal" userId="6724a5da2ffd1b8f" providerId="LiveId" clId="{11CB3E86-BE7D-4F66-A2F5-6FBB7427C924}" dt="2024-10-14T05:52:28.919" v="2369" actId="26606"/>
          <ac:spMkLst>
            <pc:docMk/>
            <pc:sldMk cId="3493647931" sldId="756"/>
            <ac:spMk id="3079" creationId="{3A8D428C-82EE-F45B-B4D9-15CC53071B9A}"/>
          </ac:spMkLst>
        </pc:spChg>
        <pc:picChg chg="add del mod">
          <ac:chgData name="Hasan Jamal" userId="6724a5da2ffd1b8f" providerId="LiveId" clId="{11CB3E86-BE7D-4F66-A2F5-6FBB7427C924}" dt="2024-10-14T06:05:04.343" v="2504" actId="478"/>
          <ac:picMkLst>
            <pc:docMk/>
            <pc:sldMk cId="3493647931" sldId="756"/>
            <ac:picMk id="2050" creationId="{00000000-0000-0000-0000-000000000000}"/>
          </ac:picMkLst>
        </pc:picChg>
        <pc:picChg chg="add del mod">
          <ac:chgData name="Hasan Jamal" userId="6724a5da2ffd1b8f" providerId="LiveId" clId="{11CB3E86-BE7D-4F66-A2F5-6FBB7427C924}" dt="2024-10-14T06:52:36.510" v="3327" actId="478"/>
          <ac:picMkLst>
            <pc:docMk/>
            <pc:sldMk cId="3493647931" sldId="756"/>
            <ac:picMk id="59395" creationId="{BE9B9DB7-2D01-4469-B225-66245C9CC07C}"/>
          </ac:picMkLst>
        </pc:picChg>
      </pc:sldChg>
      <pc:sldChg chg="modSp add del mod">
        <pc:chgData name="Hasan Jamal" userId="6724a5da2ffd1b8f" providerId="LiveId" clId="{11CB3E86-BE7D-4F66-A2F5-6FBB7427C924}" dt="2024-10-14T06:02:02.149" v="2486" actId="47"/>
        <pc:sldMkLst>
          <pc:docMk/>
          <pc:sldMk cId="339754337" sldId="757"/>
        </pc:sldMkLst>
        <pc:spChg chg="mod">
          <ac:chgData name="Hasan Jamal" userId="6724a5da2ffd1b8f" providerId="LiveId" clId="{11CB3E86-BE7D-4F66-A2F5-6FBB7427C924}" dt="2024-10-14T05:59:30.080" v="2445" actId="21"/>
          <ac:spMkLst>
            <pc:docMk/>
            <pc:sldMk cId="339754337" sldId="757"/>
            <ac:spMk id="12" creationId="{57D0CCF5-FE36-9676-6088-C33B0D2D7615}"/>
          </ac:spMkLst>
        </pc:spChg>
      </pc:sldChg>
      <pc:sldChg chg="addSp delSp modSp add del mod">
        <pc:chgData name="Hasan Jamal" userId="6724a5da2ffd1b8f" providerId="LiveId" clId="{11CB3E86-BE7D-4F66-A2F5-6FBB7427C924}" dt="2024-10-14T07:40:31.506" v="4614" actId="47"/>
        <pc:sldMkLst>
          <pc:docMk/>
          <pc:sldMk cId="3707284491" sldId="757"/>
        </pc:sldMkLst>
        <pc:spChg chg="mod">
          <ac:chgData name="Hasan Jamal" userId="6724a5da2ffd1b8f" providerId="LiveId" clId="{11CB3E86-BE7D-4F66-A2F5-6FBB7427C924}" dt="2024-10-14T07:39:24.576" v="4600" actId="21"/>
          <ac:spMkLst>
            <pc:docMk/>
            <pc:sldMk cId="3707284491" sldId="757"/>
            <ac:spMk id="12" creationId="{10D21975-0CA6-173A-3B3D-1E11D06C603F}"/>
          </ac:spMkLst>
        </pc:spChg>
        <pc:picChg chg="add del mod">
          <ac:chgData name="Hasan Jamal" userId="6724a5da2ffd1b8f" providerId="LiveId" clId="{11CB3E86-BE7D-4F66-A2F5-6FBB7427C924}" dt="2024-10-14T06:03:01.108" v="2495" actId="478"/>
          <ac:picMkLst>
            <pc:docMk/>
            <pc:sldMk cId="3707284491" sldId="757"/>
            <ac:picMk id="54275" creationId="{B29FEE3D-3750-4508-92A3-9B9E46FECE1F}"/>
          </ac:picMkLst>
        </pc:picChg>
        <pc:picChg chg="add del mod">
          <ac:chgData name="Hasan Jamal" userId="6724a5da2ffd1b8f" providerId="LiveId" clId="{11CB3E86-BE7D-4F66-A2F5-6FBB7427C924}" dt="2024-10-14T07:39:52.924" v="4603" actId="21"/>
          <ac:picMkLst>
            <pc:docMk/>
            <pc:sldMk cId="3707284491" sldId="757"/>
            <ac:picMk id="56323" creationId="{E45EDF43-47DE-4E7F-B77E-5ED79D91AC0C}"/>
          </ac:picMkLst>
        </pc:picChg>
      </pc:sldChg>
      <pc:sldChg chg="addSp modSp add mod ord">
        <pc:chgData name="Hasan Jamal" userId="6724a5da2ffd1b8f" providerId="LiveId" clId="{11CB3E86-BE7D-4F66-A2F5-6FBB7427C924}" dt="2024-10-14T07:43:54.208" v="4761" actId="20577"/>
        <pc:sldMkLst>
          <pc:docMk/>
          <pc:sldMk cId="4086994" sldId="758"/>
        </pc:sldMkLst>
        <pc:spChg chg="mod">
          <ac:chgData name="Hasan Jamal" userId="6724a5da2ffd1b8f" providerId="LiveId" clId="{11CB3E86-BE7D-4F66-A2F5-6FBB7427C924}" dt="2024-10-14T07:43:54.208" v="4761" actId="20577"/>
          <ac:spMkLst>
            <pc:docMk/>
            <pc:sldMk cId="4086994" sldId="758"/>
            <ac:spMk id="12" creationId="{5E278F71-314C-5513-7D87-FEA9F489B7A1}"/>
          </ac:spMkLst>
        </pc:spChg>
        <pc:picChg chg="mod">
          <ac:chgData name="Hasan Jamal" userId="6724a5da2ffd1b8f" providerId="LiveId" clId="{11CB3E86-BE7D-4F66-A2F5-6FBB7427C924}" dt="2024-10-14T07:43:34.552" v="4687" actId="1076"/>
          <ac:picMkLst>
            <pc:docMk/>
            <pc:sldMk cId="4086994" sldId="758"/>
            <ac:picMk id="54275" creationId="{4CDDD999-B594-2A9C-93B0-EFB4EFEF01C3}"/>
          </ac:picMkLst>
        </pc:picChg>
        <pc:picChg chg="add mod">
          <ac:chgData name="Hasan Jamal" userId="6724a5da2ffd1b8f" providerId="LiveId" clId="{11CB3E86-BE7D-4F66-A2F5-6FBB7427C924}" dt="2024-10-14T07:43:30.848" v="4685" actId="14100"/>
          <ac:picMkLst>
            <pc:docMk/>
            <pc:sldMk cId="4086994" sldId="758"/>
            <ac:picMk id="56323" creationId="{E45EDF43-47DE-4E7F-B77E-5ED79D91AC0C}"/>
          </ac:picMkLst>
        </pc:picChg>
      </pc:sldChg>
      <pc:sldChg chg="modSp add mod">
        <pc:chgData name="Hasan Jamal" userId="6724a5da2ffd1b8f" providerId="LiveId" clId="{11CB3E86-BE7D-4F66-A2F5-6FBB7427C924}" dt="2024-10-14T07:42:41.176" v="4670" actId="6549"/>
        <pc:sldMkLst>
          <pc:docMk/>
          <pc:sldMk cId="2575032769" sldId="759"/>
        </pc:sldMkLst>
        <pc:spChg chg="mod">
          <ac:chgData name="Hasan Jamal" userId="6724a5da2ffd1b8f" providerId="LiveId" clId="{11CB3E86-BE7D-4F66-A2F5-6FBB7427C924}" dt="2024-10-14T07:42:41.176" v="4670" actId="6549"/>
          <ac:spMkLst>
            <pc:docMk/>
            <pc:sldMk cId="2575032769" sldId="759"/>
            <ac:spMk id="12" creationId="{1C7C66DF-D42D-5729-A45A-06A1E3616F63}"/>
          </ac:spMkLst>
        </pc:spChg>
        <pc:spChg chg="mod">
          <ac:chgData name="Hasan Jamal" userId="6724a5da2ffd1b8f" providerId="LiveId" clId="{11CB3E86-BE7D-4F66-A2F5-6FBB7427C924}" dt="2024-10-14T07:35:20.087" v="4546" actId="20577"/>
          <ac:spMkLst>
            <pc:docMk/>
            <pc:sldMk cId="2575032769" sldId="759"/>
            <ac:spMk id="3074" creationId="{1F748BFF-8158-E1C0-B3AF-EC06D8737EE3}"/>
          </ac:spMkLst>
        </pc:spChg>
      </pc:sldChg>
      <pc:sldChg chg="add ord">
        <pc:chgData name="Hasan Jamal" userId="6724a5da2ffd1b8f" providerId="LiveId" clId="{11CB3E86-BE7D-4F66-A2F5-6FBB7427C924}" dt="2024-10-14T06:26:19.240" v="2678"/>
        <pc:sldMkLst>
          <pc:docMk/>
          <pc:sldMk cId="636562703" sldId="760"/>
        </pc:sldMkLst>
      </pc:sldChg>
      <pc:sldChg chg="delSp modSp add mod">
        <pc:chgData name="Hasan Jamal" userId="6724a5da2ffd1b8f" providerId="LiveId" clId="{11CB3E86-BE7D-4F66-A2F5-6FBB7427C924}" dt="2024-10-14T06:27:43.184" v="2706" actId="14100"/>
        <pc:sldMkLst>
          <pc:docMk/>
          <pc:sldMk cId="927494257" sldId="761"/>
        </pc:sldMkLst>
        <pc:spChg chg="mod">
          <ac:chgData name="Hasan Jamal" userId="6724a5da2ffd1b8f" providerId="LiveId" clId="{11CB3E86-BE7D-4F66-A2F5-6FBB7427C924}" dt="2024-10-14T06:27:43.184" v="2706" actId="14100"/>
          <ac:spMkLst>
            <pc:docMk/>
            <pc:sldMk cId="927494257" sldId="761"/>
            <ac:spMk id="12" creationId="{4E0A0D0A-2A05-313B-0F62-B8C5F66D2BD9}"/>
          </ac:spMkLst>
        </pc:spChg>
        <pc:spChg chg="mod">
          <ac:chgData name="Hasan Jamal" userId="6724a5da2ffd1b8f" providerId="LiveId" clId="{11CB3E86-BE7D-4F66-A2F5-6FBB7427C924}" dt="2024-10-14T06:26:39.320" v="2693" actId="20577"/>
          <ac:spMkLst>
            <pc:docMk/>
            <pc:sldMk cId="927494257" sldId="761"/>
            <ac:spMk id="3074" creationId="{A74EC018-0848-43B1-A183-41DAEF4E1F77}"/>
          </ac:spMkLst>
        </pc:spChg>
        <pc:picChg chg="del">
          <ac:chgData name="Hasan Jamal" userId="6724a5da2ffd1b8f" providerId="LiveId" clId="{11CB3E86-BE7D-4F66-A2F5-6FBB7427C924}" dt="2024-10-14T06:27:11.380" v="2702" actId="478"/>
          <ac:picMkLst>
            <pc:docMk/>
            <pc:sldMk cId="927494257" sldId="761"/>
            <ac:picMk id="130051" creationId="{59F37D57-0201-C518-D0D8-E59084C7AB10}"/>
          </ac:picMkLst>
        </pc:picChg>
      </pc:sldChg>
      <pc:sldChg chg="modSp add mod">
        <pc:chgData name="Hasan Jamal" userId="6724a5da2ffd1b8f" providerId="LiveId" clId="{11CB3E86-BE7D-4F66-A2F5-6FBB7427C924}" dt="2024-10-14T06:29:33.456" v="2746"/>
        <pc:sldMkLst>
          <pc:docMk/>
          <pc:sldMk cId="4166313858" sldId="762"/>
        </pc:sldMkLst>
        <pc:spChg chg="mod">
          <ac:chgData name="Hasan Jamal" userId="6724a5da2ffd1b8f" providerId="LiveId" clId="{11CB3E86-BE7D-4F66-A2F5-6FBB7427C924}" dt="2024-10-14T06:29:33.456" v="2746"/>
          <ac:spMkLst>
            <pc:docMk/>
            <pc:sldMk cId="4166313858" sldId="762"/>
            <ac:spMk id="12" creationId="{22C0C63C-9D41-F182-11FD-A6B5EA084A35}"/>
          </ac:spMkLst>
        </pc:spChg>
        <pc:spChg chg="mod">
          <ac:chgData name="Hasan Jamal" userId="6724a5da2ffd1b8f" providerId="LiveId" clId="{11CB3E86-BE7D-4F66-A2F5-6FBB7427C924}" dt="2024-10-14T06:28:11.115" v="2724" actId="20577"/>
          <ac:spMkLst>
            <pc:docMk/>
            <pc:sldMk cId="4166313858" sldId="762"/>
            <ac:spMk id="3074" creationId="{0D7C4927-1A1F-0567-6A97-0F4F3A6E18FC}"/>
          </ac:spMkLst>
        </pc:spChg>
      </pc:sldChg>
      <pc:sldChg chg="modSp add mod">
        <pc:chgData name="Hasan Jamal" userId="6724a5da2ffd1b8f" providerId="LiveId" clId="{11CB3E86-BE7D-4F66-A2F5-6FBB7427C924}" dt="2024-10-14T06:30:45.752" v="2774" actId="6549"/>
        <pc:sldMkLst>
          <pc:docMk/>
          <pc:sldMk cId="3226909934" sldId="763"/>
        </pc:sldMkLst>
        <pc:spChg chg="mod">
          <ac:chgData name="Hasan Jamal" userId="6724a5da2ffd1b8f" providerId="LiveId" clId="{11CB3E86-BE7D-4F66-A2F5-6FBB7427C924}" dt="2024-10-14T06:30:45.752" v="2774" actId="6549"/>
          <ac:spMkLst>
            <pc:docMk/>
            <pc:sldMk cId="3226909934" sldId="763"/>
            <ac:spMk id="12" creationId="{6FC17FEC-C4DF-5C89-DAFA-5E245ABB85FC}"/>
          </ac:spMkLst>
        </pc:spChg>
        <pc:spChg chg="mod">
          <ac:chgData name="Hasan Jamal" userId="6724a5da2ffd1b8f" providerId="LiveId" clId="{11CB3E86-BE7D-4F66-A2F5-6FBB7427C924}" dt="2024-10-14T06:29:52.078" v="2760" actId="20577"/>
          <ac:spMkLst>
            <pc:docMk/>
            <pc:sldMk cId="3226909934" sldId="763"/>
            <ac:spMk id="3074" creationId="{83B1D4B7-2629-6796-A479-4D394C2EFD73}"/>
          </ac:spMkLst>
        </pc:spChg>
      </pc:sldChg>
      <pc:sldChg chg="addSp delSp modSp add mod">
        <pc:chgData name="Hasan Jamal" userId="6724a5da2ffd1b8f" providerId="LiveId" clId="{11CB3E86-BE7D-4F66-A2F5-6FBB7427C924}" dt="2024-10-14T06:31:28.714" v="2829" actId="1038"/>
        <pc:sldMkLst>
          <pc:docMk/>
          <pc:sldMk cId="1892143241" sldId="764"/>
        </pc:sldMkLst>
        <pc:spChg chg="del">
          <ac:chgData name="Hasan Jamal" userId="6724a5da2ffd1b8f" providerId="LiveId" clId="{11CB3E86-BE7D-4F66-A2F5-6FBB7427C924}" dt="2024-10-14T06:31:17.968" v="2814" actId="478"/>
          <ac:spMkLst>
            <pc:docMk/>
            <pc:sldMk cId="1892143241" sldId="764"/>
            <ac:spMk id="12" creationId="{F4E99E67-6952-D1EF-A837-1F57B051385F}"/>
          </ac:spMkLst>
        </pc:spChg>
        <pc:spChg chg="mod">
          <ac:chgData name="Hasan Jamal" userId="6724a5da2ffd1b8f" providerId="LiveId" clId="{11CB3E86-BE7D-4F66-A2F5-6FBB7427C924}" dt="2024-10-14T06:31:11.914" v="2813" actId="20577"/>
          <ac:spMkLst>
            <pc:docMk/>
            <pc:sldMk cId="1892143241" sldId="764"/>
            <ac:spMk id="3074" creationId="{C8961487-D7B1-4749-EDFE-63AE405A36DE}"/>
          </ac:spMkLst>
        </pc:spChg>
        <pc:picChg chg="add mod">
          <ac:chgData name="Hasan Jamal" userId="6724a5da2ffd1b8f" providerId="LiveId" clId="{11CB3E86-BE7D-4F66-A2F5-6FBB7427C924}" dt="2024-10-14T06:31:28.714" v="2829" actId="1038"/>
          <ac:picMkLst>
            <pc:docMk/>
            <pc:sldMk cId="1892143241" sldId="764"/>
            <ac:picMk id="137218" creationId="{AD0A361C-0911-4B85-9766-5E4140F2E093}"/>
          </ac:picMkLst>
        </pc:picChg>
      </pc:sldChg>
      <pc:sldChg chg="modSp add mod">
        <pc:chgData name="Hasan Jamal" userId="6724a5da2ffd1b8f" providerId="LiveId" clId="{11CB3E86-BE7D-4F66-A2F5-6FBB7427C924}" dt="2024-10-14T06:32:52.941" v="2858" actId="33524"/>
        <pc:sldMkLst>
          <pc:docMk/>
          <pc:sldMk cId="3298778098" sldId="765"/>
        </pc:sldMkLst>
        <pc:spChg chg="mod">
          <ac:chgData name="Hasan Jamal" userId="6724a5da2ffd1b8f" providerId="LiveId" clId="{11CB3E86-BE7D-4F66-A2F5-6FBB7427C924}" dt="2024-10-14T06:32:52.941" v="2858" actId="33524"/>
          <ac:spMkLst>
            <pc:docMk/>
            <pc:sldMk cId="3298778098" sldId="765"/>
            <ac:spMk id="12" creationId="{2F1DC606-B8FC-980E-754C-9F5D23772CC8}"/>
          </ac:spMkLst>
        </pc:spChg>
        <pc:spChg chg="mod">
          <ac:chgData name="Hasan Jamal" userId="6724a5da2ffd1b8f" providerId="LiveId" clId="{11CB3E86-BE7D-4F66-A2F5-6FBB7427C924}" dt="2024-10-14T06:31:45.310" v="2846" actId="20577"/>
          <ac:spMkLst>
            <pc:docMk/>
            <pc:sldMk cId="3298778098" sldId="765"/>
            <ac:spMk id="3074" creationId="{63B43F82-B789-CCFF-EB16-26E39664E698}"/>
          </ac:spMkLst>
        </pc:spChg>
      </pc:sldChg>
      <pc:sldChg chg="modSp add mod ord">
        <pc:chgData name="Hasan Jamal" userId="6724a5da2ffd1b8f" providerId="LiveId" clId="{11CB3E86-BE7D-4F66-A2F5-6FBB7427C924}" dt="2024-10-14T06:51:14.349" v="3325"/>
        <pc:sldMkLst>
          <pc:docMk/>
          <pc:sldMk cId="1794162080" sldId="766"/>
        </pc:sldMkLst>
        <pc:spChg chg="mod">
          <ac:chgData name="Hasan Jamal" userId="6724a5da2ffd1b8f" providerId="LiveId" clId="{11CB3E86-BE7D-4F66-A2F5-6FBB7427C924}" dt="2024-10-14T06:51:14.349" v="3325"/>
          <ac:spMkLst>
            <pc:docMk/>
            <pc:sldMk cId="1794162080" sldId="766"/>
            <ac:spMk id="12" creationId="{A8CBB399-4B2F-4A0A-618D-A5A3E40E1D4A}"/>
          </ac:spMkLst>
        </pc:spChg>
      </pc:sldChg>
      <pc:sldChg chg="add">
        <pc:chgData name="Hasan Jamal" userId="6724a5da2ffd1b8f" providerId="LiveId" clId="{11CB3E86-BE7D-4F66-A2F5-6FBB7427C924}" dt="2024-10-14T06:52:31.942" v="3326" actId="2890"/>
        <pc:sldMkLst>
          <pc:docMk/>
          <pc:sldMk cId="2008232015" sldId="767"/>
        </pc:sldMkLst>
      </pc:sldChg>
      <pc:sldChg chg="addSp delSp modSp add mod">
        <pc:chgData name="Hasan Jamal" userId="6724a5da2ffd1b8f" providerId="LiveId" clId="{11CB3E86-BE7D-4F66-A2F5-6FBB7427C924}" dt="2024-10-14T07:08:31.081" v="3988" actId="1035"/>
        <pc:sldMkLst>
          <pc:docMk/>
          <pc:sldMk cId="2849960051" sldId="768"/>
        </pc:sldMkLst>
        <pc:spChg chg="del mod">
          <ac:chgData name="Hasan Jamal" userId="6724a5da2ffd1b8f" providerId="LiveId" clId="{11CB3E86-BE7D-4F66-A2F5-6FBB7427C924}" dt="2024-10-14T07:01:50.925" v="3534" actId="478"/>
          <ac:spMkLst>
            <pc:docMk/>
            <pc:sldMk cId="2849960051" sldId="768"/>
            <ac:spMk id="12" creationId="{D4FB9682-7C11-6686-BB0D-C6E03ADFB903}"/>
          </ac:spMkLst>
        </pc:spChg>
        <pc:spChg chg="mod">
          <ac:chgData name="Hasan Jamal" userId="6724a5da2ffd1b8f" providerId="LiveId" clId="{11CB3E86-BE7D-4F66-A2F5-6FBB7427C924}" dt="2024-10-14T07:01:43.854" v="3532" actId="20577"/>
          <ac:spMkLst>
            <pc:docMk/>
            <pc:sldMk cId="2849960051" sldId="768"/>
            <ac:spMk id="3074" creationId="{3364AB0F-D293-28B0-CDE5-259BD44DAADD}"/>
          </ac:spMkLst>
        </pc:spChg>
        <pc:graphicFrameChg chg="add mod modGraphic">
          <ac:chgData name="Hasan Jamal" userId="6724a5da2ffd1b8f" providerId="LiveId" clId="{11CB3E86-BE7D-4F66-A2F5-6FBB7427C924}" dt="2024-10-14T07:08:31.081" v="3988" actId="1035"/>
          <ac:graphicFrameMkLst>
            <pc:docMk/>
            <pc:sldMk cId="2849960051" sldId="768"/>
            <ac:graphicFrameMk id="2" creationId="{9924077E-4F76-117B-5394-F34921E54B19}"/>
          </ac:graphicFrameMkLst>
        </pc:graphicFrameChg>
      </pc:sldChg>
      <pc:sldChg chg="modSp add mod ord">
        <pc:chgData name="Hasan Jamal" userId="6724a5da2ffd1b8f" providerId="LiveId" clId="{11CB3E86-BE7D-4F66-A2F5-6FBB7427C924}" dt="2024-10-15T03:57:51.173" v="5194"/>
        <pc:sldMkLst>
          <pc:docMk/>
          <pc:sldMk cId="346054100" sldId="769"/>
        </pc:sldMkLst>
        <pc:spChg chg="mod">
          <ac:chgData name="Hasan Jamal" userId="6724a5da2ffd1b8f" providerId="LiveId" clId="{11CB3E86-BE7D-4F66-A2F5-6FBB7427C924}" dt="2024-10-14T07:11:37.930" v="4066" actId="6549"/>
          <ac:spMkLst>
            <pc:docMk/>
            <pc:sldMk cId="346054100" sldId="769"/>
            <ac:spMk id="12" creationId="{BBA1DB21-BF5E-479C-8164-68D7613BDC63}"/>
          </ac:spMkLst>
        </pc:spChg>
        <pc:spChg chg="mod">
          <ac:chgData name="Hasan Jamal" userId="6724a5da2ffd1b8f" providerId="LiveId" clId="{11CB3E86-BE7D-4F66-A2F5-6FBB7427C924}" dt="2024-10-14T07:10:07.732" v="4007" actId="20577"/>
          <ac:spMkLst>
            <pc:docMk/>
            <pc:sldMk cId="346054100" sldId="769"/>
            <ac:spMk id="3074" creationId="{B83E169A-DF48-C7D0-C6B8-3147ED094424}"/>
          </ac:spMkLst>
        </pc:spChg>
      </pc:sldChg>
      <pc:sldChg chg="addSp modSp add mod ord modAnim">
        <pc:chgData name="Hasan Jamal" userId="6724a5da2ffd1b8f" providerId="LiveId" clId="{11CB3E86-BE7D-4F66-A2F5-6FBB7427C924}" dt="2024-10-15T04:17:52.659" v="6690"/>
        <pc:sldMkLst>
          <pc:docMk/>
          <pc:sldMk cId="27266747" sldId="770"/>
        </pc:sldMkLst>
        <pc:spChg chg="mod">
          <ac:chgData name="Hasan Jamal" userId="6724a5da2ffd1b8f" providerId="LiveId" clId="{11CB3E86-BE7D-4F66-A2F5-6FBB7427C924}" dt="2024-10-15T04:02:56.700" v="5739" actId="255"/>
          <ac:spMkLst>
            <pc:docMk/>
            <pc:sldMk cId="27266747" sldId="770"/>
            <ac:spMk id="12" creationId="{4C0FAE94-9395-C805-65DF-66A5DAAB4B24}"/>
          </ac:spMkLst>
        </pc:spChg>
        <pc:spChg chg="mod">
          <ac:chgData name="Hasan Jamal" userId="6724a5da2ffd1b8f" providerId="LiveId" clId="{11CB3E86-BE7D-4F66-A2F5-6FBB7427C924}" dt="2024-10-15T03:58:26.243" v="5204" actId="20577"/>
          <ac:spMkLst>
            <pc:docMk/>
            <pc:sldMk cId="27266747" sldId="770"/>
            <ac:spMk id="3074" creationId="{28895004-FA8E-C24E-595A-1BE98733574D}"/>
          </ac:spMkLst>
        </pc:spChg>
        <pc:picChg chg="add mod">
          <ac:chgData name="Hasan Jamal" userId="6724a5da2ffd1b8f" providerId="LiveId" clId="{11CB3E86-BE7D-4F66-A2F5-6FBB7427C924}" dt="2024-10-15T04:03:49.895" v="5746" actId="1076"/>
          <ac:picMkLst>
            <pc:docMk/>
            <pc:sldMk cId="27266747" sldId="770"/>
            <ac:picMk id="4" creationId="{B821C3D1-E60E-6988-EEE0-0167A9A874EA}"/>
          </ac:picMkLst>
        </pc:picChg>
      </pc:sldChg>
      <pc:sldChg chg="add">
        <pc:chgData name="Hasan Jamal" userId="6724a5da2ffd1b8f" providerId="LiveId" clId="{11CB3E86-BE7D-4F66-A2F5-6FBB7427C924}" dt="2024-10-14T07:46:56.926" v="4762" actId="2890"/>
        <pc:sldMkLst>
          <pc:docMk/>
          <pc:sldMk cId="339803846" sldId="771"/>
        </pc:sldMkLst>
      </pc:sldChg>
      <pc:sldChg chg="modSp add del mod">
        <pc:chgData name="Hasan Jamal" userId="6724a5da2ffd1b8f" providerId="LiveId" clId="{11CB3E86-BE7D-4F66-A2F5-6FBB7427C924}" dt="2024-10-14T07:39:00.795" v="4599" actId="47"/>
        <pc:sldMkLst>
          <pc:docMk/>
          <pc:sldMk cId="2745058078" sldId="771"/>
        </pc:sldMkLst>
        <pc:spChg chg="mod">
          <ac:chgData name="Hasan Jamal" userId="6724a5da2ffd1b8f" providerId="LiveId" clId="{11CB3E86-BE7D-4F66-A2F5-6FBB7427C924}" dt="2024-10-14T07:38:47.404" v="4598" actId="6549"/>
          <ac:spMkLst>
            <pc:docMk/>
            <pc:sldMk cId="2745058078" sldId="771"/>
            <ac:spMk id="12" creationId="{11A72B9A-0674-378C-A581-D33B13F97BC6}"/>
          </ac:spMkLst>
        </pc:spChg>
      </pc:sldChg>
      <pc:sldChg chg="addSp modSp add mod ord">
        <pc:chgData name="Hasan Jamal" userId="6724a5da2ffd1b8f" providerId="LiveId" clId="{11CB3E86-BE7D-4F66-A2F5-6FBB7427C924}" dt="2024-10-15T04:17:52.659" v="6690"/>
        <pc:sldMkLst>
          <pc:docMk/>
          <pc:sldMk cId="1687372234" sldId="772"/>
        </pc:sldMkLst>
        <pc:spChg chg="mod">
          <ac:chgData name="Hasan Jamal" userId="6724a5da2ffd1b8f" providerId="LiveId" clId="{11CB3E86-BE7D-4F66-A2F5-6FBB7427C924}" dt="2024-10-15T04:10:54.451" v="6164" actId="255"/>
          <ac:spMkLst>
            <pc:docMk/>
            <pc:sldMk cId="1687372234" sldId="772"/>
            <ac:spMk id="12" creationId="{E844AFD4-32CC-F741-9E27-FD6364A20FC5}"/>
          </ac:spMkLst>
        </pc:spChg>
        <pc:spChg chg="mod">
          <ac:chgData name="Hasan Jamal" userId="6724a5da2ffd1b8f" providerId="LiveId" clId="{11CB3E86-BE7D-4F66-A2F5-6FBB7427C924}" dt="2024-10-15T04:06:05.315" v="5754"/>
          <ac:spMkLst>
            <pc:docMk/>
            <pc:sldMk cId="1687372234" sldId="772"/>
            <ac:spMk id="3074" creationId="{8D6DA7EF-9F85-6F20-DFC3-A082DED7FC1B}"/>
          </ac:spMkLst>
        </pc:spChg>
        <pc:picChg chg="add mod">
          <ac:chgData name="Hasan Jamal" userId="6724a5da2ffd1b8f" providerId="LiveId" clId="{11CB3E86-BE7D-4F66-A2F5-6FBB7427C924}" dt="2024-10-15T04:11:02.837" v="6185" actId="1035"/>
          <ac:picMkLst>
            <pc:docMk/>
            <pc:sldMk cId="1687372234" sldId="772"/>
            <ac:picMk id="4" creationId="{16097D15-8E46-C09D-E1A6-0A4908910035}"/>
          </ac:picMkLst>
        </pc:picChg>
      </pc:sldChg>
      <pc:sldChg chg="modSp add mod ord">
        <pc:chgData name="Hasan Jamal" userId="6724a5da2ffd1b8f" providerId="LiveId" clId="{11CB3E86-BE7D-4F66-A2F5-6FBB7427C924}" dt="2024-10-15T04:18:01.885" v="6692"/>
        <pc:sldMkLst>
          <pc:docMk/>
          <pc:sldMk cId="3911897175" sldId="773"/>
        </pc:sldMkLst>
        <pc:spChg chg="mod">
          <ac:chgData name="Hasan Jamal" userId="6724a5da2ffd1b8f" providerId="LiveId" clId="{11CB3E86-BE7D-4F66-A2F5-6FBB7427C924}" dt="2024-10-15T04:17:20.774" v="6686" actId="20577"/>
          <ac:spMkLst>
            <pc:docMk/>
            <pc:sldMk cId="3911897175" sldId="773"/>
            <ac:spMk id="12" creationId="{CABC23B9-6F22-EA6E-ADD9-AE4A4A777307}"/>
          </ac:spMkLst>
        </pc:spChg>
        <pc:spChg chg="mod">
          <ac:chgData name="Hasan Jamal" userId="6724a5da2ffd1b8f" providerId="LiveId" clId="{11CB3E86-BE7D-4F66-A2F5-6FBB7427C924}" dt="2024-10-15T04:13:34.415" v="6211" actId="20577"/>
          <ac:spMkLst>
            <pc:docMk/>
            <pc:sldMk cId="3911897175" sldId="773"/>
            <ac:spMk id="3074" creationId="{2FC76B37-CB50-27E8-0915-A78B1FF96E9E}"/>
          </ac:spMkLst>
        </pc:spChg>
      </pc:sldChg>
      <pc:sldChg chg="addSp delSp modSp add mod">
        <pc:chgData name="Hasan Jamal" userId="6724a5da2ffd1b8f" providerId="LiveId" clId="{11CB3E86-BE7D-4F66-A2F5-6FBB7427C924}" dt="2024-10-15T04:26:17.242" v="6718" actId="20577"/>
        <pc:sldMkLst>
          <pc:docMk/>
          <pc:sldMk cId="1378240526" sldId="774"/>
        </pc:sldMkLst>
        <pc:spChg chg="add del mod">
          <ac:chgData name="Hasan Jamal" userId="6724a5da2ffd1b8f" providerId="LiveId" clId="{11CB3E86-BE7D-4F66-A2F5-6FBB7427C924}" dt="2024-10-15T04:25:35.219" v="6696" actId="478"/>
          <ac:spMkLst>
            <pc:docMk/>
            <pc:sldMk cId="1378240526" sldId="774"/>
            <ac:spMk id="4" creationId="{A4943046-254D-FE2D-99B3-C03FE937627C}"/>
          </ac:spMkLst>
        </pc:spChg>
        <pc:spChg chg="mod">
          <ac:chgData name="Hasan Jamal" userId="6724a5da2ffd1b8f" providerId="LiveId" clId="{11CB3E86-BE7D-4F66-A2F5-6FBB7427C924}" dt="2024-10-15T04:26:17.242" v="6718" actId="20577"/>
          <ac:spMkLst>
            <pc:docMk/>
            <pc:sldMk cId="1378240526" sldId="774"/>
            <ac:spMk id="12" creationId="{935E8703-ECE5-6AA6-29CE-29F46BC1B2E4}"/>
          </ac:spMkLst>
        </pc:spChg>
        <pc:spChg chg="del">
          <ac:chgData name="Hasan Jamal" userId="6724a5da2ffd1b8f" providerId="LiveId" clId="{11CB3E86-BE7D-4F66-A2F5-6FBB7427C924}" dt="2024-10-15T04:25:32.141" v="6695" actId="478"/>
          <ac:spMkLst>
            <pc:docMk/>
            <pc:sldMk cId="1378240526" sldId="774"/>
            <ac:spMk id="3074" creationId="{6472FFEC-3E8F-8C76-02E1-A5837310072E}"/>
          </ac:spMkLst>
        </pc:spChg>
      </pc:sldChg>
      <pc:sldChg chg="modSp add mod">
        <pc:chgData name="Hasan Jamal" userId="6724a5da2ffd1b8f" providerId="LiveId" clId="{11CB3E86-BE7D-4F66-A2F5-6FBB7427C924}" dt="2024-10-15T04:28:31.619" v="6758" actId="14100"/>
        <pc:sldMkLst>
          <pc:docMk/>
          <pc:sldMk cId="645116250" sldId="775"/>
        </pc:sldMkLst>
        <pc:spChg chg="mod">
          <ac:chgData name="Hasan Jamal" userId="6724a5da2ffd1b8f" providerId="LiveId" clId="{11CB3E86-BE7D-4F66-A2F5-6FBB7427C924}" dt="2024-10-15T04:28:31.619" v="6758" actId="14100"/>
          <ac:spMkLst>
            <pc:docMk/>
            <pc:sldMk cId="645116250" sldId="775"/>
            <ac:spMk id="12" creationId="{612E525D-9786-1390-8C99-6C04EE486F98}"/>
          </ac:spMkLst>
        </pc:spChg>
        <pc:spChg chg="mod">
          <ac:chgData name="Hasan Jamal" userId="6724a5da2ffd1b8f" providerId="LiveId" clId="{11CB3E86-BE7D-4F66-A2F5-6FBB7427C924}" dt="2024-10-15T04:26:28.322" v="6737" actId="20577"/>
          <ac:spMkLst>
            <pc:docMk/>
            <pc:sldMk cId="645116250" sldId="775"/>
            <ac:spMk id="3074" creationId="{EC6492DD-CB37-10AB-56EC-0634F980473F}"/>
          </ac:spMkLst>
        </pc:spChg>
      </pc:sldChg>
      <pc:sldChg chg="modSp add mod">
        <pc:chgData name="Hasan Jamal" userId="6724a5da2ffd1b8f" providerId="LiveId" clId="{11CB3E86-BE7D-4F66-A2F5-6FBB7427C924}" dt="2024-10-15T04:30:09.226" v="6779" actId="20577"/>
        <pc:sldMkLst>
          <pc:docMk/>
          <pc:sldMk cId="4246138628" sldId="776"/>
        </pc:sldMkLst>
        <pc:spChg chg="mod">
          <ac:chgData name="Hasan Jamal" userId="6724a5da2ffd1b8f" providerId="LiveId" clId="{11CB3E86-BE7D-4F66-A2F5-6FBB7427C924}" dt="2024-10-15T04:30:09.226" v="6779" actId="20577"/>
          <ac:spMkLst>
            <pc:docMk/>
            <pc:sldMk cId="4246138628" sldId="776"/>
            <ac:spMk id="12" creationId="{AD917347-FDF4-1B8A-E3B9-F9C8204B72A2}"/>
          </ac:spMkLst>
        </pc:spChg>
        <pc:spChg chg="mod">
          <ac:chgData name="Hasan Jamal" userId="6724a5da2ffd1b8f" providerId="LiveId" clId="{11CB3E86-BE7D-4F66-A2F5-6FBB7427C924}" dt="2024-10-15T04:28:49.318" v="6761" actId="20577"/>
          <ac:spMkLst>
            <pc:docMk/>
            <pc:sldMk cId="4246138628" sldId="776"/>
            <ac:spMk id="3074" creationId="{3DB9140A-9013-EC4B-2C56-25A7261BC63C}"/>
          </ac:spMkLst>
        </pc:spChg>
      </pc:sldChg>
      <pc:sldChg chg="addSp delSp modSp add mod">
        <pc:chgData name="Hasan Jamal" userId="6724a5da2ffd1b8f" providerId="LiveId" clId="{11CB3E86-BE7D-4F66-A2F5-6FBB7427C924}" dt="2024-10-15T04:32:14.827" v="6818" actId="1076"/>
        <pc:sldMkLst>
          <pc:docMk/>
          <pc:sldMk cId="691721652" sldId="777"/>
        </pc:sldMkLst>
        <pc:spChg chg="del">
          <ac:chgData name="Hasan Jamal" userId="6724a5da2ffd1b8f" providerId="LiveId" clId="{11CB3E86-BE7D-4F66-A2F5-6FBB7427C924}" dt="2024-10-15T04:30:31.336" v="6787" actId="478"/>
          <ac:spMkLst>
            <pc:docMk/>
            <pc:sldMk cId="691721652" sldId="777"/>
            <ac:spMk id="12" creationId="{66A354F0-77D3-D8DC-1B2A-DFBCE9174BCC}"/>
          </ac:spMkLst>
        </pc:spChg>
        <pc:spChg chg="mod">
          <ac:chgData name="Hasan Jamal" userId="6724a5da2ffd1b8f" providerId="LiveId" clId="{11CB3E86-BE7D-4F66-A2F5-6FBB7427C924}" dt="2024-10-15T04:30:28.555" v="6786" actId="20577"/>
          <ac:spMkLst>
            <pc:docMk/>
            <pc:sldMk cId="691721652" sldId="777"/>
            <ac:spMk id="3074" creationId="{E99AD31D-4FD7-EFDE-ADDD-1024C851DCE1}"/>
          </ac:spMkLst>
        </pc:spChg>
        <pc:spChg chg="add mod">
          <ac:chgData name="Hasan Jamal" userId="6724a5da2ffd1b8f" providerId="LiveId" clId="{11CB3E86-BE7D-4F66-A2F5-6FBB7427C924}" dt="2024-10-15T04:32:07.499" v="6817" actId="1076"/>
          <ac:spMkLst>
            <pc:docMk/>
            <pc:sldMk cId="691721652" sldId="777"/>
            <ac:spMk id="65538" creationId="{B97D95DB-777A-482C-BA27-4C2D3C6CA8AF}"/>
          </ac:spMkLst>
        </pc:spChg>
        <pc:spChg chg="add mod">
          <ac:chgData name="Hasan Jamal" userId="6724a5da2ffd1b8f" providerId="LiveId" clId="{11CB3E86-BE7D-4F66-A2F5-6FBB7427C924}" dt="2024-10-15T04:32:14.827" v="6818" actId="1076"/>
          <ac:spMkLst>
            <pc:docMk/>
            <pc:sldMk cId="691721652" sldId="777"/>
            <ac:spMk id="67586" creationId="{DE0BE125-B65D-4233-99FB-D540D5E26A70}"/>
          </ac:spMkLst>
        </pc:spChg>
      </pc:sldChg>
      <pc:sldChg chg="modSp add mod">
        <pc:chgData name="Hasan Jamal" userId="6724a5da2ffd1b8f" providerId="LiveId" clId="{11CB3E86-BE7D-4F66-A2F5-6FBB7427C924}" dt="2024-10-15T04:34:56.353" v="6861" actId="6549"/>
        <pc:sldMkLst>
          <pc:docMk/>
          <pc:sldMk cId="1906655242" sldId="778"/>
        </pc:sldMkLst>
        <pc:spChg chg="mod">
          <ac:chgData name="Hasan Jamal" userId="6724a5da2ffd1b8f" providerId="LiveId" clId="{11CB3E86-BE7D-4F66-A2F5-6FBB7427C924}" dt="2024-10-15T04:34:56.353" v="6861" actId="6549"/>
          <ac:spMkLst>
            <pc:docMk/>
            <pc:sldMk cId="1906655242" sldId="778"/>
            <ac:spMk id="12" creationId="{447D15D0-A37F-A2B3-ACDD-1C446244C559}"/>
          </ac:spMkLst>
        </pc:spChg>
        <pc:spChg chg="mod">
          <ac:chgData name="Hasan Jamal" userId="6724a5da2ffd1b8f" providerId="LiveId" clId="{11CB3E86-BE7D-4F66-A2F5-6FBB7427C924}" dt="2024-10-15T04:32:58.782" v="6843" actId="20577"/>
          <ac:spMkLst>
            <pc:docMk/>
            <pc:sldMk cId="1906655242" sldId="778"/>
            <ac:spMk id="3074" creationId="{0BC7027E-C484-5F23-1E1B-1C2F454A9334}"/>
          </ac:spMkLst>
        </pc:spChg>
      </pc:sldChg>
      <pc:sldChg chg="addSp delSp modSp add mod">
        <pc:chgData name="Hasan Jamal" userId="6724a5da2ffd1b8f" providerId="LiveId" clId="{11CB3E86-BE7D-4F66-A2F5-6FBB7427C924}" dt="2024-10-15T04:38:02.270" v="6950" actId="1037"/>
        <pc:sldMkLst>
          <pc:docMk/>
          <pc:sldMk cId="2127213877" sldId="779"/>
        </pc:sldMkLst>
        <pc:spChg chg="del">
          <ac:chgData name="Hasan Jamal" userId="6724a5da2ffd1b8f" providerId="LiveId" clId="{11CB3E86-BE7D-4F66-A2F5-6FBB7427C924}" dt="2024-10-15T04:35:18.891" v="6867" actId="478"/>
          <ac:spMkLst>
            <pc:docMk/>
            <pc:sldMk cId="2127213877" sldId="779"/>
            <ac:spMk id="12" creationId="{AED0D02A-5BC6-35AC-3EFB-13671A2D7863}"/>
          </ac:spMkLst>
        </pc:spChg>
        <pc:spChg chg="mod">
          <ac:chgData name="Hasan Jamal" userId="6724a5da2ffd1b8f" providerId="LiveId" clId="{11CB3E86-BE7D-4F66-A2F5-6FBB7427C924}" dt="2024-10-15T04:35:16.414" v="6866" actId="20577"/>
          <ac:spMkLst>
            <pc:docMk/>
            <pc:sldMk cId="2127213877" sldId="779"/>
            <ac:spMk id="3074" creationId="{358A6DF8-8115-727B-44E1-E6612637CBA3}"/>
          </ac:spMkLst>
        </pc:spChg>
        <pc:spChg chg="add mod">
          <ac:chgData name="Hasan Jamal" userId="6724a5da2ffd1b8f" providerId="LiveId" clId="{11CB3E86-BE7D-4F66-A2F5-6FBB7427C924}" dt="2024-10-15T04:38:02.270" v="6950" actId="1037"/>
          <ac:spMkLst>
            <pc:docMk/>
            <pc:sldMk cId="2127213877" sldId="779"/>
            <ac:spMk id="104450" creationId="{9965A94C-BC3D-4A28-8EC9-9D5F7E2964D7}"/>
          </ac:spMkLst>
        </pc:spChg>
        <pc:spChg chg="add mod">
          <ac:chgData name="Hasan Jamal" userId="6724a5da2ffd1b8f" providerId="LiveId" clId="{11CB3E86-BE7D-4F66-A2F5-6FBB7427C924}" dt="2024-10-15T04:37:55.568" v="6941" actId="1035"/>
          <ac:spMkLst>
            <pc:docMk/>
            <pc:sldMk cId="2127213877" sldId="779"/>
            <ac:spMk id="106498" creationId="{2E06EF5B-FE80-44B3-BB02-57C4BE650B77}"/>
          </ac:spMkLst>
        </pc:spChg>
      </pc:sldChg>
      <pc:sldChg chg="addSp modSp add mod">
        <pc:chgData name="Hasan Jamal" userId="6724a5da2ffd1b8f" providerId="LiveId" clId="{11CB3E86-BE7D-4F66-A2F5-6FBB7427C924}" dt="2024-10-15T04:39:54.785" v="6966" actId="1076"/>
        <pc:sldMkLst>
          <pc:docMk/>
          <pc:sldMk cId="24471386" sldId="780"/>
        </pc:sldMkLst>
        <pc:spChg chg="mod">
          <ac:chgData name="Hasan Jamal" userId="6724a5da2ffd1b8f" providerId="LiveId" clId="{11CB3E86-BE7D-4F66-A2F5-6FBB7427C924}" dt="2024-10-15T04:39:47.693" v="6964" actId="14100"/>
          <ac:spMkLst>
            <pc:docMk/>
            <pc:sldMk cId="24471386" sldId="780"/>
            <ac:spMk id="12" creationId="{D3251E00-3AFE-26A2-AE37-2898CD0CC78D}"/>
          </ac:spMkLst>
        </pc:spChg>
        <pc:spChg chg="mod">
          <ac:chgData name="Hasan Jamal" userId="6724a5da2ffd1b8f" providerId="LiveId" clId="{11CB3E86-BE7D-4F66-A2F5-6FBB7427C924}" dt="2024-10-15T04:38:42.737" v="6952"/>
          <ac:spMkLst>
            <pc:docMk/>
            <pc:sldMk cId="24471386" sldId="780"/>
            <ac:spMk id="3074" creationId="{E4A359F5-EA2A-E6D2-4B0B-78B2B432FA73}"/>
          </ac:spMkLst>
        </pc:spChg>
        <pc:spChg chg="add mod">
          <ac:chgData name="Hasan Jamal" userId="6724a5da2ffd1b8f" providerId="LiveId" clId="{11CB3E86-BE7D-4F66-A2F5-6FBB7427C924}" dt="2024-10-15T04:39:30.253" v="6960"/>
          <ac:spMkLst>
            <pc:docMk/>
            <pc:sldMk cId="24471386" sldId="780"/>
            <ac:spMk id="76802" creationId="{A98C968A-AF4F-450D-BAED-792FA6118868}"/>
          </ac:spMkLst>
        </pc:spChg>
        <pc:picChg chg="add mod">
          <ac:chgData name="Hasan Jamal" userId="6724a5da2ffd1b8f" providerId="LiveId" clId="{11CB3E86-BE7D-4F66-A2F5-6FBB7427C924}" dt="2024-10-15T04:39:54.785" v="6966" actId="1076"/>
          <ac:picMkLst>
            <pc:docMk/>
            <pc:sldMk cId="24471386" sldId="780"/>
            <ac:picMk id="2" creationId="{DF01EFD5-3757-4F74-AA03-D72BD6418113}"/>
          </ac:picMkLst>
        </pc:picChg>
        <pc:picChg chg="add mod">
          <ac:chgData name="Hasan Jamal" userId="6724a5da2ffd1b8f" providerId="LiveId" clId="{11CB3E86-BE7D-4F66-A2F5-6FBB7427C924}" dt="2024-10-15T04:39:30.253" v="6960"/>
          <ac:picMkLst>
            <pc:docMk/>
            <pc:sldMk cId="24471386" sldId="780"/>
            <ac:picMk id="76803" creationId="{DF01EFD5-3757-4F74-AA03-D72BD6418113}"/>
          </ac:picMkLst>
        </pc:picChg>
      </pc:sldChg>
      <pc:sldChg chg="addSp delSp modSp add mod">
        <pc:chgData name="Hasan Jamal" userId="6724a5da2ffd1b8f" providerId="LiveId" clId="{11CB3E86-BE7D-4F66-A2F5-6FBB7427C924}" dt="2024-10-15T04:41:27.703" v="6987" actId="1036"/>
        <pc:sldMkLst>
          <pc:docMk/>
          <pc:sldMk cId="2308921762" sldId="781"/>
        </pc:sldMkLst>
        <pc:spChg chg="mod">
          <ac:chgData name="Hasan Jamal" userId="6724a5da2ffd1b8f" providerId="LiveId" clId="{11CB3E86-BE7D-4F66-A2F5-6FBB7427C924}" dt="2024-10-15T04:41:16.720" v="6980" actId="14100"/>
          <ac:spMkLst>
            <pc:docMk/>
            <pc:sldMk cId="2308921762" sldId="781"/>
            <ac:spMk id="12" creationId="{94863DE1-44B6-5BAD-1AA7-8F11E5C78164}"/>
          </ac:spMkLst>
        </pc:spChg>
        <pc:picChg chg="del">
          <ac:chgData name="Hasan Jamal" userId="6724a5da2ffd1b8f" providerId="LiveId" clId="{11CB3E86-BE7D-4F66-A2F5-6FBB7427C924}" dt="2024-10-15T04:41:02.369" v="6977" actId="478"/>
          <ac:picMkLst>
            <pc:docMk/>
            <pc:sldMk cId="2308921762" sldId="781"/>
            <ac:picMk id="2" creationId="{47894340-427C-89FA-240A-95FA8828714C}"/>
          </ac:picMkLst>
        </pc:picChg>
        <pc:picChg chg="add mod">
          <ac:chgData name="Hasan Jamal" userId="6724a5da2ffd1b8f" providerId="LiveId" clId="{11CB3E86-BE7D-4F66-A2F5-6FBB7427C924}" dt="2024-10-15T04:41:27.703" v="6987" actId="1036"/>
          <ac:picMkLst>
            <pc:docMk/>
            <pc:sldMk cId="2308921762" sldId="781"/>
            <ac:picMk id="77827" creationId="{CDFC70F4-8A1C-480B-820D-DE1F116FFD4D}"/>
          </ac:picMkLst>
        </pc:picChg>
      </pc:sldChg>
    </pc:docChg>
  </pc:docChgLst>
  <pc:docChgLst>
    <pc:chgData name="Hasan Jamal" userId="6724a5da2ffd1b8f" providerId="LiveId" clId="{0C177C6E-E5F3-4BD7-A9C3-3F2F65AA2CAB}"/>
    <pc:docChg chg="undo redo custSel addSld delSld modSld sldOrd">
      <pc:chgData name="Hasan Jamal" userId="6724a5da2ffd1b8f" providerId="LiveId" clId="{0C177C6E-E5F3-4BD7-A9C3-3F2F65AA2CAB}" dt="2024-11-14T10:50:55.514" v="13390"/>
      <pc:docMkLst>
        <pc:docMk/>
      </pc:docMkLst>
      <pc:sldChg chg="del">
        <pc:chgData name="Hasan Jamal" userId="6724a5da2ffd1b8f" providerId="LiveId" clId="{0C177C6E-E5F3-4BD7-A9C3-3F2F65AA2CAB}" dt="2024-10-21T05:58:44.746" v="7074" actId="47"/>
        <pc:sldMkLst>
          <pc:docMk/>
          <pc:sldMk cId="3038414083" sldId="633"/>
        </pc:sldMkLst>
      </pc:sldChg>
      <pc:sldChg chg="addSp modSp mod">
        <pc:chgData name="Hasan Jamal" userId="6724a5da2ffd1b8f" providerId="LiveId" clId="{0C177C6E-E5F3-4BD7-A9C3-3F2F65AA2CAB}" dt="2024-10-21T12:52:06.091" v="11231" actId="6549"/>
        <pc:sldMkLst>
          <pc:docMk/>
          <pc:sldMk cId="728946806" sldId="665"/>
        </pc:sldMkLst>
        <pc:spChg chg="add mod">
          <ac:chgData name="Hasan Jamal" userId="6724a5da2ffd1b8f" providerId="LiveId" clId="{0C177C6E-E5F3-4BD7-A9C3-3F2F65AA2CAB}" dt="2024-10-21T12:52:06.091" v="11231" actId="6549"/>
          <ac:spMkLst>
            <pc:docMk/>
            <pc:sldMk cId="728946806" sldId="665"/>
            <ac:spMk id="2" creationId="{435D4243-23AB-B0DB-E5F0-53389CB5704C}"/>
          </ac:spMkLst>
        </pc:spChg>
        <pc:spChg chg="mod">
          <ac:chgData name="Hasan Jamal" userId="6724a5da2ffd1b8f" providerId="LiveId" clId="{0C177C6E-E5F3-4BD7-A9C3-3F2F65AA2CAB}" dt="2024-10-21T12:49:14.591" v="11171" actId="255"/>
          <ac:spMkLst>
            <pc:docMk/>
            <pc:sldMk cId="728946806" sldId="665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1T12:44:50.191" v="11055" actId="20577"/>
          <ac:spMkLst>
            <pc:docMk/>
            <pc:sldMk cId="728946806" sldId="665"/>
            <ac:spMk id="3074" creationId="{00000000-0000-0000-0000-000000000000}"/>
          </ac:spMkLst>
        </pc:spChg>
      </pc:sldChg>
      <pc:sldChg chg="del ord">
        <pc:chgData name="Hasan Jamal" userId="6724a5da2ffd1b8f" providerId="LiveId" clId="{0C177C6E-E5F3-4BD7-A9C3-3F2F65AA2CAB}" dt="2024-10-21T13:01:21.410" v="11241" actId="2696"/>
        <pc:sldMkLst>
          <pc:docMk/>
          <pc:sldMk cId="223256564" sldId="679"/>
        </pc:sldMkLst>
      </pc:sldChg>
      <pc:sldChg chg="addSp delSp modSp mod">
        <pc:chgData name="Hasan Jamal" userId="6724a5da2ffd1b8f" providerId="LiveId" clId="{0C177C6E-E5F3-4BD7-A9C3-3F2F65AA2CAB}" dt="2024-10-21T05:44:01.153" v="6846" actId="20577"/>
        <pc:sldMkLst>
          <pc:docMk/>
          <pc:sldMk cId="2875525734" sldId="687"/>
        </pc:sldMkLst>
        <pc:spChg chg="add mod">
          <ac:chgData name="Hasan Jamal" userId="6724a5da2ffd1b8f" providerId="LiveId" clId="{0C177C6E-E5F3-4BD7-A9C3-3F2F65AA2CAB}" dt="2024-10-21T05:44:01.153" v="6846" actId="20577"/>
          <ac:spMkLst>
            <pc:docMk/>
            <pc:sldMk cId="2875525734" sldId="687"/>
            <ac:spMk id="4" creationId="{C69BE06D-A220-AA0B-AC32-235D90D3A7FE}"/>
          </ac:spMkLst>
        </pc:spChg>
        <pc:spChg chg="mod">
          <ac:chgData name="Hasan Jamal" userId="6724a5da2ffd1b8f" providerId="LiveId" clId="{0C177C6E-E5F3-4BD7-A9C3-3F2F65AA2CAB}" dt="2024-10-21T04:47:24.123" v="5367" actId="21"/>
          <ac:spMkLst>
            <pc:docMk/>
            <pc:sldMk cId="2875525734" sldId="687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1T04:50:52.037" v="5416" actId="20577"/>
          <ac:spMkLst>
            <pc:docMk/>
            <pc:sldMk cId="2875525734" sldId="687"/>
            <ac:spMk id="3074" creationId="{00000000-0000-0000-0000-000000000000}"/>
          </ac:spMkLst>
        </pc:spChg>
        <pc:graphicFrameChg chg="del">
          <ac:chgData name="Hasan Jamal" userId="6724a5da2ffd1b8f" providerId="LiveId" clId="{0C177C6E-E5F3-4BD7-A9C3-3F2F65AA2CAB}" dt="2024-10-21T04:49:18.414" v="5402" actId="21"/>
          <ac:graphicFrameMkLst>
            <pc:docMk/>
            <pc:sldMk cId="2875525734" sldId="687"/>
            <ac:graphicFrameMk id="2" creationId="{CE2AFFC6-7616-0313-6E71-348D29B74948}"/>
          </ac:graphicFrameMkLst>
        </pc:graphicFrameChg>
      </pc:sldChg>
      <pc:sldChg chg="modSp mod">
        <pc:chgData name="Hasan Jamal" userId="6724a5da2ffd1b8f" providerId="LiveId" clId="{0C177C6E-E5F3-4BD7-A9C3-3F2F65AA2CAB}" dt="2024-10-21T05:01:07.756" v="5704" actId="6549"/>
        <pc:sldMkLst>
          <pc:docMk/>
          <pc:sldMk cId="1292484748" sldId="688"/>
        </pc:sldMkLst>
        <pc:spChg chg="mod">
          <ac:chgData name="Hasan Jamal" userId="6724a5da2ffd1b8f" providerId="LiveId" clId="{0C177C6E-E5F3-4BD7-A9C3-3F2F65AA2CAB}" dt="2024-10-21T05:01:07.756" v="5704" actId="6549"/>
          <ac:spMkLst>
            <pc:docMk/>
            <pc:sldMk cId="1292484748" sldId="688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1T04:54:39.275" v="5577" actId="20577"/>
          <ac:spMkLst>
            <pc:docMk/>
            <pc:sldMk cId="1292484748" sldId="688"/>
            <ac:spMk id="3074" creationId="{00000000-0000-0000-0000-000000000000}"/>
          </ac:spMkLst>
        </pc:spChg>
      </pc:sldChg>
      <pc:sldChg chg="del">
        <pc:chgData name="Hasan Jamal" userId="6724a5da2ffd1b8f" providerId="LiveId" clId="{0C177C6E-E5F3-4BD7-A9C3-3F2F65AA2CAB}" dt="2024-10-21T13:01:21.410" v="11241" actId="2696"/>
        <pc:sldMkLst>
          <pc:docMk/>
          <pc:sldMk cId="219062299" sldId="690"/>
        </pc:sldMkLst>
      </pc:sldChg>
      <pc:sldChg chg="del">
        <pc:chgData name="Hasan Jamal" userId="6724a5da2ffd1b8f" providerId="LiveId" clId="{0C177C6E-E5F3-4BD7-A9C3-3F2F65AA2CAB}" dt="2024-10-21T13:01:21.410" v="11241" actId="2696"/>
        <pc:sldMkLst>
          <pc:docMk/>
          <pc:sldMk cId="2201822341" sldId="695"/>
        </pc:sldMkLst>
      </pc:sldChg>
      <pc:sldChg chg="modSp modAnim">
        <pc:chgData name="Hasan Jamal" userId="6724a5da2ffd1b8f" providerId="LiveId" clId="{0C177C6E-E5F3-4BD7-A9C3-3F2F65AA2CAB}" dt="2024-10-17T13:20:00.757" v="138" actId="20577"/>
        <pc:sldMkLst>
          <pc:docMk/>
          <pc:sldMk cId="98211189" sldId="723"/>
        </pc:sldMkLst>
        <pc:spChg chg="mod">
          <ac:chgData name="Hasan Jamal" userId="6724a5da2ffd1b8f" providerId="LiveId" clId="{0C177C6E-E5F3-4BD7-A9C3-3F2F65AA2CAB}" dt="2024-10-17T13:20:00.757" v="138" actId="20577"/>
          <ac:spMkLst>
            <pc:docMk/>
            <pc:sldMk cId="98211189" sldId="723"/>
            <ac:spMk id="12" creationId="{A773B303-CEA4-39FE-8190-A77ECCC638B8}"/>
          </ac:spMkLst>
        </pc:spChg>
      </pc:sldChg>
      <pc:sldChg chg="modAnim">
        <pc:chgData name="Hasan Jamal" userId="6724a5da2ffd1b8f" providerId="LiveId" clId="{0C177C6E-E5F3-4BD7-A9C3-3F2F65AA2CAB}" dt="2024-10-22T05:11:52.882" v="12029"/>
        <pc:sldMkLst>
          <pc:docMk/>
          <pc:sldMk cId="1102760886" sldId="726"/>
        </pc:sldMkLst>
      </pc:sldChg>
      <pc:sldChg chg="modSp mod modAnim">
        <pc:chgData name="Hasan Jamal" userId="6724a5da2ffd1b8f" providerId="LiveId" clId="{0C177C6E-E5F3-4BD7-A9C3-3F2F65AA2CAB}" dt="2024-10-22T06:56:47.458" v="12035" actId="6549"/>
        <pc:sldMkLst>
          <pc:docMk/>
          <pc:sldMk cId="3325734656" sldId="729"/>
        </pc:sldMkLst>
        <pc:spChg chg="mod">
          <ac:chgData name="Hasan Jamal" userId="6724a5da2ffd1b8f" providerId="LiveId" clId="{0C177C6E-E5F3-4BD7-A9C3-3F2F65AA2CAB}" dt="2024-10-22T06:56:47.458" v="12035" actId="6549"/>
          <ac:spMkLst>
            <pc:docMk/>
            <pc:sldMk cId="3325734656" sldId="729"/>
            <ac:spMk id="12" creationId="{A773B303-CEA4-39FE-8190-A77ECCC638B8}"/>
          </ac:spMkLst>
        </pc:spChg>
      </pc:sldChg>
      <pc:sldChg chg="del">
        <pc:chgData name="Hasan Jamal" userId="6724a5da2ffd1b8f" providerId="LiveId" clId="{0C177C6E-E5F3-4BD7-A9C3-3F2F65AA2CAB}" dt="2024-10-21T13:01:21.410" v="11241" actId="2696"/>
        <pc:sldMkLst>
          <pc:docMk/>
          <pc:sldMk cId="1650502878" sldId="730"/>
        </pc:sldMkLst>
      </pc:sldChg>
      <pc:sldChg chg="del">
        <pc:chgData name="Hasan Jamal" userId="6724a5da2ffd1b8f" providerId="LiveId" clId="{0C177C6E-E5F3-4BD7-A9C3-3F2F65AA2CAB}" dt="2024-10-21T05:58:40.442" v="7073" actId="47"/>
        <pc:sldMkLst>
          <pc:docMk/>
          <pc:sldMk cId="2766406494" sldId="732"/>
        </pc:sldMkLst>
      </pc:sldChg>
      <pc:sldChg chg="addSp delSp modSp del mod modAnim">
        <pc:chgData name="Hasan Jamal" userId="6724a5da2ffd1b8f" providerId="LiveId" clId="{0C177C6E-E5F3-4BD7-A9C3-3F2F65AA2CAB}" dt="2024-10-22T04:39:29.211" v="11999" actId="47"/>
        <pc:sldMkLst>
          <pc:docMk/>
          <pc:sldMk cId="2200015123" sldId="751"/>
        </pc:sldMkLst>
        <pc:spChg chg="mod">
          <ac:chgData name="Hasan Jamal" userId="6724a5da2ffd1b8f" providerId="LiveId" clId="{0C177C6E-E5F3-4BD7-A9C3-3F2F65AA2CAB}" dt="2024-10-22T04:38:36.874" v="11989" actId="21"/>
          <ac:spMkLst>
            <pc:docMk/>
            <pc:sldMk cId="2200015123" sldId="751"/>
            <ac:spMk id="12" creationId="{A773B303-CEA4-39FE-8190-A77ECCC638B8}"/>
          </ac:spMkLst>
        </pc:spChg>
        <pc:spChg chg="mod">
          <ac:chgData name="Hasan Jamal" userId="6724a5da2ffd1b8f" providerId="LiveId" clId="{0C177C6E-E5F3-4BD7-A9C3-3F2F65AA2CAB}" dt="2024-10-22T04:39:19.786" v="11997" actId="21"/>
          <ac:spMkLst>
            <pc:docMk/>
            <pc:sldMk cId="2200015123" sldId="751"/>
            <ac:spMk id="3074" creationId="{00000000-0000-0000-0000-000000000000}"/>
          </ac:spMkLst>
        </pc:spChg>
        <pc:picChg chg="add del mod">
          <ac:chgData name="Hasan Jamal" userId="6724a5da2ffd1b8f" providerId="LiveId" clId="{0C177C6E-E5F3-4BD7-A9C3-3F2F65AA2CAB}" dt="2024-10-22T04:38:52.817" v="11992" actId="21"/>
          <ac:picMkLst>
            <pc:docMk/>
            <pc:sldMk cId="2200015123" sldId="751"/>
            <ac:picMk id="6" creationId="{76521A0C-7DF5-886F-0A19-27F7E49AE47E}"/>
          </ac:picMkLst>
        </pc:picChg>
      </pc:sldChg>
      <pc:sldChg chg="modSp ord modAnim">
        <pc:chgData name="Hasan Jamal" userId="6724a5da2ffd1b8f" providerId="LiveId" clId="{0C177C6E-E5F3-4BD7-A9C3-3F2F65AA2CAB}" dt="2024-11-14T10:50:55.514" v="13390"/>
        <pc:sldMkLst>
          <pc:docMk/>
          <pc:sldMk cId="612253287" sldId="782"/>
        </pc:sldMkLst>
        <pc:spChg chg="mod">
          <ac:chgData name="Hasan Jamal" userId="6724a5da2ffd1b8f" providerId="LiveId" clId="{0C177C6E-E5F3-4BD7-A9C3-3F2F65AA2CAB}" dt="2024-10-21T12:54:10.983" v="11232" actId="33524"/>
          <ac:spMkLst>
            <pc:docMk/>
            <pc:sldMk cId="612253287" sldId="782"/>
            <ac:spMk id="12" creationId="{40340007-372F-C7D4-3056-56D5EBF0DE43}"/>
          </ac:spMkLst>
        </pc:spChg>
      </pc:sldChg>
      <pc:sldChg chg="delSp modSp del mod">
        <pc:chgData name="Hasan Jamal" userId="6724a5da2ffd1b8f" providerId="LiveId" clId="{0C177C6E-E5F3-4BD7-A9C3-3F2F65AA2CAB}" dt="2024-10-20T14:48:12.273" v="907" actId="47"/>
        <pc:sldMkLst>
          <pc:docMk/>
          <pc:sldMk cId="4152514301" sldId="786"/>
        </pc:sldMkLst>
        <pc:spChg chg="mod">
          <ac:chgData name="Hasan Jamal" userId="6724a5da2ffd1b8f" providerId="LiveId" clId="{0C177C6E-E5F3-4BD7-A9C3-3F2F65AA2CAB}" dt="2024-10-20T14:45:15.904" v="873" actId="21"/>
          <ac:spMkLst>
            <pc:docMk/>
            <pc:sldMk cId="4152514301" sldId="786"/>
            <ac:spMk id="12" creationId="{CAE9669F-A601-53A3-AB75-73C397A31EF9}"/>
          </ac:spMkLst>
        </pc:spChg>
        <pc:graphicFrameChg chg="del">
          <ac:chgData name="Hasan Jamal" userId="6724a5da2ffd1b8f" providerId="LiveId" clId="{0C177C6E-E5F3-4BD7-A9C3-3F2F65AA2CAB}" dt="2024-10-20T14:45:12.420" v="872" actId="478"/>
          <ac:graphicFrameMkLst>
            <pc:docMk/>
            <pc:sldMk cId="4152514301" sldId="786"/>
            <ac:graphicFrameMk id="2" creationId="{03F43AB8-8297-453A-04F9-2A56A6322FAE}"/>
          </ac:graphicFrameMkLst>
        </pc:graphicFrameChg>
      </pc:sldChg>
      <pc:sldChg chg="delSp modSp mod">
        <pc:chgData name="Hasan Jamal" userId="6724a5da2ffd1b8f" providerId="LiveId" clId="{0C177C6E-E5F3-4BD7-A9C3-3F2F65AA2CAB}" dt="2024-10-21T05:45:01.607" v="6859" actId="20577"/>
        <pc:sldMkLst>
          <pc:docMk/>
          <pc:sldMk cId="3638753230" sldId="787"/>
        </pc:sldMkLst>
        <pc:spChg chg="mod">
          <ac:chgData name="Hasan Jamal" userId="6724a5da2ffd1b8f" providerId="LiveId" clId="{0C177C6E-E5F3-4BD7-A9C3-3F2F65AA2CAB}" dt="2024-10-21T05:45:01.607" v="6859" actId="20577"/>
          <ac:spMkLst>
            <pc:docMk/>
            <pc:sldMk cId="3638753230" sldId="787"/>
            <ac:spMk id="12" creationId="{B7CAE453-E4EB-BAA8-087A-AFB19AE4B98C}"/>
          </ac:spMkLst>
        </pc:spChg>
        <pc:spChg chg="mod">
          <ac:chgData name="Hasan Jamal" userId="6724a5da2ffd1b8f" providerId="LiveId" clId="{0C177C6E-E5F3-4BD7-A9C3-3F2F65AA2CAB}" dt="2024-10-21T05:23:56.290" v="6207" actId="20577"/>
          <ac:spMkLst>
            <pc:docMk/>
            <pc:sldMk cId="3638753230" sldId="787"/>
            <ac:spMk id="3074" creationId="{F453EDA6-2CB9-4130-4661-1DC9DECFE661}"/>
          </ac:spMkLst>
        </pc:spChg>
        <pc:graphicFrameChg chg="del">
          <ac:chgData name="Hasan Jamal" userId="6724a5da2ffd1b8f" providerId="LiveId" clId="{0C177C6E-E5F3-4BD7-A9C3-3F2F65AA2CAB}" dt="2024-10-21T05:25:00.693" v="6209" actId="478"/>
          <ac:graphicFrameMkLst>
            <pc:docMk/>
            <pc:sldMk cId="3638753230" sldId="787"/>
            <ac:graphicFrameMk id="2" creationId="{D3CABE39-EAB7-744C-A204-62C9BE5EA105}"/>
          </ac:graphicFrameMkLst>
        </pc:graphicFrameChg>
      </pc:sldChg>
      <pc:sldChg chg="modSp del mod">
        <pc:chgData name="Hasan Jamal" userId="6724a5da2ffd1b8f" providerId="LiveId" clId="{0C177C6E-E5F3-4BD7-A9C3-3F2F65AA2CAB}" dt="2024-10-21T05:52:22.837" v="6971" actId="47"/>
        <pc:sldMkLst>
          <pc:docMk/>
          <pc:sldMk cId="4204198911" sldId="788"/>
        </pc:sldMkLst>
        <pc:spChg chg="mod">
          <ac:chgData name="Hasan Jamal" userId="6724a5da2ffd1b8f" providerId="LiveId" clId="{0C177C6E-E5F3-4BD7-A9C3-3F2F65AA2CAB}" dt="2024-10-21T05:52:01.401" v="6963" actId="21"/>
          <ac:spMkLst>
            <pc:docMk/>
            <pc:sldMk cId="4204198911" sldId="788"/>
            <ac:spMk id="12" creationId="{947600FA-ACC1-14D5-8850-781C92F32AFE}"/>
          </ac:spMkLst>
        </pc:spChg>
      </pc:sldChg>
      <pc:sldChg chg="modSp mod modAnim">
        <pc:chgData name="Hasan Jamal" userId="6724a5da2ffd1b8f" providerId="LiveId" clId="{0C177C6E-E5F3-4BD7-A9C3-3F2F65AA2CAB}" dt="2024-10-25T17:52:41.449" v="13387" actId="20577"/>
        <pc:sldMkLst>
          <pc:docMk/>
          <pc:sldMk cId="953277210" sldId="789"/>
        </pc:sldMkLst>
        <pc:spChg chg="mod">
          <ac:chgData name="Hasan Jamal" userId="6724a5da2ffd1b8f" providerId="LiveId" clId="{0C177C6E-E5F3-4BD7-A9C3-3F2F65AA2CAB}" dt="2024-10-25T17:52:41.449" v="13387" actId="20577"/>
          <ac:spMkLst>
            <pc:docMk/>
            <pc:sldMk cId="953277210" sldId="789"/>
            <ac:spMk id="6" creationId="{00000000-0000-0000-0000-000000000000}"/>
          </ac:spMkLst>
        </pc:spChg>
        <pc:spChg chg="mod">
          <ac:chgData name="Hasan Jamal" userId="6724a5da2ffd1b8f" providerId="LiveId" clId="{0C177C6E-E5F3-4BD7-A9C3-3F2F65AA2CAB}" dt="2024-10-21T05:56:26.625" v="7061" actId="1076"/>
          <ac:spMkLst>
            <pc:docMk/>
            <pc:sldMk cId="953277210" sldId="789"/>
            <ac:spMk id="8" creationId="{00000000-0000-0000-0000-000000000000}"/>
          </ac:spMkLst>
        </pc:spChg>
        <pc:spChg chg="mod">
          <ac:chgData name="Hasan Jamal" userId="6724a5da2ffd1b8f" providerId="LiveId" clId="{0C177C6E-E5F3-4BD7-A9C3-3F2F65AA2CAB}" dt="2024-10-21T05:56:20.009" v="7060" actId="255"/>
          <ac:spMkLst>
            <pc:docMk/>
            <pc:sldMk cId="953277210" sldId="789"/>
            <ac:spMk id="12" creationId="{4F44D2A7-DEEA-1DD8-70E0-DF45EF8E19D6}"/>
          </ac:spMkLst>
        </pc:spChg>
        <pc:spChg chg="mod">
          <ac:chgData name="Hasan Jamal" userId="6724a5da2ffd1b8f" providerId="LiveId" clId="{0C177C6E-E5F3-4BD7-A9C3-3F2F65AA2CAB}" dt="2024-10-21T05:52:39.833" v="6984" actId="20577"/>
          <ac:spMkLst>
            <pc:docMk/>
            <pc:sldMk cId="953277210" sldId="789"/>
            <ac:spMk id="3074" creationId="{3D54CF2C-632C-D02B-54ED-018AD56595ED}"/>
          </ac:spMkLst>
        </pc:spChg>
        <pc:grpChg chg="mod">
          <ac:chgData name="Hasan Jamal" userId="6724a5da2ffd1b8f" providerId="LiveId" clId="{0C177C6E-E5F3-4BD7-A9C3-3F2F65AA2CAB}" dt="2024-10-21T05:56:26.625" v="7061" actId="1076"/>
          <ac:grpSpMkLst>
            <pc:docMk/>
            <pc:sldMk cId="953277210" sldId="789"/>
            <ac:grpSpMk id="9" creationId="{00000000-0000-0000-0000-000000000000}"/>
          </ac:grpSpMkLst>
        </pc:grpChg>
      </pc:sldChg>
      <pc:sldChg chg="modSp mod">
        <pc:chgData name="Hasan Jamal" userId="6724a5da2ffd1b8f" providerId="LiveId" clId="{0C177C6E-E5F3-4BD7-A9C3-3F2F65AA2CAB}" dt="2024-10-21T05:57:14.322" v="7072" actId="20577"/>
        <pc:sldMkLst>
          <pc:docMk/>
          <pc:sldMk cId="2783443465" sldId="790"/>
        </pc:sldMkLst>
        <pc:spChg chg="mod">
          <ac:chgData name="Hasan Jamal" userId="6724a5da2ffd1b8f" providerId="LiveId" clId="{0C177C6E-E5F3-4BD7-A9C3-3F2F65AA2CAB}" dt="2024-10-21T05:57:14.322" v="7072" actId="20577"/>
          <ac:spMkLst>
            <pc:docMk/>
            <pc:sldMk cId="2783443465" sldId="790"/>
            <ac:spMk id="3074" creationId="{11B9D5DB-18B2-EE4F-D41B-218F0A55A263}"/>
          </ac:spMkLst>
        </pc:spChg>
      </pc:sldChg>
      <pc:sldChg chg="del ord">
        <pc:chgData name="Hasan Jamal" userId="6724a5da2ffd1b8f" providerId="LiveId" clId="{0C177C6E-E5F3-4BD7-A9C3-3F2F65AA2CAB}" dt="2024-10-21T13:01:21.410" v="11241" actId="2696"/>
        <pc:sldMkLst>
          <pc:docMk/>
          <pc:sldMk cId="467896520" sldId="793"/>
        </pc:sldMkLst>
      </pc:sldChg>
      <pc:sldChg chg="del">
        <pc:chgData name="Hasan Jamal" userId="6724a5da2ffd1b8f" providerId="LiveId" clId="{0C177C6E-E5F3-4BD7-A9C3-3F2F65AA2CAB}" dt="2024-10-22T04:55:36.266" v="12006" actId="47"/>
        <pc:sldMkLst>
          <pc:docMk/>
          <pc:sldMk cId="1492874776" sldId="794"/>
        </pc:sldMkLst>
      </pc:sldChg>
      <pc:sldChg chg="modSp mod">
        <pc:chgData name="Hasan Jamal" userId="6724a5da2ffd1b8f" providerId="LiveId" clId="{0C177C6E-E5F3-4BD7-A9C3-3F2F65AA2CAB}" dt="2024-10-22T04:29:39.053" v="11916" actId="27636"/>
        <pc:sldMkLst>
          <pc:docMk/>
          <pc:sldMk cId="651830277" sldId="796"/>
        </pc:sldMkLst>
        <pc:spChg chg="mod">
          <ac:chgData name="Hasan Jamal" userId="6724a5da2ffd1b8f" providerId="LiveId" clId="{0C177C6E-E5F3-4BD7-A9C3-3F2F65AA2CAB}" dt="2024-10-22T04:29:39.053" v="11916" actId="27636"/>
          <ac:spMkLst>
            <pc:docMk/>
            <pc:sldMk cId="651830277" sldId="796"/>
            <ac:spMk id="12" creationId="{3CFA7423-F578-3CE0-EE80-20A3FAEE6484}"/>
          </ac:spMkLst>
        </pc:spChg>
        <pc:spChg chg="mod">
          <ac:chgData name="Hasan Jamal" userId="6724a5da2ffd1b8f" providerId="LiveId" clId="{0C177C6E-E5F3-4BD7-A9C3-3F2F65AA2CAB}" dt="2024-10-22T04:22:17.024" v="11564" actId="20577"/>
          <ac:spMkLst>
            <pc:docMk/>
            <pc:sldMk cId="651830277" sldId="796"/>
            <ac:spMk id="3074" creationId="{1E80AB78-DF4F-CE1E-15FB-C4133CBB2E5E}"/>
          </ac:spMkLst>
        </pc:spChg>
      </pc:sldChg>
      <pc:sldChg chg="modAnim">
        <pc:chgData name="Hasan Jamal" userId="6724a5da2ffd1b8f" providerId="LiveId" clId="{0C177C6E-E5F3-4BD7-A9C3-3F2F65AA2CAB}" dt="2024-10-22T04:59:13.501" v="12009"/>
        <pc:sldMkLst>
          <pc:docMk/>
          <pc:sldMk cId="694793788" sldId="798"/>
        </pc:sldMkLst>
      </pc:sldChg>
      <pc:sldChg chg="modAnim">
        <pc:chgData name="Hasan Jamal" userId="6724a5da2ffd1b8f" providerId="LiveId" clId="{0C177C6E-E5F3-4BD7-A9C3-3F2F65AA2CAB}" dt="2024-10-22T05:03:50.828" v="12012"/>
        <pc:sldMkLst>
          <pc:docMk/>
          <pc:sldMk cId="2321442274" sldId="802"/>
        </pc:sldMkLst>
      </pc:sldChg>
      <pc:sldChg chg="modSp mod">
        <pc:chgData name="Hasan Jamal" userId="6724a5da2ffd1b8f" providerId="LiveId" clId="{0C177C6E-E5F3-4BD7-A9C3-3F2F65AA2CAB}" dt="2024-10-22T05:04:50.758" v="12025" actId="1038"/>
        <pc:sldMkLst>
          <pc:docMk/>
          <pc:sldMk cId="525096735" sldId="803"/>
        </pc:sldMkLst>
        <pc:spChg chg="mod">
          <ac:chgData name="Hasan Jamal" userId="6724a5da2ffd1b8f" providerId="LiveId" clId="{0C177C6E-E5F3-4BD7-A9C3-3F2F65AA2CAB}" dt="2024-10-22T05:04:42.398" v="12016" actId="14100"/>
          <ac:spMkLst>
            <pc:docMk/>
            <pc:sldMk cId="525096735" sldId="803"/>
            <ac:spMk id="12" creationId="{814FE0E4-5D96-EA17-3D0B-DB9601BAA923}"/>
          </ac:spMkLst>
        </pc:spChg>
        <pc:picChg chg="mod">
          <ac:chgData name="Hasan Jamal" userId="6724a5da2ffd1b8f" providerId="LiveId" clId="{0C177C6E-E5F3-4BD7-A9C3-3F2F65AA2CAB}" dt="2024-10-22T05:04:50.758" v="12025" actId="1038"/>
          <ac:picMkLst>
            <pc:docMk/>
            <pc:sldMk cId="525096735" sldId="803"/>
            <ac:picMk id="4" creationId="{044BF991-5CA4-9C32-6464-AEE824E72D0D}"/>
          </ac:picMkLst>
        </pc:picChg>
      </pc:sldChg>
      <pc:sldChg chg="addSp delSp modSp mod modAnim">
        <pc:chgData name="Hasan Jamal" userId="6724a5da2ffd1b8f" providerId="LiveId" clId="{0C177C6E-E5F3-4BD7-A9C3-3F2F65AA2CAB}" dt="2024-10-20T18:05:43.487" v="4982"/>
        <pc:sldMkLst>
          <pc:docMk/>
          <pc:sldMk cId="3124739223" sldId="804"/>
        </pc:sldMkLst>
        <pc:spChg chg="mod">
          <ac:chgData name="Hasan Jamal" userId="6724a5da2ffd1b8f" providerId="LiveId" clId="{0C177C6E-E5F3-4BD7-A9C3-3F2F65AA2CAB}" dt="2024-10-20T18:03:57.357" v="4968" actId="1036"/>
          <ac:spMkLst>
            <pc:docMk/>
            <pc:sldMk cId="3124739223" sldId="804"/>
            <ac:spMk id="5" creationId="{00000000-0000-0000-0000-000000000000}"/>
          </ac:spMkLst>
        </pc:spChg>
        <pc:spChg chg="mod">
          <ac:chgData name="Hasan Jamal" userId="6724a5da2ffd1b8f" providerId="LiveId" clId="{0C177C6E-E5F3-4BD7-A9C3-3F2F65AA2CAB}" dt="2024-10-20T18:03:57.357" v="4968" actId="1036"/>
          <ac:spMkLst>
            <pc:docMk/>
            <pc:sldMk cId="3124739223" sldId="804"/>
            <ac:spMk id="7" creationId="{00000000-0000-0000-0000-000000000000}"/>
          </ac:spMkLst>
        </pc:spChg>
        <pc:spChg chg="mod topLvl">
          <ac:chgData name="Hasan Jamal" userId="6724a5da2ffd1b8f" providerId="LiveId" clId="{0C177C6E-E5F3-4BD7-A9C3-3F2F65AA2CAB}" dt="2024-10-20T18:05:10.302" v="4979" actId="164"/>
          <ac:spMkLst>
            <pc:docMk/>
            <pc:sldMk cId="3124739223" sldId="804"/>
            <ac:spMk id="8" creationId="{00000000-0000-0000-0000-000000000000}"/>
          </ac:spMkLst>
        </pc:spChg>
        <pc:spChg chg="mod topLvl">
          <ac:chgData name="Hasan Jamal" userId="6724a5da2ffd1b8f" providerId="LiveId" clId="{0C177C6E-E5F3-4BD7-A9C3-3F2F65AA2CAB}" dt="2024-10-20T18:05:10.302" v="4979" actId="164"/>
          <ac:spMkLst>
            <pc:docMk/>
            <pc:sldMk cId="3124739223" sldId="804"/>
            <ac:spMk id="9" creationId="{00000000-0000-0000-0000-000000000000}"/>
          </ac:spMkLst>
        </pc:spChg>
        <pc:spChg chg="mod topLvl">
          <ac:chgData name="Hasan Jamal" userId="6724a5da2ffd1b8f" providerId="LiveId" clId="{0C177C6E-E5F3-4BD7-A9C3-3F2F65AA2CAB}" dt="2024-10-20T18:05:10.302" v="4979" actId="164"/>
          <ac:spMkLst>
            <pc:docMk/>
            <pc:sldMk cId="3124739223" sldId="804"/>
            <ac:spMk id="10" creationId="{00000000-0000-0000-0000-000000000000}"/>
          </ac:spMkLst>
        </pc:spChg>
        <pc:spChg chg="mod">
          <ac:chgData name="Hasan Jamal" userId="6724a5da2ffd1b8f" providerId="LiveId" clId="{0C177C6E-E5F3-4BD7-A9C3-3F2F65AA2CAB}" dt="2024-10-17T12:41:46.384" v="1" actId="20577"/>
          <ac:spMkLst>
            <pc:docMk/>
            <pc:sldMk cId="3124739223" sldId="804"/>
            <ac:spMk id="12" creationId="{54301DFC-F6A3-ED8A-6FC2-67D93A8EB176}"/>
          </ac:spMkLst>
        </pc:spChg>
        <pc:grpChg chg="del mod">
          <ac:chgData name="Hasan Jamal" userId="6724a5da2ffd1b8f" providerId="LiveId" clId="{0C177C6E-E5F3-4BD7-A9C3-3F2F65AA2CAB}" dt="2024-10-20T18:04:06.118" v="4971" actId="165"/>
          <ac:grpSpMkLst>
            <pc:docMk/>
            <pc:sldMk cId="3124739223" sldId="804"/>
            <ac:grpSpMk id="2" creationId="{F0542D21-248E-3AC9-3E86-4E09817E8078}"/>
          </ac:grpSpMkLst>
        </pc:grpChg>
        <pc:grpChg chg="add mod">
          <ac:chgData name="Hasan Jamal" userId="6724a5da2ffd1b8f" providerId="LiveId" clId="{0C177C6E-E5F3-4BD7-A9C3-3F2F65AA2CAB}" dt="2024-10-20T18:05:10.302" v="4979" actId="164"/>
          <ac:grpSpMkLst>
            <pc:docMk/>
            <pc:sldMk cId="3124739223" sldId="804"/>
            <ac:grpSpMk id="4" creationId="{B0599170-9C3F-90BA-E37E-D970163DBBA7}"/>
          </ac:grpSpMkLst>
        </pc:grpChg>
      </pc:sldChg>
      <pc:sldChg chg="delSp modSp del mod">
        <pc:chgData name="Hasan Jamal" userId="6724a5da2ffd1b8f" providerId="LiveId" clId="{0C177C6E-E5F3-4BD7-A9C3-3F2F65AA2CAB}" dt="2024-10-17T13:23:19.931" v="181" actId="47"/>
        <pc:sldMkLst>
          <pc:docMk/>
          <pc:sldMk cId="221630755" sldId="805"/>
        </pc:sldMkLst>
        <pc:picChg chg="del mod">
          <ac:chgData name="Hasan Jamal" userId="6724a5da2ffd1b8f" providerId="LiveId" clId="{0C177C6E-E5F3-4BD7-A9C3-3F2F65AA2CAB}" dt="2024-10-17T13:22:37.441" v="162" actId="21"/>
          <ac:picMkLst>
            <pc:docMk/>
            <pc:sldMk cId="221630755" sldId="805"/>
            <ac:picMk id="6" creationId="{76521A0C-7DF5-886F-0A19-27F7E49AE47E}"/>
          </ac:picMkLst>
        </pc:picChg>
      </pc:sldChg>
      <pc:sldChg chg="delSp modSp mod delAnim modAnim">
        <pc:chgData name="Hasan Jamal" userId="6724a5da2ffd1b8f" providerId="LiveId" clId="{0C177C6E-E5F3-4BD7-A9C3-3F2F65AA2CAB}" dt="2024-10-22T06:04:44.661" v="12034" actId="20577"/>
        <pc:sldMkLst>
          <pc:docMk/>
          <pc:sldMk cId="2434505501" sldId="806"/>
        </pc:sldMkLst>
        <pc:spChg chg="mod">
          <ac:chgData name="Hasan Jamal" userId="6724a5da2ffd1b8f" providerId="LiveId" clId="{0C177C6E-E5F3-4BD7-A9C3-3F2F65AA2CAB}" dt="2024-10-17T13:15:18.652" v="16" actId="20577"/>
          <ac:spMkLst>
            <pc:docMk/>
            <pc:sldMk cId="2434505501" sldId="806"/>
            <ac:spMk id="2" creationId="{5579411A-8BFE-BBFE-6EFD-0F011654C1B0}"/>
          </ac:spMkLst>
        </pc:spChg>
        <pc:spChg chg="mod">
          <ac:chgData name="Hasan Jamal" userId="6724a5da2ffd1b8f" providerId="LiveId" clId="{0C177C6E-E5F3-4BD7-A9C3-3F2F65AA2CAB}" dt="2024-10-17T13:15:22.229" v="17" actId="20577"/>
          <ac:spMkLst>
            <pc:docMk/>
            <pc:sldMk cId="2434505501" sldId="806"/>
            <ac:spMk id="4" creationId="{55D8DB12-D63C-DAFC-586A-6B9AF60A1B6F}"/>
          </ac:spMkLst>
        </pc:spChg>
        <pc:spChg chg="mod">
          <ac:chgData name="Hasan Jamal" userId="6724a5da2ffd1b8f" providerId="LiveId" clId="{0C177C6E-E5F3-4BD7-A9C3-3F2F65AA2CAB}" dt="2024-10-17T13:15:09.390" v="11" actId="20577"/>
          <ac:spMkLst>
            <pc:docMk/>
            <pc:sldMk cId="2434505501" sldId="806"/>
            <ac:spMk id="5" creationId="{58D7E82D-BFEE-ECBF-D3D2-81658C2022D4}"/>
          </ac:spMkLst>
        </pc:spChg>
        <pc:spChg chg="mod">
          <ac:chgData name="Hasan Jamal" userId="6724a5da2ffd1b8f" providerId="LiveId" clId="{0C177C6E-E5F3-4BD7-A9C3-3F2F65AA2CAB}" dt="2024-10-17T13:15:02.891" v="9" actId="20577"/>
          <ac:spMkLst>
            <pc:docMk/>
            <pc:sldMk cId="2434505501" sldId="806"/>
            <ac:spMk id="6" creationId="{226EA5A8-0459-8159-51C9-7FFE1CCFA233}"/>
          </ac:spMkLst>
        </pc:spChg>
        <pc:spChg chg="mod">
          <ac:chgData name="Hasan Jamal" userId="6724a5da2ffd1b8f" providerId="LiveId" clId="{0C177C6E-E5F3-4BD7-A9C3-3F2F65AA2CAB}" dt="2024-10-17T13:15:06.187" v="10" actId="20577"/>
          <ac:spMkLst>
            <pc:docMk/>
            <pc:sldMk cId="2434505501" sldId="806"/>
            <ac:spMk id="7" creationId="{7A5B66F5-E78A-276E-E3C8-66401F3C90ED}"/>
          </ac:spMkLst>
        </pc:spChg>
        <pc:spChg chg="mod">
          <ac:chgData name="Hasan Jamal" userId="6724a5da2ffd1b8f" providerId="LiveId" clId="{0C177C6E-E5F3-4BD7-A9C3-3F2F65AA2CAB}" dt="2024-10-22T06:04:44.661" v="12034" actId="20577"/>
          <ac:spMkLst>
            <pc:docMk/>
            <pc:sldMk cId="2434505501" sldId="806"/>
            <ac:spMk id="12" creationId="{28F7E2F0-50DD-93F0-99AC-658E8CB73B35}"/>
          </ac:spMkLst>
        </pc:spChg>
        <pc:picChg chg="del mod">
          <ac:chgData name="Hasan Jamal" userId="6724a5da2ffd1b8f" providerId="LiveId" clId="{0C177C6E-E5F3-4BD7-A9C3-3F2F65AA2CAB}" dt="2024-10-17T13:14:51.975" v="6" actId="478"/>
          <ac:picMkLst>
            <pc:docMk/>
            <pc:sldMk cId="2434505501" sldId="806"/>
            <ac:picMk id="9" creationId="{65599177-1694-7690-87AF-B7AC9050E57E}"/>
          </ac:picMkLst>
        </pc:picChg>
        <pc:picChg chg="del">
          <ac:chgData name="Hasan Jamal" userId="6724a5da2ffd1b8f" providerId="LiveId" clId="{0C177C6E-E5F3-4BD7-A9C3-3F2F65AA2CAB}" dt="2024-10-17T13:14:51.975" v="6" actId="478"/>
          <ac:picMkLst>
            <pc:docMk/>
            <pc:sldMk cId="2434505501" sldId="806"/>
            <ac:picMk id="11" creationId="{71690B18-461A-027F-210F-17AD79A41B6A}"/>
          </ac:picMkLst>
        </pc:picChg>
      </pc:sldChg>
      <pc:sldChg chg="del">
        <pc:chgData name="Hasan Jamal" userId="6724a5da2ffd1b8f" providerId="LiveId" clId="{0C177C6E-E5F3-4BD7-A9C3-3F2F65AA2CAB}" dt="2024-10-17T13:20:09.047" v="139" actId="47"/>
        <pc:sldMkLst>
          <pc:docMk/>
          <pc:sldMk cId="1333554890" sldId="807"/>
        </pc:sldMkLst>
      </pc:sldChg>
      <pc:sldChg chg="modSp mod">
        <pc:chgData name="Hasan Jamal" userId="6724a5da2ffd1b8f" providerId="LiveId" clId="{0C177C6E-E5F3-4BD7-A9C3-3F2F65AA2CAB}" dt="2024-10-17T13:24:33.881" v="207"/>
        <pc:sldMkLst>
          <pc:docMk/>
          <pc:sldMk cId="3520491377" sldId="808"/>
        </pc:sldMkLst>
        <pc:spChg chg="mod">
          <ac:chgData name="Hasan Jamal" userId="6724a5da2ffd1b8f" providerId="LiveId" clId="{0C177C6E-E5F3-4BD7-A9C3-3F2F65AA2CAB}" dt="2024-10-17T12:43:10.679" v="4" actId="20577"/>
          <ac:spMkLst>
            <pc:docMk/>
            <pc:sldMk cId="3520491377" sldId="808"/>
            <ac:spMk id="6" creationId="{9900D349-5660-9D0A-B6A4-490334E726CC}"/>
          </ac:spMkLst>
        </pc:spChg>
        <pc:spChg chg="mod">
          <ac:chgData name="Hasan Jamal" userId="6724a5da2ffd1b8f" providerId="LiveId" clId="{0C177C6E-E5F3-4BD7-A9C3-3F2F65AA2CAB}" dt="2024-10-17T13:24:33.881" v="207"/>
          <ac:spMkLst>
            <pc:docMk/>
            <pc:sldMk cId="3520491377" sldId="808"/>
            <ac:spMk id="12" creationId="{499226E8-2D4B-9DF3-A5F3-FC1D530980FD}"/>
          </ac:spMkLst>
        </pc:spChg>
      </pc:sldChg>
      <pc:sldChg chg="modSp add mod">
        <pc:chgData name="Hasan Jamal" userId="6724a5da2ffd1b8f" providerId="LiveId" clId="{0C177C6E-E5F3-4BD7-A9C3-3F2F65AA2CAB}" dt="2024-10-20T14:36:15.503" v="749" actId="6549"/>
        <pc:sldMkLst>
          <pc:docMk/>
          <pc:sldMk cId="3031527186" sldId="809"/>
        </pc:sldMkLst>
        <pc:spChg chg="mod">
          <ac:chgData name="Hasan Jamal" userId="6724a5da2ffd1b8f" providerId="LiveId" clId="{0C177C6E-E5F3-4BD7-A9C3-3F2F65AA2CAB}" dt="2024-10-20T14:36:15.503" v="749" actId="6549"/>
          <ac:spMkLst>
            <pc:docMk/>
            <pc:sldMk cId="3031527186" sldId="809"/>
            <ac:spMk id="12" creationId="{FD027DCF-1F18-79C7-E904-B6B9B4F6432D}"/>
          </ac:spMkLst>
        </pc:spChg>
      </pc:sldChg>
      <pc:sldChg chg="delSp modSp add mod ord modAnim">
        <pc:chgData name="Hasan Jamal" userId="6724a5da2ffd1b8f" providerId="LiveId" clId="{0C177C6E-E5F3-4BD7-A9C3-3F2F65AA2CAB}" dt="2024-10-25T17:44:15.262" v="13385" actId="14734"/>
        <pc:sldMkLst>
          <pc:docMk/>
          <pc:sldMk cId="3512164281" sldId="810"/>
        </pc:sldMkLst>
        <pc:spChg chg="mod">
          <ac:chgData name="Hasan Jamal" userId="6724a5da2ffd1b8f" providerId="LiveId" clId="{0C177C6E-E5F3-4BD7-A9C3-3F2F65AA2CAB}" dt="2024-10-22T06:59:22.823" v="12068" actId="113"/>
          <ac:spMkLst>
            <pc:docMk/>
            <pc:sldMk cId="3512164281" sldId="810"/>
            <ac:spMk id="12" creationId="{502BF15C-1DCC-F704-61D6-46E15878BFEB}"/>
          </ac:spMkLst>
        </pc:spChg>
        <pc:spChg chg="mod">
          <ac:chgData name="Hasan Jamal" userId="6724a5da2ffd1b8f" providerId="LiveId" clId="{0C177C6E-E5F3-4BD7-A9C3-3F2F65AA2CAB}" dt="2024-10-20T14:37:26.558" v="751" actId="20577"/>
          <ac:spMkLst>
            <pc:docMk/>
            <pc:sldMk cId="3512164281" sldId="810"/>
            <ac:spMk id="3074" creationId="{9076245F-BF14-E2FC-E7C4-51187707B72C}"/>
          </ac:spMkLst>
        </pc:spChg>
        <pc:grpChg chg="del">
          <ac:chgData name="Hasan Jamal" userId="6724a5da2ffd1b8f" providerId="LiveId" clId="{0C177C6E-E5F3-4BD7-A9C3-3F2F65AA2CAB}" dt="2024-10-20T14:37:41.490" v="754" actId="478"/>
          <ac:grpSpMkLst>
            <pc:docMk/>
            <pc:sldMk cId="3512164281" sldId="810"/>
            <ac:grpSpMk id="4" creationId="{FAAE9B8B-832E-8159-CE45-61BD30B79FF8}"/>
          </ac:grpSpMkLst>
        </pc:grpChg>
        <pc:graphicFrameChg chg="mod modGraphic">
          <ac:chgData name="Hasan Jamal" userId="6724a5da2ffd1b8f" providerId="LiveId" clId="{0C177C6E-E5F3-4BD7-A9C3-3F2F65AA2CAB}" dt="2024-10-25T17:44:15.262" v="13385" actId="14734"/>
          <ac:graphicFrameMkLst>
            <pc:docMk/>
            <pc:sldMk cId="3512164281" sldId="810"/>
            <ac:graphicFrameMk id="2" creationId="{5046A3D8-ABB6-3B38-2858-36A3DF8D4310}"/>
          </ac:graphicFrameMkLst>
        </pc:graphicFrameChg>
      </pc:sldChg>
      <pc:sldChg chg="addSp delSp modSp add mod modAnim">
        <pc:chgData name="Hasan Jamal" userId="6724a5da2ffd1b8f" providerId="LiveId" clId="{0C177C6E-E5F3-4BD7-A9C3-3F2F65AA2CAB}" dt="2024-10-20T15:05:24.316" v="1424" actId="1035"/>
        <pc:sldMkLst>
          <pc:docMk/>
          <pc:sldMk cId="1402703582" sldId="811"/>
        </pc:sldMkLst>
        <pc:spChg chg="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2" creationId="{209FE6E6-039B-98E3-7021-2BBD7D25E853}"/>
          </ac:spMkLst>
        </pc:spChg>
        <pc:spChg chg="del">
          <ac:chgData name="Hasan Jamal" userId="6724a5da2ffd1b8f" providerId="LiveId" clId="{0C177C6E-E5F3-4BD7-A9C3-3F2F65AA2CAB}" dt="2024-10-20T14:52:53.629" v="974" actId="478"/>
          <ac:spMkLst>
            <pc:docMk/>
            <pc:sldMk cId="1402703582" sldId="811"/>
            <ac:spMk id="4" creationId="{33DBF6BA-0E6D-5095-3931-A3C62918AD11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5" creationId="{7419E5DC-C000-DEB6-AF40-ECEF76E90811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6" creationId="{8E08451A-DE6A-3D69-0AC5-C5C403AB3FC7}"/>
          </ac:spMkLst>
        </pc:spChg>
        <pc:spChg chg="add del mod">
          <ac:chgData name="Hasan Jamal" userId="6724a5da2ffd1b8f" providerId="LiveId" clId="{0C177C6E-E5F3-4BD7-A9C3-3F2F65AA2CAB}" dt="2024-10-20T15:00:19.976" v="1131" actId="478"/>
          <ac:spMkLst>
            <pc:docMk/>
            <pc:sldMk cId="1402703582" sldId="811"/>
            <ac:spMk id="7" creationId="{95FA69EB-9D9F-F411-06C9-1FAA0030B105}"/>
          </ac:spMkLst>
        </pc:spChg>
        <pc:spChg chg="add del mod">
          <ac:chgData name="Hasan Jamal" userId="6724a5da2ffd1b8f" providerId="LiveId" clId="{0C177C6E-E5F3-4BD7-A9C3-3F2F65AA2CAB}" dt="2024-10-20T14:58:46.003" v="1073" actId="478"/>
          <ac:spMkLst>
            <pc:docMk/>
            <pc:sldMk cId="1402703582" sldId="811"/>
            <ac:spMk id="8" creationId="{7D231E6F-76A9-E584-9D6F-F240E580B939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9" creationId="{8B34CAF4-5D67-DD0D-8993-CE3ABDC480E2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10" creationId="{A5AEBE25-8C55-1D00-4E5E-249A8DE7E195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11" creationId="{73CCC4D6-7B6A-B086-A1D8-442452CF7635}"/>
          </ac:spMkLst>
        </pc:spChg>
        <pc:spChg chg="mod">
          <ac:chgData name="Hasan Jamal" userId="6724a5da2ffd1b8f" providerId="LiveId" clId="{0C177C6E-E5F3-4BD7-A9C3-3F2F65AA2CAB}" dt="2024-10-20T15:05:24.316" v="1424" actId="1035"/>
          <ac:spMkLst>
            <pc:docMk/>
            <pc:sldMk cId="1402703582" sldId="811"/>
            <ac:spMk id="12" creationId="{3827D22A-C8EE-0429-3B8C-BE886F03B9FC}"/>
          </ac:spMkLst>
        </pc:spChg>
        <pc:spChg chg="add mod">
          <ac:chgData name="Hasan Jamal" userId="6724a5da2ffd1b8f" providerId="LiveId" clId="{0C177C6E-E5F3-4BD7-A9C3-3F2F65AA2CAB}" dt="2024-10-20T15:05:18.982" v="1409" actId="1035"/>
          <ac:spMkLst>
            <pc:docMk/>
            <pc:sldMk cId="1402703582" sldId="811"/>
            <ac:spMk id="13" creationId="{BB54571C-0D95-CE36-9411-2A1225233C69}"/>
          </ac:spMkLst>
        </pc:spChg>
        <pc:spChg chg="mod">
          <ac:chgData name="Hasan Jamal" userId="6724a5da2ffd1b8f" providerId="LiveId" clId="{0C177C6E-E5F3-4BD7-A9C3-3F2F65AA2CAB}" dt="2024-10-20T14:50:29.010" v="919" actId="20577"/>
          <ac:spMkLst>
            <pc:docMk/>
            <pc:sldMk cId="1402703582" sldId="811"/>
            <ac:spMk id="3074" creationId="{51C4BDC5-9E81-64B6-3B3F-C90CE95BE4B4}"/>
          </ac:spMkLst>
        </pc:spChg>
        <pc:cxnChg chg="add mod">
          <ac:chgData name="Hasan Jamal" userId="6724a5da2ffd1b8f" providerId="LiveId" clId="{0C177C6E-E5F3-4BD7-A9C3-3F2F65AA2CAB}" dt="2024-10-20T15:05:18.982" v="1409" actId="1035"/>
          <ac:cxnSpMkLst>
            <pc:docMk/>
            <pc:sldMk cId="1402703582" sldId="811"/>
            <ac:cxnSpMk id="14" creationId="{1DAFBA2D-4077-7951-D29F-BCF7F2531B01}"/>
          </ac:cxnSpMkLst>
        </pc:cxnChg>
      </pc:sldChg>
      <pc:sldChg chg="addSp delSp modSp add mod delAnim modAnim">
        <pc:chgData name="Hasan Jamal" userId="6724a5da2ffd1b8f" providerId="LiveId" clId="{0C177C6E-E5F3-4BD7-A9C3-3F2F65AA2CAB}" dt="2024-10-22T07:00:52.074" v="12069"/>
        <pc:sldMkLst>
          <pc:docMk/>
          <pc:sldMk cId="1564862862" sldId="812"/>
        </pc:sldMkLst>
        <pc:spChg chg="mod ord">
          <ac:chgData name="Hasan Jamal" userId="6724a5da2ffd1b8f" providerId="LiveId" clId="{0C177C6E-E5F3-4BD7-A9C3-3F2F65AA2CAB}" dt="2024-10-20T15:17:43.649" v="1947" actId="1038"/>
          <ac:spMkLst>
            <pc:docMk/>
            <pc:sldMk cId="1564862862" sldId="812"/>
            <ac:spMk id="2" creationId="{80A28D07-BF25-4266-9282-8FDB1DB1750A}"/>
          </ac:spMkLst>
        </pc:spChg>
        <pc:spChg chg="add mod">
          <ac:chgData name="Hasan Jamal" userId="6724a5da2ffd1b8f" providerId="LiveId" clId="{0C177C6E-E5F3-4BD7-A9C3-3F2F65AA2CAB}" dt="2024-10-20T15:22:55.198" v="2130" actId="113"/>
          <ac:spMkLst>
            <pc:docMk/>
            <pc:sldMk cId="1564862862" sldId="812"/>
            <ac:spMk id="4" creationId="{DEFD1A7E-25C6-95B4-7133-F3E5C1087CBA}"/>
          </ac:spMkLst>
        </pc:spChg>
        <pc:spChg chg="mod ord">
          <ac:chgData name="Hasan Jamal" userId="6724a5da2ffd1b8f" providerId="LiveId" clId="{0C177C6E-E5F3-4BD7-A9C3-3F2F65AA2CAB}" dt="2024-10-20T15:17:49.930" v="1963" actId="1037"/>
          <ac:spMkLst>
            <pc:docMk/>
            <pc:sldMk cId="1564862862" sldId="812"/>
            <ac:spMk id="5" creationId="{2B0EE644-31AA-A998-474F-4EDF5A2E3E5F}"/>
          </ac:spMkLst>
        </pc:spChg>
        <pc:spChg chg="del">
          <ac:chgData name="Hasan Jamal" userId="6724a5da2ffd1b8f" providerId="LiveId" clId="{0C177C6E-E5F3-4BD7-A9C3-3F2F65AA2CAB}" dt="2024-10-20T15:08:30.976" v="1443" actId="478"/>
          <ac:spMkLst>
            <pc:docMk/>
            <pc:sldMk cId="1564862862" sldId="812"/>
            <ac:spMk id="6" creationId="{2102607D-D2E3-A8D7-8F86-78C3850FFB7C}"/>
          </ac:spMkLst>
        </pc:spChg>
        <pc:spChg chg="add del">
          <ac:chgData name="Hasan Jamal" userId="6724a5da2ffd1b8f" providerId="LiveId" clId="{0C177C6E-E5F3-4BD7-A9C3-3F2F65AA2CAB}" dt="2024-10-20T15:16:45.852" v="1846" actId="22"/>
          <ac:spMkLst>
            <pc:docMk/>
            <pc:sldMk cId="1564862862" sldId="812"/>
            <ac:spMk id="8" creationId="{74565741-E106-B7E4-FCF0-15E1D14FBB99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9" creationId="{877900D4-2986-C183-3516-D29A00983A64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10" creationId="{8F2F3B7E-47F0-F615-90FF-6E3A8C689DEA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11" creationId="{BB515437-1049-A293-4C5D-7F36A8CDE8E6}"/>
          </ac:spMkLst>
        </pc:spChg>
        <pc:spChg chg="del mod">
          <ac:chgData name="Hasan Jamal" userId="6724a5da2ffd1b8f" providerId="LiveId" clId="{0C177C6E-E5F3-4BD7-A9C3-3F2F65AA2CAB}" dt="2024-10-20T15:08:41.433" v="1445" actId="478"/>
          <ac:spMkLst>
            <pc:docMk/>
            <pc:sldMk cId="1564862862" sldId="812"/>
            <ac:spMk id="12" creationId="{38414C50-B89D-D370-180E-BC1688D419EA}"/>
          </ac:spMkLst>
        </pc:spChg>
        <pc:spChg chg="del">
          <ac:chgData name="Hasan Jamal" userId="6724a5da2ffd1b8f" providerId="LiveId" clId="{0C177C6E-E5F3-4BD7-A9C3-3F2F65AA2CAB}" dt="2024-10-20T15:08:24.521" v="1442" actId="478"/>
          <ac:spMkLst>
            <pc:docMk/>
            <pc:sldMk cId="1564862862" sldId="812"/>
            <ac:spMk id="13" creationId="{91B1A697-48D9-BCE2-4501-13A83A57226D}"/>
          </ac:spMkLst>
        </pc:spChg>
        <pc:spChg chg="add mod">
          <ac:chgData name="Hasan Jamal" userId="6724a5da2ffd1b8f" providerId="LiveId" clId="{0C177C6E-E5F3-4BD7-A9C3-3F2F65AA2CAB}" dt="2024-10-20T15:21:01.859" v="2020" actId="1035"/>
          <ac:spMkLst>
            <pc:docMk/>
            <pc:sldMk cId="1564862862" sldId="812"/>
            <ac:spMk id="15" creationId="{E10EEAEA-DD46-C720-F6F5-A610BAFC3BAF}"/>
          </ac:spMkLst>
        </pc:spChg>
        <pc:spChg chg="mod">
          <ac:chgData name="Hasan Jamal" userId="6724a5da2ffd1b8f" providerId="LiveId" clId="{0C177C6E-E5F3-4BD7-A9C3-3F2F65AA2CAB}" dt="2024-10-20T15:08:17.689" v="1441" actId="20577"/>
          <ac:spMkLst>
            <pc:docMk/>
            <pc:sldMk cId="1564862862" sldId="812"/>
            <ac:spMk id="3074" creationId="{9F6987C8-D17B-16F3-7526-0B8E3E42A5A6}"/>
          </ac:spMkLst>
        </pc:spChg>
        <pc:cxnChg chg="del">
          <ac:chgData name="Hasan Jamal" userId="6724a5da2ffd1b8f" providerId="LiveId" clId="{0C177C6E-E5F3-4BD7-A9C3-3F2F65AA2CAB}" dt="2024-10-20T15:08:24.521" v="1442" actId="478"/>
          <ac:cxnSpMkLst>
            <pc:docMk/>
            <pc:sldMk cId="1564862862" sldId="812"/>
            <ac:cxnSpMk id="14" creationId="{68860268-6E1A-269F-D7A8-FF2B89BC9D53}"/>
          </ac:cxnSpMkLst>
        </pc:cxnChg>
        <pc:cxnChg chg="add del mod">
          <ac:chgData name="Hasan Jamal" userId="6724a5da2ffd1b8f" providerId="LiveId" clId="{0C177C6E-E5F3-4BD7-A9C3-3F2F65AA2CAB}" dt="2024-10-20T15:18:20.488" v="1967" actId="11529"/>
          <ac:cxnSpMkLst>
            <pc:docMk/>
            <pc:sldMk cId="1564862862" sldId="812"/>
            <ac:cxnSpMk id="17" creationId="{690311F8-5B8E-5DBB-7CB4-A8A1AF10BC1A}"/>
          </ac:cxnSpMkLst>
        </pc:cxnChg>
        <pc:cxnChg chg="add mod">
          <ac:chgData name="Hasan Jamal" userId="6724a5da2ffd1b8f" providerId="LiveId" clId="{0C177C6E-E5F3-4BD7-A9C3-3F2F65AA2CAB}" dt="2024-10-20T15:20:45.458" v="2011" actId="208"/>
          <ac:cxnSpMkLst>
            <pc:docMk/>
            <pc:sldMk cId="1564862862" sldId="812"/>
            <ac:cxnSpMk id="20" creationId="{ADD4FE54-176C-DCBD-10BA-E342A42C8042}"/>
          </ac:cxnSpMkLst>
        </pc:cxnChg>
        <pc:cxnChg chg="add mod">
          <ac:chgData name="Hasan Jamal" userId="6724a5da2ffd1b8f" providerId="LiveId" clId="{0C177C6E-E5F3-4BD7-A9C3-3F2F65AA2CAB}" dt="2024-10-20T15:21:01.859" v="2020" actId="1035"/>
          <ac:cxnSpMkLst>
            <pc:docMk/>
            <pc:sldMk cId="1564862862" sldId="812"/>
            <ac:cxnSpMk id="22" creationId="{4DBA1A1D-3494-2F7A-0C4C-4D84FFDEBFF6}"/>
          </ac:cxnSpMkLst>
        </pc:cxnChg>
        <pc:cxnChg chg="add mod">
          <ac:chgData name="Hasan Jamal" userId="6724a5da2ffd1b8f" providerId="LiveId" clId="{0C177C6E-E5F3-4BD7-A9C3-3F2F65AA2CAB}" dt="2024-10-20T15:20:21.797" v="2008" actId="13822"/>
          <ac:cxnSpMkLst>
            <pc:docMk/>
            <pc:sldMk cId="1564862862" sldId="812"/>
            <ac:cxnSpMk id="25" creationId="{0CFF4225-6726-9D32-EB5F-F97865712A09}"/>
          </ac:cxnSpMkLst>
        </pc:cxnChg>
        <pc:cxnChg chg="add mod">
          <ac:chgData name="Hasan Jamal" userId="6724a5da2ffd1b8f" providerId="LiveId" clId="{0C177C6E-E5F3-4BD7-A9C3-3F2F65AA2CAB}" dt="2024-10-20T15:21:01.859" v="2020" actId="1035"/>
          <ac:cxnSpMkLst>
            <pc:docMk/>
            <pc:sldMk cId="1564862862" sldId="812"/>
            <ac:cxnSpMk id="26" creationId="{D4F26D06-E7C2-AAC0-9682-4498672C8451}"/>
          </ac:cxnSpMkLst>
        </pc:cxnChg>
      </pc:sldChg>
      <pc:sldChg chg="delSp modSp add mod delAnim modAnim">
        <pc:chgData name="Hasan Jamal" userId="6724a5da2ffd1b8f" providerId="LiveId" clId="{0C177C6E-E5F3-4BD7-A9C3-3F2F65AA2CAB}" dt="2024-10-21T12:40:15.487" v="11036" actId="20577"/>
        <pc:sldMkLst>
          <pc:docMk/>
          <pc:sldMk cId="547710292" sldId="813"/>
        </pc:sldMkLst>
        <pc:spChg chg="del">
          <ac:chgData name="Hasan Jamal" userId="6724a5da2ffd1b8f" providerId="LiveId" clId="{0C177C6E-E5F3-4BD7-A9C3-3F2F65AA2CAB}" dt="2024-10-20T16:42:26.182" v="2146" actId="478"/>
          <ac:spMkLst>
            <pc:docMk/>
            <pc:sldMk cId="547710292" sldId="813"/>
            <ac:spMk id="2" creationId="{D30A244F-9477-DCBD-771E-4AAC0E639E0D}"/>
          </ac:spMkLst>
        </pc:spChg>
        <pc:spChg chg="mod">
          <ac:chgData name="Hasan Jamal" userId="6724a5da2ffd1b8f" providerId="LiveId" clId="{0C177C6E-E5F3-4BD7-A9C3-3F2F65AA2CAB}" dt="2024-10-21T12:40:15.487" v="11036" actId="20577"/>
          <ac:spMkLst>
            <pc:docMk/>
            <pc:sldMk cId="547710292" sldId="813"/>
            <ac:spMk id="4" creationId="{5FCAECDB-311F-74B7-61FF-1B10056351ED}"/>
          </ac:spMkLst>
        </pc:spChg>
        <pc:spChg chg="del">
          <ac:chgData name="Hasan Jamal" userId="6724a5da2ffd1b8f" providerId="LiveId" clId="{0C177C6E-E5F3-4BD7-A9C3-3F2F65AA2CAB}" dt="2024-10-20T16:42:26.182" v="2146" actId="478"/>
          <ac:spMkLst>
            <pc:docMk/>
            <pc:sldMk cId="547710292" sldId="813"/>
            <ac:spMk id="5" creationId="{D4637E44-0313-29BE-E59C-D7D391046CEB}"/>
          </ac:spMkLst>
        </pc:spChg>
        <pc:spChg chg="del">
          <ac:chgData name="Hasan Jamal" userId="6724a5da2ffd1b8f" providerId="LiveId" clId="{0C177C6E-E5F3-4BD7-A9C3-3F2F65AA2CAB}" dt="2024-10-20T16:42:26.182" v="2146" actId="478"/>
          <ac:spMkLst>
            <pc:docMk/>
            <pc:sldMk cId="547710292" sldId="813"/>
            <ac:spMk id="15" creationId="{C25AD47D-0CC7-0669-50C0-A5D06088E982}"/>
          </ac:spMkLst>
        </pc:spChg>
        <pc:cxnChg chg="del mod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0" creationId="{42CD5F26-077A-CA03-F83F-B8EEF2E8F766}"/>
          </ac:cxnSpMkLst>
        </pc:cxnChg>
        <pc:cxnChg chg="del mod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2" creationId="{4699F3D6-9C9F-09B3-07C5-76CE0BE4FB62}"/>
          </ac:cxnSpMkLst>
        </pc:cxnChg>
        <pc:cxnChg chg="del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5" creationId="{9BBB987B-7ABF-9BF1-C187-FB4167B3E23E}"/>
          </ac:cxnSpMkLst>
        </pc:cxnChg>
        <pc:cxnChg chg="del">
          <ac:chgData name="Hasan Jamal" userId="6724a5da2ffd1b8f" providerId="LiveId" clId="{0C177C6E-E5F3-4BD7-A9C3-3F2F65AA2CAB}" dt="2024-10-20T16:42:26.182" v="2146" actId="478"/>
          <ac:cxnSpMkLst>
            <pc:docMk/>
            <pc:sldMk cId="547710292" sldId="813"/>
            <ac:cxnSpMk id="26" creationId="{178DAA57-148C-29AE-9965-979ADC814F5C}"/>
          </ac:cxnSpMkLst>
        </pc:cxnChg>
      </pc:sldChg>
      <pc:sldChg chg="addSp modSp add mod modAnim">
        <pc:chgData name="Hasan Jamal" userId="6724a5da2ffd1b8f" providerId="LiveId" clId="{0C177C6E-E5F3-4BD7-A9C3-3F2F65AA2CAB}" dt="2024-10-22T07:11:24.453" v="12074"/>
        <pc:sldMkLst>
          <pc:docMk/>
          <pc:sldMk cId="1103444707" sldId="814"/>
        </pc:sldMkLst>
        <pc:spChg chg="add mod">
          <ac:chgData name="Hasan Jamal" userId="6724a5da2ffd1b8f" providerId="LiveId" clId="{0C177C6E-E5F3-4BD7-A9C3-3F2F65AA2CAB}" dt="2024-10-20T16:54:16.429" v="3142" actId="1076"/>
          <ac:spMkLst>
            <pc:docMk/>
            <pc:sldMk cId="1103444707" sldId="814"/>
            <ac:spMk id="2" creationId="{E08B6D95-DB41-4CE0-E008-42DB2397E9EC}"/>
          </ac:spMkLst>
        </pc:spChg>
        <pc:spChg chg="mod">
          <ac:chgData name="Hasan Jamal" userId="6724a5da2ffd1b8f" providerId="LiveId" clId="{0C177C6E-E5F3-4BD7-A9C3-3F2F65AA2CAB}" dt="2024-10-22T07:10:59.549" v="12073"/>
          <ac:spMkLst>
            <pc:docMk/>
            <pc:sldMk cId="1103444707" sldId="814"/>
            <ac:spMk id="4" creationId="{79B21A0A-71C1-A5D9-80C1-946533BCF08C}"/>
          </ac:spMkLst>
        </pc:spChg>
        <pc:spChg chg="mod">
          <ac:chgData name="Hasan Jamal" userId="6724a5da2ffd1b8f" providerId="LiveId" clId="{0C177C6E-E5F3-4BD7-A9C3-3F2F65AA2CAB}" dt="2024-10-20T16:49:28.949" v="2727" actId="20577"/>
          <ac:spMkLst>
            <pc:docMk/>
            <pc:sldMk cId="1103444707" sldId="814"/>
            <ac:spMk id="3074" creationId="{CFFB57FB-FA2C-08AB-A99F-520252F81521}"/>
          </ac:spMkLst>
        </pc:spChg>
      </pc:sldChg>
      <pc:sldChg chg="addSp delSp modSp add mod">
        <pc:chgData name="Hasan Jamal" userId="6724a5da2ffd1b8f" providerId="LiveId" clId="{0C177C6E-E5F3-4BD7-A9C3-3F2F65AA2CAB}" dt="2024-10-20T16:59:24.406" v="3340" actId="1036"/>
        <pc:sldMkLst>
          <pc:docMk/>
          <pc:sldMk cId="3041005747" sldId="815"/>
        </pc:sldMkLst>
        <pc:spChg chg="del">
          <ac:chgData name="Hasan Jamal" userId="6724a5da2ffd1b8f" providerId="LiveId" clId="{0C177C6E-E5F3-4BD7-A9C3-3F2F65AA2CAB}" dt="2024-10-20T16:56:57.556" v="3220" actId="478"/>
          <ac:spMkLst>
            <pc:docMk/>
            <pc:sldMk cId="3041005747" sldId="815"/>
            <ac:spMk id="2" creationId="{6DF96FDB-6624-270C-BBF8-82BC2C8DC910}"/>
          </ac:spMkLst>
        </pc:spChg>
        <pc:spChg chg="mod">
          <ac:chgData name="Hasan Jamal" userId="6724a5da2ffd1b8f" providerId="LiveId" clId="{0C177C6E-E5F3-4BD7-A9C3-3F2F65AA2CAB}" dt="2024-10-20T16:59:06.892" v="3338" actId="5793"/>
          <ac:spMkLst>
            <pc:docMk/>
            <pc:sldMk cId="3041005747" sldId="815"/>
            <ac:spMk id="4" creationId="{D3410F3E-2CEB-0FCE-B4C1-D816C5E901E4}"/>
          </ac:spMkLst>
        </pc:spChg>
        <pc:spChg chg="add mod">
          <ac:chgData name="Hasan Jamal" userId="6724a5da2ffd1b8f" providerId="LiveId" clId="{0C177C6E-E5F3-4BD7-A9C3-3F2F65AA2CAB}" dt="2024-10-20T16:59:24.406" v="3340" actId="1036"/>
          <ac:spMkLst>
            <pc:docMk/>
            <pc:sldMk cId="3041005747" sldId="815"/>
            <ac:spMk id="5" creationId="{59BDEFDD-3723-FD84-6D35-C26CF063291B}"/>
          </ac:spMkLst>
        </pc:spChg>
        <pc:spChg chg="mod">
          <ac:chgData name="Hasan Jamal" userId="6724a5da2ffd1b8f" providerId="LiveId" clId="{0C177C6E-E5F3-4BD7-A9C3-3F2F65AA2CAB}" dt="2024-10-20T16:56:19.615" v="3149" actId="20577"/>
          <ac:spMkLst>
            <pc:docMk/>
            <pc:sldMk cId="3041005747" sldId="815"/>
            <ac:spMk id="3074" creationId="{5BAD01F6-F965-5518-AE04-82A6585FBC07}"/>
          </ac:spMkLst>
        </pc:spChg>
      </pc:sldChg>
      <pc:sldChg chg="addSp delSp modSp add mod">
        <pc:chgData name="Hasan Jamal" userId="6724a5da2ffd1b8f" providerId="LiveId" clId="{0C177C6E-E5F3-4BD7-A9C3-3F2F65AA2CAB}" dt="2024-10-22T07:40:01.393" v="12122" actId="14100"/>
        <pc:sldMkLst>
          <pc:docMk/>
          <pc:sldMk cId="1054034208" sldId="816"/>
        </pc:sldMkLst>
        <pc:spChg chg="mod">
          <ac:chgData name="Hasan Jamal" userId="6724a5da2ffd1b8f" providerId="LiveId" clId="{0C177C6E-E5F3-4BD7-A9C3-3F2F65AA2CAB}" dt="2024-10-22T07:40:01.393" v="12122" actId="14100"/>
          <ac:spMkLst>
            <pc:docMk/>
            <pc:sldMk cId="1054034208" sldId="816"/>
            <ac:spMk id="12" creationId="{BE70E620-0D96-F0C7-13EB-76380941CB77}"/>
          </ac:spMkLst>
        </pc:spChg>
        <pc:graphicFrameChg chg="add del mod">
          <ac:chgData name="Hasan Jamal" userId="6724a5da2ffd1b8f" providerId="LiveId" clId="{0C177C6E-E5F3-4BD7-A9C3-3F2F65AA2CAB}" dt="2024-10-21T05:43:32.506" v="6832" actId="478"/>
          <ac:graphicFrameMkLst>
            <pc:docMk/>
            <pc:sldMk cId="1054034208" sldId="816"/>
            <ac:graphicFrameMk id="2" creationId="{CE2AFFC6-7616-0313-6E71-348D29B74948}"/>
          </ac:graphicFrameMkLst>
        </pc:graphicFrameChg>
      </pc:sldChg>
      <pc:sldChg chg="add del">
        <pc:chgData name="Hasan Jamal" userId="6724a5da2ffd1b8f" providerId="LiveId" clId="{0C177C6E-E5F3-4BD7-A9C3-3F2F65AA2CAB}" dt="2024-10-20T16:59:56.031" v="3342" actId="2890"/>
        <pc:sldMkLst>
          <pc:docMk/>
          <pc:sldMk cId="4014416881" sldId="816"/>
        </pc:sldMkLst>
      </pc:sldChg>
      <pc:sldChg chg="addSp modSp add mod">
        <pc:chgData name="Hasan Jamal" userId="6724a5da2ffd1b8f" providerId="LiveId" clId="{0C177C6E-E5F3-4BD7-A9C3-3F2F65AA2CAB}" dt="2024-10-20T17:06:12.993" v="3803" actId="1038"/>
        <pc:sldMkLst>
          <pc:docMk/>
          <pc:sldMk cId="1415965798" sldId="817"/>
        </pc:sldMkLst>
        <pc:spChg chg="add mod">
          <ac:chgData name="Hasan Jamal" userId="6724a5da2ffd1b8f" providerId="LiveId" clId="{0C177C6E-E5F3-4BD7-A9C3-3F2F65AA2CAB}" dt="2024-10-20T17:06:12.993" v="3803" actId="1038"/>
          <ac:spMkLst>
            <pc:docMk/>
            <pc:sldMk cId="1415965798" sldId="817"/>
            <ac:spMk id="2" creationId="{1879912D-AEC2-AB14-130A-011B5CE22187}"/>
          </ac:spMkLst>
        </pc:spChg>
        <pc:spChg chg="mod">
          <ac:chgData name="Hasan Jamal" userId="6724a5da2ffd1b8f" providerId="LiveId" clId="{0C177C6E-E5F3-4BD7-A9C3-3F2F65AA2CAB}" dt="2024-10-20T17:04:51.699" v="3735" actId="20577"/>
          <ac:spMkLst>
            <pc:docMk/>
            <pc:sldMk cId="1415965798" sldId="817"/>
            <ac:spMk id="12" creationId="{AAF6C379-A1EC-83CE-A233-F977798E700D}"/>
          </ac:spMkLst>
        </pc:spChg>
        <pc:spChg chg="mod">
          <ac:chgData name="Hasan Jamal" userId="6724a5da2ffd1b8f" providerId="LiveId" clId="{0C177C6E-E5F3-4BD7-A9C3-3F2F65AA2CAB}" dt="2024-10-20T17:03:28.176" v="3533" actId="20577"/>
          <ac:spMkLst>
            <pc:docMk/>
            <pc:sldMk cId="1415965798" sldId="817"/>
            <ac:spMk id="3074" creationId="{5B170B51-0FDD-7D12-A4AD-E3EB2B81CFE4}"/>
          </ac:spMkLst>
        </pc:spChg>
      </pc:sldChg>
      <pc:sldChg chg="modSp add mod">
        <pc:chgData name="Hasan Jamal" userId="6724a5da2ffd1b8f" providerId="LiveId" clId="{0C177C6E-E5F3-4BD7-A9C3-3F2F65AA2CAB}" dt="2024-10-20T17:10:44.776" v="4183"/>
        <pc:sldMkLst>
          <pc:docMk/>
          <pc:sldMk cId="3830698193" sldId="818"/>
        </pc:sldMkLst>
        <pc:spChg chg="mod">
          <ac:chgData name="Hasan Jamal" userId="6724a5da2ffd1b8f" providerId="LiveId" clId="{0C177C6E-E5F3-4BD7-A9C3-3F2F65AA2CAB}" dt="2024-10-20T17:10:44.776" v="4183"/>
          <ac:spMkLst>
            <pc:docMk/>
            <pc:sldMk cId="3830698193" sldId="818"/>
            <ac:spMk id="12" creationId="{6E3146C6-9FCB-FCC6-F09B-8B812E112B5E}"/>
          </ac:spMkLst>
        </pc:spChg>
        <pc:spChg chg="mod">
          <ac:chgData name="Hasan Jamal" userId="6724a5da2ffd1b8f" providerId="LiveId" clId="{0C177C6E-E5F3-4BD7-A9C3-3F2F65AA2CAB}" dt="2024-10-20T17:07:04.580" v="3829" actId="20577"/>
          <ac:spMkLst>
            <pc:docMk/>
            <pc:sldMk cId="3830698193" sldId="818"/>
            <ac:spMk id="3074" creationId="{630ED04D-7C2E-5D24-F451-F576A51C3EAD}"/>
          </ac:spMkLst>
        </pc:spChg>
      </pc:sldChg>
      <pc:sldChg chg="addSp modSp add mod modAnim">
        <pc:chgData name="Hasan Jamal" userId="6724a5da2ffd1b8f" providerId="LiveId" clId="{0C177C6E-E5F3-4BD7-A9C3-3F2F65AA2CAB}" dt="2024-10-20T17:26:57.330" v="4507" actId="108"/>
        <pc:sldMkLst>
          <pc:docMk/>
          <pc:sldMk cId="465575792" sldId="819"/>
        </pc:sldMkLst>
        <pc:spChg chg="add mod">
          <ac:chgData name="Hasan Jamal" userId="6724a5da2ffd1b8f" providerId="LiveId" clId="{0C177C6E-E5F3-4BD7-A9C3-3F2F65AA2CAB}" dt="2024-10-20T17:24:15.544" v="4456" actId="1076"/>
          <ac:spMkLst>
            <pc:docMk/>
            <pc:sldMk cId="465575792" sldId="819"/>
            <ac:spMk id="2" creationId="{67473412-FE84-4EAD-F6AE-360A2C6FDBCE}"/>
          </ac:spMkLst>
        </pc:spChg>
        <pc:spChg chg="add mod">
          <ac:chgData name="Hasan Jamal" userId="6724a5da2ffd1b8f" providerId="LiveId" clId="{0C177C6E-E5F3-4BD7-A9C3-3F2F65AA2CAB}" dt="2024-10-20T17:24:15.544" v="4456" actId="1076"/>
          <ac:spMkLst>
            <pc:docMk/>
            <pc:sldMk cId="465575792" sldId="819"/>
            <ac:spMk id="4" creationId="{FF9C35EF-5667-2852-AA11-CB05D1BCF1FE}"/>
          </ac:spMkLst>
        </pc:spChg>
        <pc:spChg chg="add mod">
          <ac:chgData name="Hasan Jamal" userId="6724a5da2ffd1b8f" providerId="LiveId" clId="{0C177C6E-E5F3-4BD7-A9C3-3F2F65AA2CAB}" dt="2024-10-20T17:24:15.544" v="4456" actId="1076"/>
          <ac:spMkLst>
            <pc:docMk/>
            <pc:sldMk cId="465575792" sldId="819"/>
            <ac:spMk id="5" creationId="{E261510C-2D38-C4B4-26FB-6203A61B3F25}"/>
          </ac:spMkLst>
        </pc:spChg>
        <pc:spChg chg="add mod">
          <ac:chgData name="Hasan Jamal" userId="6724a5da2ffd1b8f" providerId="LiveId" clId="{0C177C6E-E5F3-4BD7-A9C3-3F2F65AA2CAB}" dt="2024-10-20T17:24:47.537" v="4466" actId="207"/>
          <ac:spMkLst>
            <pc:docMk/>
            <pc:sldMk cId="465575792" sldId="819"/>
            <ac:spMk id="6" creationId="{AD26E5A7-28BD-0D05-C415-28BF63700B7F}"/>
          </ac:spMkLst>
        </pc:spChg>
        <pc:spChg chg="add mod">
          <ac:chgData name="Hasan Jamal" userId="6724a5da2ffd1b8f" providerId="LiveId" clId="{0C177C6E-E5F3-4BD7-A9C3-3F2F65AA2CAB}" dt="2024-10-20T17:24:47.537" v="4466" actId="207"/>
          <ac:spMkLst>
            <pc:docMk/>
            <pc:sldMk cId="465575792" sldId="819"/>
            <ac:spMk id="7" creationId="{03143141-C769-2014-B497-E6D1D3EA695D}"/>
          </ac:spMkLst>
        </pc:spChg>
        <pc:spChg chg="mod">
          <ac:chgData name="Hasan Jamal" userId="6724a5da2ffd1b8f" providerId="LiveId" clId="{0C177C6E-E5F3-4BD7-A9C3-3F2F65AA2CAB}" dt="2024-10-20T17:26:57.330" v="4507" actId="108"/>
          <ac:spMkLst>
            <pc:docMk/>
            <pc:sldMk cId="465575792" sldId="819"/>
            <ac:spMk id="12" creationId="{33D1C717-069E-5312-6356-D22BECBE27B1}"/>
          </ac:spMkLst>
        </pc:spChg>
        <pc:spChg chg="mod">
          <ac:chgData name="Hasan Jamal" userId="6724a5da2ffd1b8f" providerId="LiveId" clId="{0C177C6E-E5F3-4BD7-A9C3-3F2F65AA2CAB}" dt="2024-10-20T17:13:40.211" v="4218" actId="20577"/>
          <ac:spMkLst>
            <pc:docMk/>
            <pc:sldMk cId="465575792" sldId="819"/>
            <ac:spMk id="3074" creationId="{192AD14E-6436-CA19-4CBE-D7BBD56C85B2}"/>
          </ac:spMkLst>
        </pc:spChg>
      </pc:sldChg>
      <pc:sldChg chg="delSp modSp add mod delAnim">
        <pc:chgData name="Hasan Jamal" userId="6724a5da2ffd1b8f" providerId="LiveId" clId="{0C177C6E-E5F3-4BD7-A9C3-3F2F65AA2CAB}" dt="2024-10-21T04:36:23.333" v="5152" actId="207"/>
        <pc:sldMkLst>
          <pc:docMk/>
          <pc:sldMk cId="4045099029" sldId="820"/>
        </pc:sldMkLst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2" creationId="{8C586C05-139B-FD63-099C-460E71AB1F78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4" creationId="{6E2E33E2-FC56-289D-A99C-363636CCD7C1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5" creationId="{29F8780A-DFD0-AB24-F2EA-CF8A6376A500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6" creationId="{4362C4DF-209F-6E45-D45F-279101037FB5}"/>
          </ac:spMkLst>
        </pc:spChg>
        <pc:spChg chg="del">
          <ac:chgData name="Hasan Jamal" userId="6724a5da2ffd1b8f" providerId="LiveId" clId="{0C177C6E-E5F3-4BD7-A9C3-3F2F65AA2CAB}" dt="2024-10-20T17:26:06.057" v="4468" actId="478"/>
          <ac:spMkLst>
            <pc:docMk/>
            <pc:sldMk cId="4045099029" sldId="820"/>
            <ac:spMk id="7" creationId="{C2FF2AD8-88BB-D163-6DC8-322477739F31}"/>
          </ac:spMkLst>
        </pc:spChg>
        <pc:spChg chg="mod">
          <ac:chgData name="Hasan Jamal" userId="6724a5da2ffd1b8f" providerId="LiveId" clId="{0C177C6E-E5F3-4BD7-A9C3-3F2F65AA2CAB}" dt="2024-10-21T04:36:23.333" v="5152" actId="207"/>
          <ac:spMkLst>
            <pc:docMk/>
            <pc:sldMk cId="4045099029" sldId="820"/>
            <ac:spMk id="12" creationId="{E287095D-D859-B733-50F8-1BE1F3CC39B4}"/>
          </ac:spMkLst>
        </pc:spChg>
        <pc:spChg chg="mod">
          <ac:chgData name="Hasan Jamal" userId="6724a5da2ffd1b8f" providerId="LiveId" clId="{0C177C6E-E5F3-4BD7-A9C3-3F2F65AA2CAB}" dt="2024-10-20T17:26:22.285" v="4499" actId="20577"/>
          <ac:spMkLst>
            <pc:docMk/>
            <pc:sldMk cId="4045099029" sldId="820"/>
            <ac:spMk id="3074" creationId="{550198D1-5A7C-3DD7-8CC4-DD63F9470560}"/>
          </ac:spMkLst>
        </pc:spChg>
      </pc:sldChg>
      <pc:sldChg chg="addSp delSp modSp add mod ord delAnim modAnim">
        <pc:chgData name="Hasan Jamal" userId="6724a5da2ffd1b8f" providerId="LiveId" clId="{0C177C6E-E5F3-4BD7-A9C3-3F2F65AA2CAB}" dt="2024-10-21T04:33:41.226" v="5047"/>
        <pc:sldMkLst>
          <pc:docMk/>
          <pc:sldMk cId="2441620833" sldId="821"/>
        </pc:sldMkLst>
        <pc:spChg chg="mod">
          <ac:chgData name="Hasan Jamal" userId="6724a5da2ffd1b8f" providerId="LiveId" clId="{0C177C6E-E5F3-4BD7-A9C3-3F2F65AA2CAB}" dt="2024-10-20T17:43:48.004" v="4772" actId="1076"/>
          <ac:spMkLst>
            <pc:docMk/>
            <pc:sldMk cId="2441620833" sldId="821"/>
            <ac:spMk id="2" creationId="{9A25F7C2-FAAD-3A2B-F2BE-029B6B3E4295}"/>
          </ac:spMkLst>
        </pc:spChg>
        <pc:spChg chg="mod">
          <ac:chgData name="Hasan Jamal" userId="6724a5da2ffd1b8f" providerId="LiveId" clId="{0C177C6E-E5F3-4BD7-A9C3-3F2F65AA2CAB}" dt="2024-10-20T17:46:10.628" v="4841" actId="14100"/>
          <ac:spMkLst>
            <pc:docMk/>
            <pc:sldMk cId="2441620833" sldId="821"/>
            <ac:spMk id="4" creationId="{83DE6DDB-F81B-FCE3-E835-409529A8C15C}"/>
          </ac:spMkLst>
        </pc:spChg>
        <pc:spChg chg="del">
          <ac:chgData name="Hasan Jamal" userId="6724a5da2ffd1b8f" providerId="LiveId" clId="{0C177C6E-E5F3-4BD7-A9C3-3F2F65AA2CAB}" dt="2024-10-20T17:30:01.697" v="4543" actId="478"/>
          <ac:spMkLst>
            <pc:docMk/>
            <pc:sldMk cId="2441620833" sldId="821"/>
            <ac:spMk id="5" creationId="{CDCDDFE2-2B7C-1CF8-8FB9-31203440344B}"/>
          </ac:spMkLst>
        </pc:spChg>
        <pc:spChg chg="add mod">
          <ac:chgData name="Hasan Jamal" userId="6724a5da2ffd1b8f" providerId="LiveId" clId="{0C177C6E-E5F3-4BD7-A9C3-3F2F65AA2CAB}" dt="2024-10-20T17:43:33.539" v="4771" actId="14100"/>
          <ac:spMkLst>
            <pc:docMk/>
            <pc:sldMk cId="2441620833" sldId="821"/>
            <ac:spMk id="6" creationId="{437B7B8F-A523-3378-7859-F7FBD50E6EDF}"/>
          </ac:spMkLst>
        </pc:spChg>
        <pc:spChg chg="add mod">
          <ac:chgData name="Hasan Jamal" userId="6724a5da2ffd1b8f" providerId="LiveId" clId="{0C177C6E-E5F3-4BD7-A9C3-3F2F65AA2CAB}" dt="2024-10-20T17:44:04.503" v="4774" actId="1076"/>
          <ac:spMkLst>
            <pc:docMk/>
            <pc:sldMk cId="2441620833" sldId="821"/>
            <ac:spMk id="7" creationId="{0921A8AD-9BE9-5B5D-541A-262535D16FBA}"/>
          </ac:spMkLst>
        </pc:spChg>
        <pc:spChg chg="add mod">
          <ac:chgData name="Hasan Jamal" userId="6724a5da2ffd1b8f" providerId="LiveId" clId="{0C177C6E-E5F3-4BD7-A9C3-3F2F65AA2CAB}" dt="2024-10-20T17:47:47.010" v="4902" actId="1036"/>
          <ac:spMkLst>
            <pc:docMk/>
            <pc:sldMk cId="2441620833" sldId="821"/>
            <ac:spMk id="8" creationId="{D5053E7A-905E-F8A9-7071-E032C8300570}"/>
          </ac:spMkLst>
        </pc:spChg>
        <pc:spChg chg="add mod">
          <ac:chgData name="Hasan Jamal" userId="6724a5da2ffd1b8f" providerId="LiveId" clId="{0C177C6E-E5F3-4BD7-A9C3-3F2F65AA2CAB}" dt="2024-10-20T17:45:13.382" v="4815"/>
          <ac:spMkLst>
            <pc:docMk/>
            <pc:sldMk cId="2441620833" sldId="821"/>
            <ac:spMk id="9" creationId="{1E01EE17-F3D9-BC95-4200-1914066AF1C7}"/>
          </ac:spMkLst>
        </pc:spChg>
        <pc:spChg chg="add mod">
          <ac:chgData name="Hasan Jamal" userId="6724a5da2ffd1b8f" providerId="LiveId" clId="{0C177C6E-E5F3-4BD7-A9C3-3F2F65AA2CAB}" dt="2024-10-20T17:46:50.094" v="4855" actId="1037"/>
          <ac:spMkLst>
            <pc:docMk/>
            <pc:sldMk cId="2441620833" sldId="821"/>
            <ac:spMk id="10" creationId="{96C80FE9-8541-B743-1BA6-D6C0DE3083E6}"/>
          </ac:spMkLst>
        </pc:spChg>
        <pc:spChg chg="add mod">
          <ac:chgData name="Hasan Jamal" userId="6724a5da2ffd1b8f" providerId="LiveId" clId="{0C177C6E-E5F3-4BD7-A9C3-3F2F65AA2CAB}" dt="2024-10-20T17:47:37.190" v="4900" actId="1037"/>
          <ac:spMkLst>
            <pc:docMk/>
            <pc:sldMk cId="2441620833" sldId="821"/>
            <ac:spMk id="11" creationId="{6E296E4D-DE77-3B10-28EC-545FFB87E0E9}"/>
          </ac:spMkLst>
        </pc:spChg>
        <pc:spChg chg="add mod">
          <ac:chgData name="Hasan Jamal" userId="6724a5da2ffd1b8f" providerId="LiveId" clId="{0C177C6E-E5F3-4BD7-A9C3-3F2F65AA2CAB}" dt="2024-10-20T17:47:32.603" v="4898" actId="14100"/>
          <ac:spMkLst>
            <pc:docMk/>
            <pc:sldMk cId="2441620833" sldId="821"/>
            <ac:spMk id="12" creationId="{6EF2E0F5-BC08-F741-3B85-F61D74C6C517}"/>
          </ac:spMkLst>
        </pc:spChg>
        <pc:spChg chg="del">
          <ac:chgData name="Hasan Jamal" userId="6724a5da2ffd1b8f" providerId="LiveId" clId="{0C177C6E-E5F3-4BD7-A9C3-3F2F65AA2CAB}" dt="2024-10-20T17:30:01.697" v="4543" actId="478"/>
          <ac:spMkLst>
            <pc:docMk/>
            <pc:sldMk cId="2441620833" sldId="821"/>
            <ac:spMk id="15" creationId="{37B59745-27DD-4970-356E-699F0BF7E175}"/>
          </ac:spMkLst>
        </pc:spChg>
        <pc:cxnChg chg="add mod">
          <ac:chgData name="Hasan Jamal" userId="6724a5da2ffd1b8f" providerId="LiveId" clId="{0C177C6E-E5F3-4BD7-A9C3-3F2F65AA2CAB}" dt="2024-10-20T17:49:58.919" v="4913" actId="14100"/>
          <ac:cxnSpMkLst>
            <pc:docMk/>
            <pc:sldMk cId="2441620833" sldId="821"/>
            <ac:cxnSpMk id="14" creationId="{687DF444-FD12-09B2-D801-448EC7173423}"/>
          </ac:cxnSpMkLst>
        </pc:cxnChg>
        <pc:cxnChg chg="add mod">
          <ac:chgData name="Hasan Jamal" userId="6724a5da2ffd1b8f" providerId="LiveId" clId="{0C177C6E-E5F3-4BD7-A9C3-3F2F65AA2CAB}" dt="2024-10-20T17:50:02.473" v="4914" actId="14100"/>
          <ac:cxnSpMkLst>
            <pc:docMk/>
            <pc:sldMk cId="2441620833" sldId="821"/>
            <ac:cxnSpMk id="16" creationId="{22847A41-E2A9-ADCA-5671-DF98FD10741F}"/>
          </ac:cxnSpMkLst>
        </pc:cxnChg>
        <pc:cxnChg chg="del mod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0" creationId="{2E25DBA9-F2B6-8AFB-6139-800C2D5A5E6E}"/>
          </ac:cxnSpMkLst>
        </pc:cxnChg>
        <pc:cxnChg chg="del mod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2" creationId="{2F108DEC-3B98-AA7D-D657-572490955BD0}"/>
          </ac:cxnSpMkLst>
        </pc:cxnChg>
        <pc:cxnChg chg="del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5" creationId="{5EDBBEE6-1DF7-8593-0DB7-04D5685DB4FA}"/>
          </ac:cxnSpMkLst>
        </pc:cxnChg>
        <pc:cxnChg chg="del">
          <ac:chgData name="Hasan Jamal" userId="6724a5da2ffd1b8f" providerId="LiveId" clId="{0C177C6E-E5F3-4BD7-A9C3-3F2F65AA2CAB}" dt="2024-10-20T17:30:01.697" v="4543" actId="478"/>
          <ac:cxnSpMkLst>
            <pc:docMk/>
            <pc:sldMk cId="2441620833" sldId="821"/>
            <ac:cxnSpMk id="26" creationId="{7507F21F-A723-CE28-5366-13DAC84D8A14}"/>
          </ac:cxnSpMkLst>
        </pc:cxnChg>
        <pc:cxnChg chg="add mod">
          <ac:chgData name="Hasan Jamal" userId="6724a5da2ffd1b8f" providerId="LiveId" clId="{0C177C6E-E5F3-4BD7-A9C3-3F2F65AA2CAB}" dt="2024-10-20T17:50:42.143" v="4938" actId="14100"/>
          <ac:cxnSpMkLst>
            <pc:docMk/>
            <pc:sldMk cId="2441620833" sldId="821"/>
            <ac:cxnSpMk id="27" creationId="{E78E2690-5E5C-93BF-6D11-92EEE2E96DB0}"/>
          </ac:cxnSpMkLst>
        </pc:cxnChg>
        <pc:cxnChg chg="add mod">
          <ac:chgData name="Hasan Jamal" userId="6724a5da2ffd1b8f" providerId="LiveId" clId="{0C177C6E-E5F3-4BD7-A9C3-3F2F65AA2CAB}" dt="2024-10-20T17:50:30.297" v="4937" actId="14100"/>
          <ac:cxnSpMkLst>
            <pc:docMk/>
            <pc:sldMk cId="2441620833" sldId="821"/>
            <ac:cxnSpMk id="29" creationId="{EC93F2E2-5218-3F6B-F105-57514989CC28}"/>
          </ac:cxnSpMkLst>
        </pc:cxnChg>
      </pc:sldChg>
      <pc:sldChg chg="addSp delSp modSp add mod ord delAnim modAnim">
        <pc:chgData name="Hasan Jamal" userId="6724a5da2ffd1b8f" providerId="LiveId" clId="{0C177C6E-E5F3-4BD7-A9C3-3F2F65AA2CAB}" dt="2024-10-21T05:45:30.174" v="6875" actId="20577"/>
        <pc:sldMkLst>
          <pc:docMk/>
          <pc:sldMk cId="736700286" sldId="822"/>
        </pc:sldMkLst>
        <pc:spChg chg="mod">
          <ac:chgData name="Hasan Jamal" userId="6724a5da2ffd1b8f" providerId="LiveId" clId="{0C177C6E-E5F3-4BD7-A9C3-3F2F65AA2CAB}" dt="2024-10-21T05:45:11.825" v="6861" actId="20577"/>
          <ac:spMkLst>
            <pc:docMk/>
            <pc:sldMk cId="736700286" sldId="822"/>
            <ac:spMk id="2" creationId="{7859256E-DDB6-AAD1-8892-70274A0B09FC}"/>
          </ac:spMkLst>
        </pc:spChg>
        <pc:spChg chg="add mod">
          <ac:chgData name="Hasan Jamal" userId="6724a5da2ffd1b8f" providerId="LiveId" clId="{0C177C6E-E5F3-4BD7-A9C3-3F2F65AA2CAB}" dt="2024-10-21T05:03:50.876" v="5840" actId="14100"/>
          <ac:spMkLst>
            <pc:docMk/>
            <pc:sldMk cId="736700286" sldId="822"/>
            <ac:spMk id="4" creationId="{E53E1914-0ECA-0524-B54B-A506347B5B82}"/>
          </ac:spMkLst>
        </pc:spChg>
        <pc:spChg chg="mod">
          <ac:chgData name="Hasan Jamal" userId="6724a5da2ffd1b8f" providerId="LiveId" clId="{0C177C6E-E5F3-4BD7-A9C3-3F2F65AA2CAB}" dt="2024-10-21T05:09:57.635" v="5939" actId="1035"/>
          <ac:spMkLst>
            <pc:docMk/>
            <pc:sldMk cId="736700286" sldId="822"/>
            <ac:spMk id="5" creationId="{39A46179-6E81-FFE0-6D4E-C415346E8753}"/>
          </ac:spMkLst>
        </pc:spChg>
        <pc:spChg chg="mod">
          <ac:chgData name="Hasan Jamal" userId="6724a5da2ffd1b8f" providerId="LiveId" clId="{0C177C6E-E5F3-4BD7-A9C3-3F2F65AA2CAB}" dt="2024-10-21T05:09:53.227" v="5934" actId="1036"/>
          <ac:spMkLst>
            <pc:docMk/>
            <pc:sldMk cId="736700286" sldId="822"/>
            <ac:spMk id="6" creationId="{E7B5D638-07B0-F82B-EAAC-A3DFFB46EAA5}"/>
          </ac:spMkLst>
        </pc:spChg>
        <pc:spChg chg="add mod">
          <ac:chgData name="Hasan Jamal" userId="6724a5da2ffd1b8f" providerId="LiveId" clId="{0C177C6E-E5F3-4BD7-A9C3-3F2F65AA2CAB}" dt="2024-10-21T05:45:23.460" v="6869" actId="20577"/>
          <ac:spMkLst>
            <pc:docMk/>
            <pc:sldMk cId="736700286" sldId="822"/>
            <ac:spMk id="7" creationId="{89A78374-C7A6-B32B-9F7C-5055EAA19790}"/>
          </ac:spMkLst>
        </pc:spChg>
        <pc:spChg chg="add mod">
          <ac:chgData name="Hasan Jamal" userId="6724a5da2ffd1b8f" providerId="LiveId" clId="{0C177C6E-E5F3-4BD7-A9C3-3F2F65AA2CAB}" dt="2024-10-21T05:45:28.456" v="6873" actId="20577"/>
          <ac:spMkLst>
            <pc:docMk/>
            <pc:sldMk cId="736700286" sldId="822"/>
            <ac:spMk id="8" creationId="{BD365FAC-F0A1-6D92-8A90-DE8054CE52DA}"/>
          </ac:spMkLst>
        </pc:spChg>
        <pc:spChg chg="mod">
          <ac:chgData name="Hasan Jamal" userId="6724a5da2ffd1b8f" providerId="LiveId" clId="{0C177C6E-E5F3-4BD7-A9C3-3F2F65AA2CAB}" dt="2024-10-21T05:45:16.697" v="6863" actId="20577"/>
          <ac:spMkLst>
            <pc:docMk/>
            <pc:sldMk cId="736700286" sldId="822"/>
            <ac:spMk id="9" creationId="{5608CA24-FFC2-F70D-89F1-47C9F064D7F5}"/>
          </ac:spMkLst>
        </pc:spChg>
        <pc:spChg chg="mod">
          <ac:chgData name="Hasan Jamal" userId="6724a5da2ffd1b8f" providerId="LiveId" clId="{0C177C6E-E5F3-4BD7-A9C3-3F2F65AA2CAB}" dt="2024-10-21T05:45:21.426" v="6867" actId="20577"/>
          <ac:spMkLst>
            <pc:docMk/>
            <pc:sldMk cId="736700286" sldId="822"/>
            <ac:spMk id="10" creationId="{36F53137-96B1-9540-A719-EB6145F5BCD6}"/>
          </ac:spMkLst>
        </pc:spChg>
        <pc:spChg chg="mod">
          <ac:chgData name="Hasan Jamal" userId="6724a5da2ffd1b8f" providerId="LiveId" clId="{0C177C6E-E5F3-4BD7-A9C3-3F2F65AA2CAB}" dt="2024-10-21T05:45:26.710" v="6871" actId="20577"/>
          <ac:spMkLst>
            <pc:docMk/>
            <pc:sldMk cId="736700286" sldId="822"/>
            <ac:spMk id="11" creationId="{EE06DC7B-7C81-B376-67A0-9E77716E5DA7}"/>
          </ac:spMkLst>
        </pc:spChg>
        <pc:spChg chg="del mod">
          <ac:chgData name="Hasan Jamal" userId="6724a5da2ffd1b8f" providerId="LiveId" clId="{0C177C6E-E5F3-4BD7-A9C3-3F2F65AA2CAB}" dt="2024-10-21T05:04:52.737" v="5912" actId="478"/>
          <ac:spMkLst>
            <pc:docMk/>
            <pc:sldMk cId="736700286" sldId="822"/>
            <ac:spMk id="12" creationId="{327E6350-30A7-8F39-97C0-84214B364D92}"/>
          </ac:spMkLst>
        </pc:spChg>
        <pc:spChg chg="mod">
          <ac:chgData name="Hasan Jamal" userId="6724a5da2ffd1b8f" providerId="LiveId" clId="{0C177C6E-E5F3-4BD7-A9C3-3F2F65AA2CAB}" dt="2024-10-21T05:45:30.174" v="6875" actId="20577"/>
          <ac:spMkLst>
            <pc:docMk/>
            <pc:sldMk cId="736700286" sldId="822"/>
            <ac:spMk id="13" creationId="{07D9A2F8-8520-04EC-6BA0-7DCBF0229439}"/>
          </ac:spMkLst>
        </pc:spChg>
        <pc:spChg chg="add mod">
          <ac:chgData name="Hasan Jamal" userId="6724a5da2ffd1b8f" providerId="LiveId" clId="{0C177C6E-E5F3-4BD7-A9C3-3F2F65AA2CAB}" dt="2024-10-21T05:15:29.692" v="6082" actId="1037"/>
          <ac:spMkLst>
            <pc:docMk/>
            <pc:sldMk cId="736700286" sldId="822"/>
            <ac:spMk id="15" creationId="{AA48A3A7-9641-56C9-11FD-13C8A5B2CDC2}"/>
          </ac:spMkLst>
        </pc:spChg>
        <pc:spChg chg="add mod">
          <ac:chgData name="Hasan Jamal" userId="6724a5da2ffd1b8f" providerId="LiveId" clId="{0C177C6E-E5F3-4BD7-A9C3-3F2F65AA2CAB}" dt="2024-10-21T05:16:39.705" v="6140" actId="14100"/>
          <ac:spMkLst>
            <pc:docMk/>
            <pc:sldMk cId="736700286" sldId="822"/>
            <ac:spMk id="25" creationId="{6DC114ED-7159-C6CE-AB6B-144BE5A72BC3}"/>
          </ac:spMkLst>
        </pc:spChg>
        <pc:spChg chg="mod">
          <ac:chgData name="Hasan Jamal" userId="6724a5da2ffd1b8f" providerId="LiveId" clId="{0C177C6E-E5F3-4BD7-A9C3-3F2F65AA2CAB}" dt="2024-10-21T05:02:16.693" v="5715" actId="20577"/>
          <ac:spMkLst>
            <pc:docMk/>
            <pc:sldMk cId="736700286" sldId="822"/>
            <ac:spMk id="3074" creationId="{B34D76E1-A2BE-1233-E9A6-67926164E20D}"/>
          </ac:spMkLst>
        </pc:spChg>
        <pc:cxnChg chg="mod">
          <ac:chgData name="Hasan Jamal" userId="6724a5da2ffd1b8f" providerId="LiveId" clId="{0C177C6E-E5F3-4BD7-A9C3-3F2F65AA2CAB}" dt="2024-10-21T05:13:34.192" v="6045" actId="1036"/>
          <ac:cxnSpMkLst>
            <pc:docMk/>
            <pc:sldMk cId="736700286" sldId="822"/>
            <ac:cxnSpMk id="14" creationId="{D164CA3A-2A1D-C62F-8263-E51E4B436651}"/>
          </ac:cxnSpMkLst>
        </pc:cxnChg>
        <pc:cxnChg chg="add mod">
          <ac:chgData name="Hasan Jamal" userId="6724a5da2ffd1b8f" providerId="LiveId" clId="{0C177C6E-E5F3-4BD7-A9C3-3F2F65AA2CAB}" dt="2024-10-21T05:15:24.338" v="6074" actId="14100"/>
          <ac:cxnSpMkLst>
            <pc:docMk/>
            <pc:sldMk cId="736700286" sldId="822"/>
            <ac:cxnSpMk id="17" creationId="{7D410A66-018A-0BBB-CFB4-D1FB82AC00B7}"/>
          </ac:cxnSpMkLst>
        </pc:cxnChg>
        <pc:cxnChg chg="add mod">
          <ac:chgData name="Hasan Jamal" userId="6724a5da2ffd1b8f" providerId="LiveId" clId="{0C177C6E-E5F3-4BD7-A9C3-3F2F65AA2CAB}" dt="2024-10-21T05:15:04.699" v="6070" actId="14100"/>
          <ac:cxnSpMkLst>
            <pc:docMk/>
            <pc:sldMk cId="736700286" sldId="822"/>
            <ac:cxnSpMk id="18" creationId="{1A798DC0-EB45-EF1B-3E05-3D84D7059C2E}"/>
          </ac:cxnSpMkLst>
        </pc:cxnChg>
        <pc:cxnChg chg="add mod">
          <ac:chgData name="Hasan Jamal" userId="6724a5da2ffd1b8f" providerId="LiveId" clId="{0C177C6E-E5F3-4BD7-A9C3-3F2F65AA2CAB}" dt="2024-10-21T05:17:13.825" v="6188" actId="14100"/>
          <ac:cxnSpMkLst>
            <pc:docMk/>
            <pc:sldMk cId="736700286" sldId="822"/>
            <ac:cxnSpMk id="26" creationId="{8DD1BE07-C016-D6D8-7BA3-CD8CA29A9831}"/>
          </ac:cxnSpMkLst>
        </pc:cxnChg>
        <pc:cxnChg chg="add mod">
          <ac:chgData name="Hasan Jamal" userId="6724a5da2ffd1b8f" providerId="LiveId" clId="{0C177C6E-E5F3-4BD7-A9C3-3F2F65AA2CAB}" dt="2024-10-21T05:17:18.859" v="6189" actId="14100"/>
          <ac:cxnSpMkLst>
            <pc:docMk/>
            <pc:sldMk cId="736700286" sldId="822"/>
            <ac:cxnSpMk id="27" creationId="{B74E86E8-73CB-2FA5-3F32-05A8324503A7}"/>
          </ac:cxnSpMkLst>
        </pc:cxnChg>
      </pc:sldChg>
      <pc:sldChg chg="addSp delSp modSp add mod">
        <pc:chgData name="Hasan Jamal" userId="6724a5da2ffd1b8f" providerId="LiveId" clId="{0C177C6E-E5F3-4BD7-A9C3-3F2F65AA2CAB}" dt="2024-10-22T07:42:14.032" v="12123" actId="14100"/>
        <pc:sldMkLst>
          <pc:docMk/>
          <pc:sldMk cId="1428040278" sldId="823"/>
        </pc:sldMkLst>
        <pc:spChg chg="add mod">
          <ac:chgData name="Hasan Jamal" userId="6724a5da2ffd1b8f" providerId="LiveId" clId="{0C177C6E-E5F3-4BD7-A9C3-3F2F65AA2CAB}" dt="2024-10-21T05:42:16.471" v="6831"/>
          <ac:spMkLst>
            <pc:docMk/>
            <pc:sldMk cId="1428040278" sldId="823"/>
            <ac:spMk id="4" creationId="{F7A5631A-1C92-89DA-7799-482F591441F3}"/>
          </ac:spMkLst>
        </pc:spChg>
        <pc:spChg chg="add mod">
          <ac:chgData name="Hasan Jamal" userId="6724a5da2ffd1b8f" providerId="LiveId" clId="{0C177C6E-E5F3-4BD7-A9C3-3F2F65AA2CAB}" dt="2024-10-22T07:42:14.032" v="12123" actId="14100"/>
          <ac:spMkLst>
            <pc:docMk/>
            <pc:sldMk cId="1428040278" sldId="823"/>
            <ac:spMk id="5" creationId="{1E87B398-1A5E-D74D-5BE5-5028A39FC925}"/>
          </ac:spMkLst>
        </pc:spChg>
        <pc:spChg chg="add del mod">
          <ac:chgData name="Hasan Jamal" userId="6724a5da2ffd1b8f" providerId="LiveId" clId="{0C177C6E-E5F3-4BD7-A9C3-3F2F65AA2CAB}" dt="2024-10-21T05:41:54.955" v="6829" actId="14100"/>
          <ac:spMkLst>
            <pc:docMk/>
            <pc:sldMk cId="1428040278" sldId="823"/>
            <ac:spMk id="12" creationId="{3C5266F1-ACF7-4639-4AD2-64AAC74D79EB}"/>
          </ac:spMkLst>
        </pc:spChg>
        <pc:spChg chg="mod">
          <ac:chgData name="Hasan Jamal" userId="6724a5da2ffd1b8f" providerId="LiveId" clId="{0C177C6E-E5F3-4BD7-A9C3-3F2F65AA2CAB}" dt="2024-10-21T05:34:46.965" v="6563" actId="20577"/>
          <ac:spMkLst>
            <pc:docMk/>
            <pc:sldMk cId="1428040278" sldId="823"/>
            <ac:spMk id="3074" creationId="{FD2270AE-A9DD-AB31-3CD6-3315CCA87BCF}"/>
          </ac:spMkLst>
        </pc:spChg>
        <pc:graphicFrameChg chg="del">
          <ac:chgData name="Hasan Jamal" userId="6724a5da2ffd1b8f" providerId="LiveId" clId="{0C177C6E-E5F3-4BD7-A9C3-3F2F65AA2CAB}" dt="2024-10-21T05:35:19.765" v="6594" actId="478"/>
          <ac:graphicFrameMkLst>
            <pc:docMk/>
            <pc:sldMk cId="1428040278" sldId="823"/>
            <ac:graphicFrameMk id="2" creationId="{1905E8EC-B93B-6679-AD03-85E8BC066453}"/>
          </ac:graphicFrameMkLst>
        </pc:graphicFrameChg>
      </pc:sldChg>
      <pc:sldChg chg="modSp add mod modAnim">
        <pc:chgData name="Hasan Jamal" userId="6724a5da2ffd1b8f" providerId="LiveId" clId="{0C177C6E-E5F3-4BD7-A9C3-3F2F65AA2CAB}" dt="2024-10-21T05:52:11.174" v="6970" actId="1036"/>
        <pc:sldMkLst>
          <pc:docMk/>
          <pc:sldMk cId="3406667675" sldId="824"/>
        </pc:sldMkLst>
        <pc:spChg chg="mod">
          <ac:chgData name="Hasan Jamal" userId="6724a5da2ffd1b8f" providerId="LiveId" clId="{0C177C6E-E5F3-4BD7-A9C3-3F2F65AA2CAB}" dt="2024-10-21T05:52:05.792" v="6964"/>
          <ac:spMkLst>
            <pc:docMk/>
            <pc:sldMk cId="3406667675" sldId="824"/>
            <ac:spMk id="12" creationId="{EEE85CB2-7E06-590B-7C8A-54B0EEB15277}"/>
          </ac:spMkLst>
        </pc:spChg>
        <pc:spChg chg="mod">
          <ac:chgData name="Hasan Jamal" userId="6724a5da2ffd1b8f" providerId="LiveId" clId="{0C177C6E-E5F3-4BD7-A9C3-3F2F65AA2CAB}" dt="2024-10-21T05:48:59.209" v="6916" actId="14100"/>
          <ac:spMkLst>
            <pc:docMk/>
            <pc:sldMk cId="3406667675" sldId="824"/>
            <ac:spMk id="3074" creationId="{DBCFD705-6B68-09FB-7147-6026A2207EB3}"/>
          </ac:spMkLst>
        </pc:spChg>
        <pc:graphicFrameChg chg="mod modGraphic">
          <ac:chgData name="Hasan Jamal" userId="6724a5da2ffd1b8f" providerId="LiveId" clId="{0C177C6E-E5F3-4BD7-A9C3-3F2F65AA2CAB}" dt="2024-10-21T05:52:11.174" v="6970" actId="1036"/>
          <ac:graphicFrameMkLst>
            <pc:docMk/>
            <pc:sldMk cId="3406667675" sldId="824"/>
            <ac:graphicFrameMk id="2" creationId="{0DE407BF-F3EA-60DC-726E-F2ACE231FFBA}"/>
          </ac:graphicFrameMkLst>
        </pc:graphicFrameChg>
      </pc:sldChg>
      <pc:sldChg chg="delSp modSp add mod delAnim modAnim">
        <pc:chgData name="Hasan Jamal" userId="6724a5da2ffd1b8f" providerId="LiveId" clId="{0C177C6E-E5F3-4BD7-A9C3-3F2F65AA2CAB}" dt="2024-10-22T07:53:55.223" v="12141" actId="20577"/>
        <pc:sldMkLst>
          <pc:docMk/>
          <pc:sldMk cId="2744684931" sldId="825"/>
        </pc:sldMkLst>
        <pc:spChg chg="del">
          <ac:chgData name="Hasan Jamal" userId="6724a5da2ffd1b8f" providerId="LiveId" clId="{0C177C6E-E5F3-4BD7-A9C3-3F2F65AA2CAB}" dt="2024-10-21T06:02:06.987" v="7095" actId="478"/>
          <ac:spMkLst>
            <pc:docMk/>
            <pc:sldMk cId="2744684931" sldId="825"/>
            <ac:spMk id="7" creationId="{7FBD4E29-6416-85C4-1426-40A00DC355F3}"/>
          </ac:spMkLst>
        </pc:spChg>
        <pc:spChg chg="mod">
          <ac:chgData name="Hasan Jamal" userId="6724a5da2ffd1b8f" providerId="LiveId" clId="{0C177C6E-E5F3-4BD7-A9C3-3F2F65AA2CAB}" dt="2024-10-22T07:53:55.223" v="12141" actId="20577"/>
          <ac:spMkLst>
            <pc:docMk/>
            <pc:sldMk cId="2744684931" sldId="825"/>
            <ac:spMk id="12" creationId="{716A753D-1FF7-3F82-BCA6-9803F55FA36D}"/>
          </ac:spMkLst>
        </pc:spChg>
        <pc:spChg chg="mod">
          <ac:chgData name="Hasan Jamal" userId="6724a5da2ffd1b8f" providerId="LiveId" clId="{0C177C6E-E5F3-4BD7-A9C3-3F2F65AA2CAB}" dt="2024-10-21T06:03:22.465" v="7134" actId="20577"/>
          <ac:spMkLst>
            <pc:docMk/>
            <pc:sldMk cId="2744684931" sldId="825"/>
            <ac:spMk id="3074" creationId="{99A7FB9C-28F7-8FC0-D957-30DFFA474A90}"/>
          </ac:spMkLst>
        </pc:spChg>
        <pc:graphicFrameChg chg="del">
          <ac:chgData name="Hasan Jamal" userId="6724a5da2ffd1b8f" providerId="LiveId" clId="{0C177C6E-E5F3-4BD7-A9C3-3F2F65AA2CAB}" dt="2024-10-21T06:02:04.554" v="7094" actId="478"/>
          <ac:graphicFrameMkLst>
            <pc:docMk/>
            <pc:sldMk cId="2744684931" sldId="825"/>
            <ac:graphicFrameMk id="4" creationId="{C8E3C73B-2A9B-F3E4-494B-97C18C1C1E11}"/>
          </ac:graphicFrameMkLst>
        </pc:graphicFrameChg>
      </pc:sldChg>
      <pc:sldChg chg="addSp modSp add mod modAnim">
        <pc:chgData name="Hasan Jamal" userId="6724a5da2ffd1b8f" providerId="LiveId" clId="{0C177C6E-E5F3-4BD7-A9C3-3F2F65AA2CAB}" dt="2024-10-22T08:03:39.780" v="12476"/>
        <pc:sldMkLst>
          <pc:docMk/>
          <pc:sldMk cId="490968368" sldId="826"/>
        </pc:sldMkLst>
        <pc:spChg chg="mod">
          <ac:chgData name="Hasan Jamal" userId="6724a5da2ffd1b8f" providerId="LiveId" clId="{0C177C6E-E5F3-4BD7-A9C3-3F2F65AA2CAB}" dt="2024-10-21T06:12:58.338" v="7346" actId="14100"/>
          <ac:spMkLst>
            <pc:docMk/>
            <pc:sldMk cId="490968368" sldId="826"/>
            <ac:spMk id="12" creationId="{408FFD99-EBCA-DEB5-E371-B821B54A6358}"/>
          </ac:spMkLst>
        </pc:spChg>
        <pc:spChg chg="mod">
          <ac:chgData name="Hasan Jamal" userId="6724a5da2ffd1b8f" providerId="LiveId" clId="{0C177C6E-E5F3-4BD7-A9C3-3F2F65AA2CAB}" dt="2024-10-21T06:04:19.434" v="7140"/>
          <ac:spMkLst>
            <pc:docMk/>
            <pc:sldMk cId="490968368" sldId="826"/>
            <ac:spMk id="3074" creationId="{DE23C9BD-1079-6753-22F3-62B0364B396D}"/>
          </ac:spMkLst>
        </pc:spChg>
        <pc:graphicFrameChg chg="add mod modGraphic">
          <ac:chgData name="Hasan Jamal" userId="6724a5da2ffd1b8f" providerId="LiveId" clId="{0C177C6E-E5F3-4BD7-A9C3-3F2F65AA2CAB}" dt="2024-10-21T06:08:34.803" v="7276" actId="1035"/>
          <ac:graphicFrameMkLst>
            <pc:docMk/>
            <pc:sldMk cId="490968368" sldId="826"/>
            <ac:graphicFrameMk id="2" creationId="{02A229BE-2D5A-A320-D049-47D0587D3BC0}"/>
          </ac:graphicFrameMkLst>
        </pc:graphicFrameChg>
      </pc:sldChg>
      <pc:sldChg chg="modSp add mod">
        <pc:chgData name="Hasan Jamal" userId="6724a5da2ffd1b8f" providerId="LiveId" clId="{0C177C6E-E5F3-4BD7-A9C3-3F2F65AA2CAB}" dt="2024-10-21T06:17:15.889" v="7488" actId="207"/>
        <pc:sldMkLst>
          <pc:docMk/>
          <pc:sldMk cId="2797904385" sldId="827"/>
        </pc:sldMkLst>
        <pc:spChg chg="mod">
          <ac:chgData name="Hasan Jamal" userId="6724a5da2ffd1b8f" providerId="LiveId" clId="{0C177C6E-E5F3-4BD7-A9C3-3F2F65AA2CAB}" dt="2024-10-21T06:17:15.889" v="7488" actId="207"/>
          <ac:spMkLst>
            <pc:docMk/>
            <pc:sldMk cId="2797904385" sldId="827"/>
            <ac:spMk id="12" creationId="{3C0B3D0D-E18D-16BF-40EC-ACF4759AD391}"/>
          </ac:spMkLst>
        </pc:spChg>
        <pc:spChg chg="mod">
          <ac:chgData name="Hasan Jamal" userId="6724a5da2ffd1b8f" providerId="LiveId" clId="{0C177C6E-E5F3-4BD7-A9C3-3F2F65AA2CAB}" dt="2024-10-21T06:14:29.341" v="7356" actId="20577"/>
          <ac:spMkLst>
            <pc:docMk/>
            <pc:sldMk cId="2797904385" sldId="827"/>
            <ac:spMk id="3074" creationId="{482099A8-85B0-4BD4-9693-1A49A343EB52}"/>
          </ac:spMkLst>
        </pc:spChg>
      </pc:sldChg>
      <pc:sldChg chg="modSp add mod">
        <pc:chgData name="Hasan Jamal" userId="6724a5da2ffd1b8f" providerId="LiveId" clId="{0C177C6E-E5F3-4BD7-A9C3-3F2F65AA2CAB}" dt="2024-10-21T06:26:39.376" v="7844" actId="20577"/>
        <pc:sldMkLst>
          <pc:docMk/>
          <pc:sldMk cId="2337953599" sldId="828"/>
        </pc:sldMkLst>
        <pc:spChg chg="mod">
          <ac:chgData name="Hasan Jamal" userId="6724a5da2ffd1b8f" providerId="LiveId" clId="{0C177C6E-E5F3-4BD7-A9C3-3F2F65AA2CAB}" dt="2024-10-21T06:26:39.376" v="7844" actId="20577"/>
          <ac:spMkLst>
            <pc:docMk/>
            <pc:sldMk cId="2337953599" sldId="828"/>
            <ac:spMk id="12" creationId="{EF0103A9-5651-5DD5-4896-4F41D6AC8FB0}"/>
          </ac:spMkLst>
        </pc:spChg>
        <pc:spChg chg="mod">
          <ac:chgData name="Hasan Jamal" userId="6724a5da2ffd1b8f" providerId="LiveId" clId="{0C177C6E-E5F3-4BD7-A9C3-3F2F65AA2CAB}" dt="2024-10-21T06:22:14.054" v="7497" actId="20577"/>
          <ac:spMkLst>
            <pc:docMk/>
            <pc:sldMk cId="2337953599" sldId="828"/>
            <ac:spMk id="3074" creationId="{CA47A105-0621-416E-E0A9-1345A9A613B1}"/>
          </ac:spMkLst>
        </pc:spChg>
      </pc:sldChg>
      <pc:sldChg chg="modSp add mod">
        <pc:chgData name="Hasan Jamal" userId="6724a5da2ffd1b8f" providerId="LiveId" clId="{0C177C6E-E5F3-4BD7-A9C3-3F2F65AA2CAB}" dt="2024-10-21T06:31:02.473" v="7988"/>
        <pc:sldMkLst>
          <pc:docMk/>
          <pc:sldMk cId="2145772478" sldId="829"/>
        </pc:sldMkLst>
        <pc:spChg chg="mod">
          <ac:chgData name="Hasan Jamal" userId="6724a5da2ffd1b8f" providerId="LiveId" clId="{0C177C6E-E5F3-4BD7-A9C3-3F2F65AA2CAB}" dt="2024-10-21T06:31:02.473" v="7988"/>
          <ac:spMkLst>
            <pc:docMk/>
            <pc:sldMk cId="2145772478" sldId="829"/>
            <ac:spMk id="12" creationId="{DB62EF7B-FE98-C7B5-1A3B-7B92DF08354A}"/>
          </ac:spMkLst>
        </pc:spChg>
        <pc:spChg chg="mod">
          <ac:chgData name="Hasan Jamal" userId="6724a5da2ffd1b8f" providerId="LiveId" clId="{0C177C6E-E5F3-4BD7-A9C3-3F2F65AA2CAB}" dt="2024-10-21T06:27:01.540" v="7856" actId="20577"/>
          <ac:spMkLst>
            <pc:docMk/>
            <pc:sldMk cId="2145772478" sldId="829"/>
            <ac:spMk id="3074" creationId="{A20F2CB3-CD08-5303-AE16-D0AD38BEB250}"/>
          </ac:spMkLst>
        </pc:spChg>
      </pc:sldChg>
      <pc:sldChg chg="delSp modSp add mod">
        <pc:chgData name="Hasan Jamal" userId="6724a5da2ffd1b8f" providerId="LiveId" clId="{0C177C6E-E5F3-4BD7-A9C3-3F2F65AA2CAB}" dt="2024-10-21T10:02:52.046" v="8635" actId="20577"/>
        <pc:sldMkLst>
          <pc:docMk/>
          <pc:sldMk cId="2929076733" sldId="830"/>
        </pc:sldMkLst>
        <pc:spChg chg="mod">
          <ac:chgData name="Hasan Jamal" userId="6724a5da2ffd1b8f" providerId="LiveId" clId="{0C177C6E-E5F3-4BD7-A9C3-3F2F65AA2CAB}" dt="2024-10-21T10:02:52.046" v="8635" actId="20577"/>
          <ac:spMkLst>
            <pc:docMk/>
            <pc:sldMk cId="2929076733" sldId="830"/>
            <ac:spMk id="2" creationId="{0B5B56A0-E7F9-8C91-93D3-B51B34865CD7}"/>
          </ac:spMkLst>
        </pc:spChg>
        <pc:spChg chg="mod">
          <ac:chgData name="Hasan Jamal" userId="6724a5da2ffd1b8f" providerId="LiveId" clId="{0C177C6E-E5F3-4BD7-A9C3-3F2F65AA2CAB}" dt="2024-10-21T06:45:01.609" v="8356" actId="1076"/>
          <ac:spMkLst>
            <pc:docMk/>
            <pc:sldMk cId="2929076733" sldId="830"/>
            <ac:spMk id="4" creationId="{A80941EF-AC95-6473-B5F4-13BFAC8003F2}"/>
          </ac:spMkLst>
        </pc:spChg>
        <pc:spChg chg="del mod">
          <ac:chgData name="Hasan Jamal" userId="6724a5da2ffd1b8f" providerId="LiveId" clId="{0C177C6E-E5F3-4BD7-A9C3-3F2F65AA2CAB}" dt="2024-10-21T06:41:16.269" v="8141" actId="478"/>
          <ac:spMkLst>
            <pc:docMk/>
            <pc:sldMk cId="2929076733" sldId="830"/>
            <ac:spMk id="5" creationId="{84D99131-CEB1-9F4F-DC29-28043447E9B7}"/>
          </ac:spMkLst>
        </pc:spChg>
        <pc:spChg chg="del mod">
          <ac:chgData name="Hasan Jamal" userId="6724a5da2ffd1b8f" providerId="LiveId" clId="{0C177C6E-E5F3-4BD7-A9C3-3F2F65AA2CAB}" dt="2024-10-21T06:41:16.269" v="8141" actId="478"/>
          <ac:spMkLst>
            <pc:docMk/>
            <pc:sldMk cId="2929076733" sldId="830"/>
            <ac:spMk id="6" creationId="{A5B6C0F0-5A12-E299-5926-0B94D3010873}"/>
          </ac:spMkLst>
        </pc:spChg>
        <pc:spChg chg="mod">
          <ac:chgData name="Hasan Jamal" userId="6724a5da2ffd1b8f" providerId="LiveId" clId="{0C177C6E-E5F3-4BD7-A9C3-3F2F65AA2CAB}" dt="2024-10-21T06:39:42.646" v="8114"/>
          <ac:spMkLst>
            <pc:docMk/>
            <pc:sldMk cId="2929076733" sldId="830"/>
            <ac:spMk id="7" creationId="{EB2B7D02-F793-B2DF-0563-BE3466DA8C4E}"/>
          </ac:spMkLst>
        </pc:spChg>
        <pc:spChg chg="mod">
          <ac:chgData name="Hasan Jamal" userId="6724a5da2ffd1b8f" providerId="LiveId" clId="{0C177C6E-E5F3-4BD7-A9C3-3F2F65AA2CAB}" dt="2024-10-21T06:44:19.113" v="8301" actId="1076"/>
          <ac:spMkLst>
            <pc:docMk/>
            <pc:sldMk cId="2929076733" sldId="830"/>
            <ac:spMk id="8" creationId="{6165E256-4493-9D95-B2A9-E412F7D7DE52}"/>
          </ac:spMkLst>
        </pc:spChg>
        <pc:spChg chg="mod">
          <ac:chgData name="Hasan Jamal" userId="6724a5da2ffd1b8f" providerId="LiveId" clId="{0C177C6E-E5F3-4BD7-A9C3-3F2F65AA2CAB}" dt="2024-10-21T06:43:56.337" v="8297" actId="1076"/>
          <ac:spMkLst>
            <pc:docMk/>
            <pc:sldMk cId="2929076733" sldId="830"/>
            <ac:spMk id="9" creationId="{56D87FE6-7588-C2A9-62A8-5F3C08D58C7C}"/>
          </ac:spMkLst>
        </pc:spChg>
        <pc:spChg chg="mod">
          <ac:chgData name="Hasan Jamal" userId="6724a5da2ffd1b8f" providerId="LiveId" clId="{0C177C6E-E5F3-4BD7-A9C3-3F2F65AA2CAB}" dt="2024-10-21T06:39:37.962" v="8113"/>
          <ac:spMkLst>
            <pc:docMk/>
            <pc:sldMk cId="2929076733" sldId="830"/>
            <ac:spMk id="10" creationId="{0736630A-248D-2909-8C11-FA4286B1A001}"/>
          </ac:spMkLst>
        </pc:spChg>
        <pc:spChg chg="mod">
          <ac:chgData name="Hasan Jamal" userId="6724a5da2ffd1b8f" providerId="LiveId" clId="{0C177C6E-E5F3-4BD7-A9C3-3F2F65AA2CAB}" dt="2024-10-21T06:44:04.276" v="8300" actId="14100"/>
          <ac:spMkLst>
            <pc:docMk/>
            <pc:sldMk cId="2929076733" sldId="830"/>
            <ac:spMk id="11" creationId="{09129CE0-D125-7824-D5CB-670BA2E51B8D}"/>
          </ac:spMkLst>
        </pc:spChg>
        <pc:spChg chg="mod">
          <ac:chgData name="Hasan Jamal" userId="6724a5da2ffd1b8f" providerId="LiveId" clId="{0C177C6E-E5F3-4BD7-A9C3-3F2F65AA2CAB}" dt="2024-10-21T06:44:30.522" v="8304" actId="1076"/>
          <ac:spMkLst>
            <pc:docMk/>
            <pc:sldMk cId="2929076733" sldId="830"/>
            <ac:spMk id="13" creationId="{E12E8595-8715-1A4B-2979-35AA57C948AD}"/>
          </ac:spMkLst>
        </pc:spChg>
        <pc:spChg chg="mod">
          <ac:chgData name="Hasan Jamal" userId="6724a5da2ffd1b8f" providerId="LiveId" clId="{0C177C6E-E5F3-4BD7-A9C3-3F2F65AA2CAB}" dt="2024-10-21T06:41:37.282" v="8195" actId="1035"/>
          <ac:spMkLst>
            <pc:docMk/>
            <pc:sldMk cId="2929076733" sldId="830"/>
            <ac:spMk id="15" creationId="{EBE313CA-AADF-9CCC-9ED9-77CC650435D0}"/>
          </ac:spMkLst>
        </pc:spChg>
        <pc:spChg chg="mod">
          <ac:chgData name="Hasan Jamal" userId="6724a5da2ffd1b8f" providerId="LiveId" clId="{0C177C6E-E5F3-4BD7-A9C3-3F2F65AA2CAB}" dt="2024-10-21T06:44:42.068" v="8330" actId="1035"/>
          <ac:spMkLst>
            <pc:docMk/>
            <pc:sldMk cId="2929076733" sldId="830"/>
            <ac:spMk id="25" creationId="{6D9D6C92-62D8-2299-89D1-88C318446DAD}"/>
          </ac:spMkLst>
        </pc:spChg>
        <pc:spChg chg="mod">
          <ac:chgData name="Hasan Jamal" userId="6724a5da2ffd1b8f" providerId="LiveId" clId="{0C177C6E-E5F3-4BD7-A9C3-3F2F65AA2CAB}" dt="2024-10-21T06:36:40.016" v="8004" actId="20577"/>
          <ac:spMkLst>
            <pc:docMk/>
            <pc:sldMk cId="2929076733" sldId="830"/>
            <ac:spMk id="3074" creationId="{26B5F793-59AC-4345-9898-ACA6DD401880}"/>
          </ac:spMkLst>
        </pc:spChg>
        <pc:cxnChg chg="mod">
          <ac:chgData name="Hasan Jamal" userId="6724a5da2ffd1b8f" providerId="LiveId" clId="{0C177C6E-E5F3-4BD7-A9C3-3F2F65AA2CAB}" dt="2024-10-21T06:44:54.276" v="8354" actId="1036"/>
          <ac:cxnSpMkLst>
            <pc:docMk/>
            <pc:sldMk cId="2929076733" sldId="830"/>
            <ac:cxnSpMk id="14" creationId="{375BDF44-2F4B-6B76-DEB2-0111569BAF04}"/>
          </ac:cxnSpMkLst>
        </pc:cxnChg>
        <pc:cxnChg chg="mod">
          <ac:chgData name="Hasan Jamal" userId="6724a5da2ffd1b8f" providerId="LiveId" clId="{0C177C6E-E5F3-4BD7-A9C3-3F2F65AA2CAB}" dt="2024-10-21T06:37:08.042" v="8025" actId="1035"/>
          <ac:cxnSpMkLst>
            <pc:docMk/>
            <pc:sldMk cId="2929076733" sldId="830"/>
            <ac:cxnSpMk id="17" creationId="{6F4BFBAA-0CC4-349E-410F-CDE6DA2A8A3B}"/>
          </ac:cxnSpMkLst>
        </pc:cxnChg>
        <pc:cxnChg chg="mod">
          <ac:chgData name="Hasan Jamal" userId="6724a5da2ffd1b8f" providerId="LiveId" clId="{0C177C6E-E5F3-4BD7-A9C3-3F2F65AA2CAB}" dt="2024-10-21T06:37:08.042" v="8025" actId="1035"/>
          <ac:cxnSpMkLst>
            <pc:docMk/>
            <pc:sldMk cId="2929076733" sldId="830"/>
            <ac:cxnSpMk id="18" creationId="{1C03B5C1-129C-7904-73D9-E2DA4665DF7D}"/>
          </ac:cxnSpMkLst>
        </pc:cxnChg>
        <pc:cxnChg chg="mod">
          <ac:chgData name="Hasan Jamal" userId="6724a5da2ffd1b8f" providerId="LiveId" clId="{0C177C6E-E5F3-4BD7-A9C3-3F2F65AA2CAB}" dt="2024-10-21T06:44:42.068" v="8330" actId="1035"/>
          <ac:cxnSpMkLst>
            <pc:docMk/>
            <pc:sldMk cId="2929076733" sldId="830"/>
            <ac:cxnSpMk id="26" creationId="{D15B8A14-FC38-AE9A-13FA-54DD575A3D05}"/>
          </ac:cxnSpMkLst>
        </pc:cxnChg>
        <pc:cxnChg chg="mod">
          <ac:chgData name="Hasan Jamal" userId="6724a5da2ffd1b8f" providerId="LiveId" clId="{0C177C6E-E5F3-4BD7-A9C3-3F2F65AA2CAB}" dt="2024-10-21T06:44:42.068" v="8330" actId="1035"/>
          <ac:cxnSpMkLst>
            <pc:docMk/>
            <pc:sldMk cId="2929076733" sldId="830"/>
            <ac:cxnSpMk id="27" creationId="{EA017406-6B1B-3E77-0604-FDA26AC3C373}"/>
          </ac:cxnSpMkLst>
        </pc:cxnChg>
      </pc:sldChg>
      <pc:sldChg chg="addSp modSp add mod">
        <pc:chgData name="Hasan Jamal" userId="6724a5da2ffd1b8f" providerId="LiveId" clId="{0C177C6E-E5F3-4BD7-A9C3-3F2F65AA2CAB}" dt="2024-10-21T10:05:11.888" v="8677" actId="1037"/>
        <pc:sldMkLst>
          <pc:docMk/>
          <pc:sldMk cId="33197305" sldId="831"/>
        </pc:sldMkLst>
        <pc:spChg chg="add mod">
          <ac:chgData name="Hasan Jamal" userId="6724a5da2ffd1b8f" providerId="LiveId" clId="{0C177C6E-E5F3-4BD7-A9C3-3F2F65AA2CAB}" dt="2024-10-21T10:05:11.888" v="8677" actId="1037"/>
          <ac:spMkLst>
            <pc:docMk/>
            <pc:sldMk cId="33197305" sldId="831"/>
            <ac:spMk id="2" creationId="{ABFD7869-C7C1-ACF6-FB23-FCD49CE5FD1C}"/>
          </ac:spMkLst>
        </pc:spChg>
        <pc:spChg chg="mod">
          <ac:chgData name="Hasan Jamal" userId="6724a5da2ffd1b8f" providerId="LiveId" clId="{0C177C6E-E5F3-4BD7-A9C3-3F2F65AA2CAB}" dt="2024-10-21T10:01:26.215" v="8556" actId="6549"/>
          <ac:spMkLst>
            <pc:docMk/>
            <pc:sldMk cId="33197305" sldId="831"/>
            <ac:spMk id="12" creationId="{1D85BD79-9B92-A0EF-9340-EAB09DD8311C}"/>
          </ac:spMkLst>
        </pc:spChg>
        <pc:spChg chg="mod">
          <ac:chgData name="Hasan Jamal" userId="6724a5da2ffd1b8f" providerId="LiveId" clId="{0C177C6E-E5F3-4BD7-A9C3-3F2F65AA2CAB}" dt="2024-10-21T09:59:31.989" v="8378" actId="20577"/>
          <ac:spMkLst>
            <pc:docMk/>
            <pc:sldMk cId="33197305" sldId="831"/>
            <ac:spMk id="3074" creationId="{9181BF80-8109-A7BF-AECC-5C6CCE98828D}"/>
          </ac:spMkLst>
        </pc:spChg>
      </pc:sldChg>
      <pc:sldChg chg="delSp modSp add mod">
        <pc:chgData name="Hasan Jamal" userId="6724a5da2ffd1b8f" providerId="LiveId" clId="{0C177C6E-E5F3-4BD7-A9C3-3F2F65AA2CAB}" dt="2024-10-21T10:14:37.695" v="8979" actId="2711"/>
        <pc:sldMkLst>
          <pc:docMk/>
          <pc:sldMk cId="3988028389" sldId="832"/>
        </pc:sldMkLst>
        <pc:spChg chg="del">
          <ac:chgData name="Hasan Jamal" userId="6724a5da2ffd1b8f" providerId="LiveId" clId="{0C177C6E-E5F3-4BD7-A9C3-3F2F65AA2CAB}" dt="2024-10-21T10:05:43.801" v="8679" actId="478"/>
          <ac:spMkLst>
            <pc:docMk/>
            <pc:sldMk cId="3988028389" sldId="832"/>
            <ac:spMk id="2" creationId="{9BCB1A10-7556-7603-C4B7-5371D0900E77}"/>
          </ac:spMkLst>
        </pc:spChg>
        <pc:spChg chg="mod">
          <ac:chgData name="Hasan Jamal" userId="6724a5da2ffd1b8f" providerId="LiveId" clId="{0C177C6E-E5F3-4BD7-A9C3-3F2F65AA2CAB}" dt="2024-10-21T10:14:37.695" v="8979" actId="2711"/>
          <ac:spMkLst>
            <pc:docMk/>
            <pc:sldMk cId="3988028389" sldId="832"/>
            <ac:spMk id="12" creationId="{A147D44C-8F93-F836-D903-69F767F94A03}"/>
          </ac:spMkLst>
        </pc:spChg>
      </pc:sldChg>
      <pc:sldChg chg="modSp add mod">
        <pc:chgData name="Hasan Jamal" userId="6724a5da2ffd1b8f" providerId="LiveId" clId="{0C177C6E-E5F3-4BD7-A9C3-3F2F65AA2CAB}" dt="2024-10-21T10:19:57.054" v="9110" actId="113"/>
        <pc:sldMkLst>
          <pc:docMk/>
          <pc:sldMk cId="1524573923" sldId="833"/>
        </pc:sldMkLst>
        <pc:spChg chg="mod">
          <ac:chgData name="Hasan Jamal" userId="6724a5da2ffd1b8f" providerId="LiveId" clId="{0C177C6E-E5F3-4BD7-A9C3-3F2F65AA2CAB}" dt="2024-10-21T10:19:57.054" v="9110" actId="113"/>
          <ac:spMkLst>
            <pc:docMk/>
            <pc:sldMk cId="1524573923" sldId="833"/>
            <ac:spMk id="12" creationId="{7538B74B-5126-1676-76AF-931D4A12979D}"/>
          </ac:spMkLst>
        </pc:spChg>
        <pc:spChg chg="mod">
          <ac:chgData name="Hasan Jamal" userId="6724a5da2ffd1b8f" providerId="LiveId" clId="{0C177C6E-E5F3-4BD7-A9C3-3F2F65AA2CAB}" dt="2024-10-21T10:15:17.265" v="8996" actId="20577"/>
          <ac:spMkLst>
            <pc:docMk/>
            <pc:sldMk cId="1524573923" sldId="833"/>
            <ac:spMk id="3074" creationId="{8E1FA472-2290-EA68-F277-E410B83B6A5F}"/>
          </ac:spMkLst>
        </pc:spChg>
      </pc:sldChg>
      <pc:sldChg chg="modSp add mod">
        <pc:chgData name="Hasan Jamal" userId="6724a5da2ffd1b8f" providerId="LiveId" clId="{0C177C6E-E5F3-4BD7-A9C3-3F2F65AA2CAB}" dt="2024-10-21T10:30:36.232" v="9295" actId="207"/>
        <pc:sldMkLst>
          <pc:docMk/>
          <pc:sldMk cId="2655579869" sldId="834"/>
        </pc:sldMkLst>
        <pc:spChg chg="mod">
          <ac:chgData name="Hasan Jamal" userId="6724a5da2ffd1b8f" providerId="LiveId" clId="{0C177C6E-E5F3-4BD7-A9C3-3F2F65AA2CAB}" dt="2024-10-21T10:30:36.232" v="9295" actId="207"/>
          <ac:spMkLst>
            <pc:docMk/>
            <pc:sldMk cId="2655579869" sldId="834"/>
            <ac:spMk id="12" creationId="{4D7DDF8C-665C-9C21-43E0-6EE4B56B0D0B}"/>
          </ac:spMkLst>
        </pc:spChg>
        <pc:spChg chg="mod">
          <ac:chgData name="Hasan Jamal" userId="6724a5da2ffd1b8f" providerId="LiveId" clId="{0C177C6E-E5F3-4BD7-A9C3-3F2F65AA2CAB}" dt="2024-10-21T10:20:21.792" v="9131" actId="20577"/>
          <ac:spMkLst>
            <pc:docMk/>
            <pc:sldMk cId="2655579869" sldId="834"/>
            <ac:spMk id="3074" creationId="{ED2C120E-C7EE-7EEC-CA23-CF2164A03D03}"/>
          </ac:spMkLst>
        </pc:spChg>
      </pc:sldChg>
      <pc:sldChg chg="addSp modSp add mod">
        <pc:chgData name="Hasan Jamal" userId="6724a5da2ffd1b8f" providerId="LiveId" clId="{0C177C6E-E5F3-4BD7-A9C3-3F2F65AA2CAB}" dt="2024-11-14T10:47:29.266" v="13389" actId="20577"/>
        <pc:sldMkLst>
          <pc:docMk/>
          <pc:sldMk cId="273887641" sldId="835"/>
        </pc:sldMkLst>
        <pc:spChg chg="add mod">
          <ac:chgData name="Hasan Jamal" userId="6724a5da2ffd1b8f" providerId="LiveId" clId="{0C177C6E-E5F3-4BD7-A9C3-3F2F65AA2CAB}" dt="2024-10-21T10:40:00.784" v="9748" actId="207"/>
          <ac:spMkLst>
            <pc:docMk/>
            <pc:sldMk cId="273887641" sldId="835"/>
            <ac:spMk id="2" creationId="{4622F9A5-3AE5-8B35-3B3A-659F842CEBEF}"/>
          </ac:spMkLst>
        </pc:spChg>
        <pc:spChg chg="add mod">
          <ac:chgData name="Hasan Jamal" userId="6724a5da2ffd1b8f" providerId="LiveId" clId="{0C177C6E-E5F3-4BD7-A9C3-3F2F65AA2CAB}" dt="2024-10-21T10:41:41.200" v="9774" actId="1036"/>
          <ac:spMkLst>
            <pc:docMk/>
            <pc:sldMk cId="273887641" sldId="835"/>
            <ac:spMk id="4" creationId="{9FDC5D1B-56D6-0F90-2A3E-722A53413D59}"/>
          </ac:spMkLst>
        </pc:spChg>
        <pc:spChg chg="add mod">
          <ac:chgData name="Hasan Jamal" userId="6724a5da2ffd1b8f" providerId="LiveId" clId="{0C177C6E-E5F3-4BD7-A9C3-3F2F65AA2CAB}" dt="2024-10-21T10:41:54.211" v="9782" actId="1035"/>
          <ac:spMkLst>
            <pc:docMk/>
            <pc:sldMk cId="273887641" sldId="835"/>
            <ac:spMk id="5" creationId="{689373F3-1F76-033F-19C5-825D4FE8441C}"/>
          </ac:spMkLst>
        </pc:spChg>
        <pc:spChg chg="mod">
          <ac:chgData name="Hasan Jamal" userId="6724a5da2ffd1b8f" providerId="LiveId" clId="{0C177C6E-E5F3-4BD7-A9C3-3F2F65AA2CAB}" dt="2024-11-14T10:47:29.266" v="13389" actId="20577"/>
          <ac:spMkLst>
            <pc:docMk/>
            <pc:sldMk cId="273887641" sldId="835"/>
            <ac:spMk id="12" creationId="{E875A2D6-A456-DA17-B45D-4499BD8D247B}"/>
          </ac:spMkLst>
        </pc:spChg>
        <pc:spChg chg="mod">
          <ac:chgData name="Hasan Jamal" userId="6724a5da2ffd1b8f" providerId="LiveId" clId="{0C177C6E-E5F3-4BD7-A9C3-3F2F65AA2CAB}" dt="2024-10-21T10:32:58.167" v="9323" actId="20577"/>
          <ac:spMkLst>
            <pc:docMk/>
            <pc:sldMk cId="273887641" sldId="835"/>
            <ac:spMk id="3074" creationId="{FA5C0E87-11FE-2F07-49B9-C10052D915B7}"/>
          </ac:spMkLst>
        </pc:spChg>
        <pc:cxnChg chg="add mod">
          <ac:chgData name="Hasan Jamal" userId="6724a5da2ffd1b8f" providerId="LiveId" clId="{0C177C6E-E5F3-4BD7-A9C3-3F2F65AA2CAB}" dt="2024-10-21T10:41:11.380" v="9759" actId="208"/>
          <ac:cxnSpMkLst>
            <pc:docMk/>
            <pc:sldMk cId="273887641" sldId="835"/>
            <ac:cxnSpMk id="7" creationId="{18077838-AD32-F7F8-A0AB-9BB3D257D5C5}"/>
          </ac:cxnSpMkLst>
        </pc:cxnChg>
        <pc:cxnChg chg="add mod">
          <ac:chgData name="Hasan Jamal" userId="6724a5da2ffd1b8f" providerId="LiveId" clId="{0C177C6E-E5F3-4BD7-A9C3-3F2F65AA2CAB}" dt="2024-10-21T10:41:47.067" v="9775" actId="1076"/>
          <ac:cxnSpMkLst>
            <pc:docMk/>
            <pc:sldMk cId="273887641" sldId="835"/>
            <ac:cxnSpMk id="8" creationId="{E6746790-75CC-37BE-0613-2F3B4343417F}"/>
          </ac:cxnSpMkLst>
        </pc:cxnChg>
        <pc:cxnChg chg="add mod">
          <ac:chgData name="Hasan Jamal" userId="6724a5da2ffd1b8f" providerId="LiveId" clId="{0C177C6E-E5F3-4BD7-A9C3-3F2F65AA2CAB}" dt="2024-10-21T10:42:07.619" v="9788" actId="14100"/>
          <ac:cxnSpMkLst>
            <pc:docMk/>
            <pc:sldMk cId="273887641" sldId="835"/>
            <ac:cxnSpMk id="9" creationId="{39B7B0CA-FAB5-ABA6-31DF-15ECDE8A8C9F}"/>
          </ac:cxnSpMkLst>
        </pc:cxnChg>
      </pc:sldChg>
      <pc:sldChg chg="modSp add mod">
        <pc:chgData name="Hasan Jamal" userId="6724a5da2ffd1b8f" providerId="LiveId" clId="{0C177C6E-E5F3-4BD7-A9C3-3F2F65AA2CAB}" dt="2024-10-21T10:51:31.181" v="9919" actId="27636"/>
        <pc:sldMkLst>
          <pc:docMk/>
          <pc:sldMk cId="3236061358" sldId="836"/>
        </pc:sldMkLst>
        <pc:spChg chg="mod">
          <ac:chgData name="Hasan Jamal" userId="6724a5da2ffd1b8f" providerId="LiveId" clId="{0C177C6E-E5F3-4BD7-A9C3-3F2F65AA2CAB}" dt="2024-10-21T10:51:31.181" v="9919" actId="27636"/>
          <ac:spMkLst>
            <pc:docMk/>
            <pc:sldMk cId="3236061358" sldId="836"/>
            <ac:spMk id="12" creationId="{7996032A-BDED-6996-A52C-D144D6AB3A93}"/>
          </ac:spMkLst>
        </pc:spChg>
        <pc:spChg chg="mod">
          <ac:chgData name="Hasan Jamal" userId="6724a5da2ffd1b8f" providerId="LiveId" clId="{0C177C6E-E5F3-4BD7-A9C3-3F2F65AA2CAB}" dt="2024-10-21T10:44:41.656" v="9821" actId="20577"/>
          <ac:spMkLst>
            <pc:docMk/>
            <pc:sldMk cId="3236061358" sldId="836"/>
            <ac:spMk id="3074" creationId="{9232123C-D254-1437-5A03-6F49AF8E5E2C}"/>
          </ac:spMkLst>
        </pc:spChg>
      </pc:sldChg>
      <pc:sldChg chg="addSp modSp add mod">
        <pc:chgData name="Hasan Jamal" userId="6724a5da2ffd1b8f" providerId="LiveId" clId="{0C177C6E-E5F3-4BD7-A9C3-3F2F65AA2CAB}" dt="2024-10-21T11:09:20.141" v="10151" actId="1076"/>
        <pc:sldMkLst>
          <pc:docMk/>
          <pc:sldMk cId="2873902577" sldId="837"/>
        </pc:sldMkLst>
        <pc:spChg chg="add mod">
          <ac:chgData name="Hasan Jamal" userId="6724a5da2ffd1b8f" providerId="LiveId" clId="{0C177C6E-E5F3-4BD7-A9C3-3F2F65AA2CAB}" dt="2024-10-21T11:09:01.912" v="10148" actId="14100"/>
          <ac:spMkLst>
            <pc:docMk/>
            <pc:sldMk cId="2873902577" sldId="837"/>
            <ac:spMk id="2" creationId="{34257197-B50C-B849-3AF9-620CF39F481E}"/>
          </ac:spMkLst>
        </pc:spChg>
        <pc:spChg chg="add mod">
          <ac:chgData name="Hasan Jamal" userId="6724a5da2ffd1b8f" providerId="LiveId" clId="{0C177C6E-E5F3-4BD7-A9C3-3F2F65AA2CAB}" dt="2024-10-21T11:08:55.801" v="10147" actId="207"/>
          <ac:spMkLst>
            <pc:docMk/>
            <pc:sldMk cId="2873902577" sldId="837"/>
            <ac:spMk id="4" creationId="{5ACEEDC4-688F-1206-432C-76562B0025E4}"/>
          </ac:spMkLst>
        </pc:spChg>
        <pc:spChg chg="add mod">
          <ac:chgData name="Hasan Jamal" userId="6724a5da2ffd1b8f" providerId="LiveId" clId="{0C177C6E-E5F3-4BD7-A9C3-3F2F65AA2CAB}" dt="2024-10-21T11:09:13.964" v="10150" actId="1076"/>
          <ac:spMkLst>
            <pc:docMk/>
            <pc:sldMk cId="2873902577" sldId="837"/>
            <ac:spMk id="5" creationId="{1F05958C-2CDB-04A6-523D-635CAFBDCAF0}"/>
          </ac:spMkLst>
        </pc:spChg>
        <pc:spChg chg="add mod">
          <ac:chgData name="Hasan Jamal" userId="6724a5da2ffd1b8f" providerId="LiveId" clId="{0C177C6E-E5F3-4BD7-A9C3-3F2F65AA2CAB}" dt="2024-10-21T11:09:20.141" v="10151" actId="1076"/>
          <ac:spMkLst>
            <pc:docMk/>
            <pc:sldMk cId="2873902577" sldId="837"/>
            <ac:spMk id="6" creationId="{A7CE8E28-F0BF-57C6-7BCA-3DE4F395E881}"/>
          </ac:spMkLst>
        </pc:spChg>
        <pc:spChg chg="mod">
          <ac:chgData name="Hasan Jamal" userId="6724a5da2ffd1b8f" providerId="LiveId" clId="{0C177C6E-E5F3-4BD7-A9C3-3F2F65AA2CAB}" dt="2024-10-21T11:03:14.385" v="9945"/>
          <ac:spMkLst>
            <pc:docMk/>
            <pc:sldMk cId="2873902577" sldId="837"/>
            <ac:spMk id="12" creationId="{5C5E9CE0-0B10-4BF8-E811-4ED2B152A62E}"/>
          </ac:spMkLst>
        </pc:spChg>
      </pc:sldChg>
      <pc:sldChg chg="addSp delSp modSp add mod modAnim">
        <pc:chgData name="Hasan Jamal" userId="6724a5da2ffd1b8f" providerId="LiveId" clId="{0C177C6E-E5F3-4BD7-A9C3-3F2F65AA2CAB}" dt="2024-10-21T11:41:09.732" v="10587" actId="14100"/>
        <pc:sldMkLst>
          <pc:docMk/>
          <pc:sldMk cId="2270364909" sldId="838"/>
        </pc:sldMkLst>
        <pc:spChg chg="mod">
          <ac:chgData name="Hasan Jamal" userId="6724a5da2ffd1b8f" providerId="LiveId" clId="{0C177C6E-E5F3-4BD7-A9C3-3F2F65AA2CAB}" dt="2024-10-21T11:34:22.626" v="10487" actId="1035"/>
          <ac:spMkLst>
            <pc:docMk/>
            <pc:sldMk cId="2270364909" sldId="838"/>
            <ac:spMk id="2" creationId="{ABBDA3D1-8A07-DFE5-ABF7-39799E07255B}"/>
          </ac:spMkLst>
        </pc:spChg>
        <pc:spChg chg="del">
          <ac:chgData name="Hasan Jamal" userId="6724a5da2ffd1b8f" providerId="LiveId" clId="{0C177C6E-E5F3-4BD7-A9C3-3F2F65AA2CAB}" dt="2024-10-21T11:12:41.009" v="10243" actId="478"/>
          <ac:spMkLst>
            <pc:docMk/>
            <pc:sldMk cId="2270364909" sldId="838"/>
            <ac:spMk id="4" creationId="{81C20802-C553-80F6-949A-FD1DB6C7F267}"/>
          </ac:spMkLst>
        </pc:spChg>
        <pc:spChg chg="del">
          <ac:chgData name="Hasan Jamal" userId="6724a5da2ffd1b8f" providerId="LiveId" clId="{0C177C6E-E5F3-4BD7-A9C3-3F2F65AA2CAB}" dt="2024-10-21T11:12:36.963" v="10242" actId="478"/>
          <ac:spMkLst>
            <pc:docMk/>
            <pc:sldMk cId="2270364909" sldId="838"/>
            <ac:spMk id="5" creationId="{EB3FE806-8B45-E488-3060-97CFD29BB072}"/>
          </ac:spMkLst>
        </pc:spChg>
        <pc:spChg chg="del">
          <ac:chgData name="Hasan Jamal" userId="6724a5da2ffd1b8f" providerId="LiveId" clId="{0C177C6E-E5F3-4BD7-A9C3-3F2F65AA2CAB}" dt="2024-10-21T11:12:36.963" v="10242" actId="478"/>
          <ac:spMkLst>
            <pc:docMk/>
            <pc:sldMk cId="2270364909" sldId="838"/>
            <ac:spMk id="6" creationId="{90150A59-2BE3-8E46-C3EF-E9E52021158E}"/>
          </ac:spMkLst>
        </pc:spChg>
        <pc:spChg chg="add mod">
          <ac:chgData name="Hasan Jamal" userId="6724a5da2ffd1b8f" providerId="LiveId" clId="{0C177C6E-E5F3-4BD7-A9C3-3F2F65AA2CAB}" dt="2024-10-21T11:39:58.545" v="10573" actId="14100"/>
          <ac:spMkLst>
            <pc:docMk/>
            <pc:sldMk cId="2270364909" sldId="838"/>
            <ac:spMk id="7" creationId="{20A57248-7D8F-B582-165E-24E970555FDD}"/>
          </ac:spMkLst>
        </pc:spChg>
        <pc:spChg chg="add mod">
          <ac:chgData name="Hasan Jamal" userId="6724a5da2ffd1b8f" providerId="LiveId" clId="{0C177C6E-E5F3-4BD7-A9C3-3F2F65AA2CAB}" dt="2024-10-21T11:39:34.396" v="10569" actId="1036"/>
          <ac:spMkLst>
            <pc:docMk/>
            <pc:sldMk cId="2270364909" sldId="838"/>
            <ac:spMk id="8" creationId="{FD93AC6D-EE3E-4F2A-78A1-F95B4349C2A2}"/>
          </ac:spMkLst>
        </pc:spChg>
        <pc:spChg chg="mod">
          <ac:chgData name="Hasan Jamal" userId="6724a5da2ffd1b8f" providerId="LiveId" clId="{0C177C6E-E5F3-4BD7-A9C3-3F2F65AA2CAB}" dt="2024-10-21T11:35:33.852" v="10490" actId="14100"/>
          <ac:spMkLst>
            <pc:docMk/>
            <pc:sldMk cId="2270364909" sldId="838"/>
            <ac:spMk id="12" creationId="{E8FDD3B7-D8D5-21A9-A3CC-93895D639CE2}"/>
          </ac:spMkLst>
        </pc:spChg>
        <pc:spChg chg="add mod">
          <ac:chgData name="Hasan Jamal" userId="6724a5da2ffd1b8f" providerId="LiveId" clId="{0C177C6E-E5F3-4BD7-A9C3-3F2F65AA2CAB}" dt="2024-10-21T11:40:52.130" v="10583" actId="14100"/>
          <ac:spMkLst>
            <pc:docMk/>
            <pc:sldMk cId="2270364909" sldId="838"/>
            <ac:spMk id="14" creationId="{24FD7A98-E78A-776A-E1E2-D6F683DC53F9}"/>
          </ac:spMkLst>
        </pc:spChg>
        <pc:spChg chg="mod">
          <ac:chgData name="Hasan Jamal" userId="6724a5da2ffd1b8f" providerId="LiveId" clId="{0C177C6E-E5F3-4BD7-A9C3-3F2F65AA2CAB}" dt="2024-10-21T11:12:08.910" v="10174" actId="20577"/>
          <ac:spMkLst>
            <pc:docMk/>
            <pc:sldMk cId="2270364909" sldId="838"/>
            <ac:spMk id="3074" creationId="{86EE2601-78D2-6717-E9CF-74C24DF86EE3}"/>
          </ac:spMkLst>
        </pc:spChg>
        <pc:cxnChg chg="add mod">
          <ac:chgData name="Hasan Jamal" userId="6724a5da2ffd1b8f" providerId="LiveId" clId="{0C177C6E-E5F3-4BD7-A9C3-3F2F65AA2CAB}" dt="2024-10-21T11:40:03.142" v="10575" actId="14100"/>
          <ac:cxnSpMkLst>
            <pc:docMk/>
            <pc:sldMk cId="2270364909" sldId="838"/>
            <ac:cxnSpMk id="9" creationId="{BF5355F1-04CF-EA27-930E-495575D0A219}"/>
          </ac:cxnSpMkLst>
        </pc:cxnChg>
        <pc:cxnChg chg="add mod">
          <ac:chgData name="Hasan Jamal" userId="6724a5da2ffd1b8f" providerId="LiveId" clId="{0C177C6E-E5F3-4BD7-A9C3-3F2F65AA2CAB}" dt="2024-10-21T11:39:34.396" v="10569" actId="1036"/>
          <ac:cxnSpMkLst>
            <pc:docMk/>
            <pc:sldMk cId="2270364909" sldId="838"/>
            <ac:cxnSpMk id="10" creationId="{AC320A58-7647-7342-9CD2-CFFD2BD4C222}"/>
          </ac:cxnSpMkLst>
        </pc:cxnChg>
        <pc:cxnChg chg="add mod">
          <ac:chgData name="Hasan Jamal" userId="6724a5da2ffd1b8f" providerId="LiveId" clId="{0C177C6E-E5F3-4BD7-A9C3-3F2F65AA2CAB}" dt="2024-10-21T11:40:17.195" v="10578" actId="14100"/>
          <ac:cxnSpMkLst>
            <pc:docMk/>
            <pc:sldMk cId="2270364909" sldId="838"/>
            <ac:cxnSpMk id="11" creationId="{89452B81-A330-5CFB-93F7-B75B71B523AE}"/>
          </ac:cxnSpMkLst>
        </pc:cxnChg>
        <pc:cxnChg chg="add mod">
          <ac:chgData name="Hasan Jamal" userId="6724a5da2ffd1b8f" providerId="LiveId" clId="{0C177C6E-E5F3-4BD7-A9C3-3F2F65AA2CAB}" dt="2024-10-21T11:39:40.339" v="10571" actId="14100"/>
          <ac:cxnSpMkLst>
            <pc:docMk/>
            <pc:sldMk cId="2270364909" sldId="838"/>
            <ac:cxnSpMk id="13" creationId="{32903F07-0649-3C64-323A-7B0AE63AADDE}"/>
          </ac:cxnSpMkLst>
        </pc:cxnChg>
        <pc:cxnChg chg="add mod">
          <ac:chgData name="Hasan Jamal" userId="6724a5da2ffd1b8f" providerId="LiveId" clId="{0C177C6E-E5F3-4BD7-A9C3-3F2F65AA2CAB}" dt="2024-10-21T11:41:02.298" v="10586" actId="14100"/>
          <ac:cxnSpMkLst>
            <pc:docMk/>
            <pc:sldMk cId="2270364909" sldId="838"/>
            <ac:cxnSpMk id="15" creationId="{BB38F1C7-81DD-FFFB-2E89-39DCC03C88B6}"/>
          </ac:cxnSpMkLst>
        </pc:cxnChg>
        <pc:cxnChg chg="add mod">
          <ac:chgData name="Hasan Jamal" userId="6724a5da2ffd1b8f" providerId="LiveId" clId="{0C177C6E-E5F3-4BD7-A9C3-3F2F65AA2CAB}" dt="2024-10-21T11:41:09.732" v="10587" actId="14100"/>
          <ac:cxnSpMkLst>
            <pc:docMk/>
            <pc:sldMk cId="2270364909" sldId="838"/>
            <ac:cxnSpMk id="16" creationId="{C1C12D41-A686-5670-7C90-DF39A2F9946E}"/>
          </ac:cxnSpMkLst>
        </pc:cxnChg>
      </pc:sldChg>
      <pc:sldChg chg="modSp add mod">
        <pc:chgData name="Hasan Jamal" userId="6724a5da2ffd1b8f" providerId="LiveId" clId="{0C177C6E-E5F3-4BD7-A9C3-3F2F65AA2CAB}" dt="2024-10-21T11:48:16.460" v="10653"/>
        <pc:sldMkLst>
          <pc:docMk/>
          <pc:sldMk cId="1089796124" sldId="839"/>
        </pc:sldMkLst>
        <pc:spChg chg="mod">
          <ac:chgData name="Hasan Jamal" userId="6724a5da2ffd1b8f" providerId="LiveId" clId="{0C177C6E-E5F3-4BD7-A9C3-3F2F65AA2CAB}" dt="2024-10-21T11:48:16.460" v="10653"/>
          <ac:spMkLst>
            <pc:docMk/>
            <pc:sldMk cId="1089796124" sldId="839"/>
            <ac:spMk id="12" creationId="{F8CCDAA8-E352-C848-F97A-4EC205C48E28}"/>
          </ac:spMkLst>
        </pc:spChg>
        <pc:spChg chg="mod">
          <ac:chgData name="Hasan Jamal" userId="6724a5da2ffd1b8f" providerId="LiveId" clId="{0C177C6E-E5F3-4BD7-A9C3-3F2F65AA2CAB}" dt="2024-10-21T11:44:22.720" v="10609" actId="20577"/>
          <ac:spMkLst>
            <pc:docMk/>
            <pc:sldMk cId="1089796124" sldId="839"/>
            <ac:spMk id="3074" creationId="{A92F1CB3-C67A-0934-4589-EEF3ACDC4A6A}"/>
          </ac:spMkLst>
        </pc:spChg>
      </pc:sldChg>
      <pc:sldChg chg="modSp add mod">
        <pc:chgData name="Hasan Jamal" userId="6724a5da2ffd1b8f" providerId="LiveId" clId="{0C177C6E-E5F3-4BD7-A9C3-3F2F65AA2CAB}" dt="2024-10-21T11:50:17.984" v="10673" actId="2711"/>
        <pc:sldMkLst>
          <pc:docMk/>
          <pc:sldMk cId="1929446052" sldId="840"/>
        </pc:sldMkLst>
        <pc:spChg chg="mod">
          <ac:chgData name="Hasan Jamal" userId="6724a5da2ffd1b8f" providerId="LiveId" clId="{0C177C6E-E5F3-4BD7-A9C3-3F2F65AA2CAB}" dt="2024-10-21T11:50:17.984" v="10673" actId="2711"/>
          <ac:spMkLst>
            <pc:docMk/>
            <pc:sldMk cId="1929446052" sldId="840"/>
            <ac:spMk id="12" creationId="{50DB5F9C-86CD-6C44-081A-C2A78C46A97C}"/>
          </ac:spMkLst>
        </pc:spChg>
      </pc:sldChg>
      <pc:sldChg chg="modSp add mod">
        <pc:chgData name="Hasan Jamal" userId="6724a5da2ffd1b8f" providerId="LiveId" clId="{0C177C6E-E5F3-4BD7-A9C3-3F2F65AA2CAB}" dt="2024-10-21T11:57:00.395" v="10763"/>
        <pc:sldMkLst>
          <pc:docMk/>
          <pc:sldMk cId="819665932" sldId="841"/>
        </pc:sldMkLst>
        <pc:spChg chg="mod">
          <ac:chgData name="Hasan Jamal" userId="6724a5da2ffd1b8f" providerId="LiveId" clId="{0C177C6E-E5F3-4BD7-A9C3-3F2F65AA2CAB}" dt="2024-10-21T11:57:00.395" v="10763"/>
          <ac:spMkLst>
            <pc:docMk/>
            <pc:sldMk cId="819665932" sldId="841"/>
            <ac:spMk id="12" creationId="{0D7E099E-2945-4209-A0A2-139935CE8155}"/>
          </ac:spMkLst>
        </pc:spChg>
        <pc:spChg chg="mod">
          <ac:chgData name="Hasan Jamal" userId="6724a5da2ffd1b8f" providerId="LiveId" clId="{0C177C6E-E5F3-4BD7-A9C3-3F2F65AA2CAB}" dt="2024-10-21T11:50:46.344" v="10683" actId="20577"/>
          <ac:spMkLst>
            <pc:docMk/>
            <pc:sldMk cId="819665932" sldId="841"/>
            <ac:spMk id="3074" creationId="{17C27388-E1D4-2A7F-AB8E-30CBF9A7EF42}"/>
          </ac:spMkLst>
        </pc:spChg>
      </pc:sldChg>
      <pc:sldChg chg="modSp add mod">
        <pc:chgData name="Hasan Jamal" userId="6724a5da2ffd1b8f" providerId="LiveId" clId="{0C177C6E-E5F3-4BD7-A9C3-3F2F65AA2CAB}" dt="2024-10-22T03:52:12.875" v="11299" actId="14100"/>
        <pc:sldMkLst>
          <pc:docMk/>
          <pc:sldMk cId="2930702191" sldId="842"/>
        </pc:sldMkLst>
        <pc:spChg chg="mod">
          <ac:chgData name="Hasan Jamal" userId="6724a5da2ffd1b8f" providerId="LiveId" clId="{0C177C6E-E5F3-4BD7-A9C3-3F2F65AA2CAB}" dt="2024-10-22T03:52:12.875" v="11299" actId="14100"/>
          <ac:spMkLst>
            <pc:docMk/>
            <pc:sldMk cId="2930702191" sldId="842"/>
            <ac:spMk id="12" creationId="{DCC6C310-AED5-ED14-6E41-599123116953}"/>
          </ac:spMkLst>
        </pc:spChg>
        <pc:spChg chg="mod">
          <ac:chgData name="Hasan Jamal" userId="6724a5da2ffd1b8f" providerId="LiveId" clId="{0C177C6E-E5F3-4BD7-A9C3-3F2F65AA2CAB}" dt="2024-10-22T03:21:23.431" v="11244" actId="20577"/>
          <ac:spMkLst>
            <pc:docMk/>
            <pc:sldMk cId="2930702191" sldId="842"/>
            <ac:spMk id="3074" creationId="{16EA3D5C-5D6B-1B4D-98B9-A5120DD7D375}"/>
          </ac:spMkLst>
        </pc:spChg>
      </pc:sldChg>
      <pc:sldChg chg="modSp add mod">
        <pc:chgData name="Hasan Jamal" userId="6724a5da2ffd1b8f" providerId="LiveId" clId="{0C177C6E-E5F3-4BD7-A9C3-3F2F65AA2CAB}" dt="2024-10-22T07:23:45.163" v="12110" actId="1037"/>
        <pc:sldMkLst>
          <pc:docMk/>
          <pc:sldMk cId="394338546" sldId="843"/>
        </pc:sldMkLst>
        <pc:spChg chg="mod">
          <ac:chgData name="Hasan Jamal" userId="6724a5da2ffd1b8f" providerId="LiveId" clId="{0C177C6E-E5F3-4BD7-A9C3-3F2F65AA2CAB}" dt="2024-10-22T07:23:45.163" v="12110" actId="1037"/>
          <ac:spMkLst>
            <pc:docMk/>
            <pc:sldMk cId="394338546" sldId="843"/>
            <ac:spMk id="2" creationId="{A097DE09-EAF2-378D-7906-A3F950C7B32E}"/>
          </ac:spMkLst>
        </pc:spChg>
        <pc:spChg chg="mod">
          <ac:chgData name="Hasan Jamal" userId="6724a5da2ffd1b8f" providerId="LiveId" clId="{0C177C6E-E5F3-4BD7-A9C3-3F2F65AA2CAB}" dt="2024-10-22T07:23:41.831" v="12104" actId="14100"/>
          <ac:spMkLst>
            <pc:docMk/>
            <pc:sldMk cId="394338546" sldId="843"/>
            <ac:spMk id="4" creationId="{D0A3C34F-6A61-A012-816C-FA06D351C0E0}"/>
          </ac:spMkLst>
        </pc:spChg>
      </pc:sldChg>
      <pc:sldChg chg="modSp add del mod">
        <pc:chgData name="Hasan Jamal" userId="6724a5da2ffd1b8f" providerId="LiveId" clId="{0C177C6E-E5F3-4BD7-A9C3-3F2F65AA2CAB}" dt="2024-10-21T12:38:05.267" v="11009" actId="2696"/>
        <pc:sldMkLst>
          <pc:docMk/>
          <pc:sldMk cId="1485043646" sldId="843"/>
        </pc:sldMkLst>
        <pc:spChg chg="mod">
          <ac:chgData name="Hasan Jamal" userId="6724a5da2ffd1b8f" providerId="LiveId" clId="{0C177C6E-E5F3-4BD7-A9C3-3F2F65AA2CAB}" dt="2024-10-21T12:32:56.921" v="10910" actId="1036"/>
          <ac:spMkLst>
            <pc:docMk/>
            <pc:sldMk cId="1485043646" sldId="843"/>
            <ac:spMk id="2" creationId="{A097DE09-EAF2-378D-7906-A3F950C7B32E}"/>
          </ac:spMkLst>
        </pc:spChg>
        <pc:spChg chg="mod">
          <ac:chgData name="Hasan Jamal" userId="6724a5da2ffd1b8f" providerId="LiveId" clId="{0C177C6E-E5F3-4BD7-A9C3-3F2F65AA2CAB}" dt="2024-10-21T12:32:40.394" v="10903" actId="14100"/>
          <ac:spMkLst>
            <pc:docMk/>
            <pc:sldMk cId="1485043646" sldId="843"/>
            <ac:spMk id="4" creationId="{D0A3C34F-6A61-A012-816C-FA06D351C0E0}"/>
          </ac:spMkLst>
        </pc:spChg>
        <pc:spChg chg="mod">
          <ac:chgData name="Hasan Jamal" userId="6724a5da2ffd1b8f" providerId="LiveId" clId="{0C177C6E-E5F3-4BD7-A9C3-3F2F65AA2CAB}" dt="2024-10-21T12:27:55.060" v="10840" actId="20577"/>
          <ac:spMkLst>
            <pc:docMk/>
            <pc:sldMk cId="1485043646" sldId="843"/>
            <ac:spMk id="3074" creationId="{B047340A-466E-C069-9152-0CF91DA6C947}"/>
          </ac:spMkLst>
        </pc:spChg>
      </pc:sldChg>
      <pc:sldChg chg="add">
        <pc:chgData name="Hasan Jamal" userId="6724a5da2ffd1b8f" providerId="LiveId" clId="{0C177C6E-E5F3-4BD7-A9C3-3F2F65AA2CAB}" dt="2024-10-21T12:38:18.875" v="11010"/>
        <pc:sldMkLst>
          <pc:docMk/>
          <pc:sldMk cId="2154689295" sldId="844"/>
        </pc:sldMkLst>
      </pc:sldChg>
      <pc:sldChg chg="modSp add del mod">
        <pc:chgData name="Hasan Jamal" userId="6724a5da2ffd1b8f" providerId="LiveId" clId="{0C177C6E-E5F3-4BD7-A9C3-3F2F65AA2CAB}" dt="2024-10-21T12:38:05.267" v="11009" actId="2696"/>
        <pc:sldMkLst>
          <pc:docMk/>
          <pc:sldMk cId="3535455859" sldId="844"/>
        </pc:sldMkLst>
        <pc:spChg chg="mod">
          <ac:chgData name="Hasan Jamal" userId="6724a5da2ffd1b8f" providerId="LiveId" clId="{0C177C6E-E5F3-4BD7-A9C3-3F2F65AA2CAB}" dt="2024-10-21T12:36:25.846" v="10962" actId="20577"/>
          <ac:spMkLst>
            <pc:docMk/>
            <pc:sldMk cId="3535455859" sldId="844"/>
            <ac:spMk id="4" creationId="{6B825CD9-7420-DB51-C09C-F4359E2549F5}"/>
          </ac:spMkLst>
        </pc:spChg>
        <pc:spChg chg="mod">
          <ac:chgData name="Hasan Jamal" userId="6724a5da2ffd1b8f" providerId="LiveId" clId="{0C177C6E-E5F3-4BD7-A9C3-3F2F65AA2CAB}" dt="2024-10-21T12:36:32.008" v="10963" actId="1076"/>
          <ac:spMkLst>
            <pc:docMk/>
            <pc:sldMk cId="3535455859" sldId="844"/>
            <ac:spMk id="5" creationId="{A928E8A5-6142-FFFB-C305-346BDFAC5C71}"/>
          </ac:spMkLst>
        </pc:spChg>
        <pc:spChg chg="mod">
          <ac:chgData name="Hasan Jamal" userId="6724a5da2ffd1b8f" providerId="LiveId" clId="{0C177C6E-E5F3-4BD7-A9C3-3F2F65AA2CAB}" dt="2024-10-21T12:33:15.498" v="10922" actId="20577"/>
          <ac:spMkLst>
            <pc:docMk/>
            <pc:sldMk cId="3535455859" sldId="844"/>
            <ac:spMk id="3074" creationId="{A84ADD0C-53AE-B239-3255-D64CD5D56D72}"/>
          </ac:spMkLst>
        </pc:spChg>
      </pc:sldChg>
      <pc:sldChg chg="addSp delSp modSp add del mod">
        <pc:chgData name="Hasan Jamal" userId="6724a5da2ffd1b8f" providerId="LiveId" clId="{0C177C6E-E5F3-4BD7-A9C3-3F2F65AA2CAB}" dt="2024-10-21T12:38:05.267" v="11009" actId="2696"/>
        <pc:sldMkLst>
          <pc:docMk/>
          <pc:sldMk cId="989580847" sldId="845"/>
        </pc:sldMkLst>
        <pc:spChg chg="del">
          <ac:chgData name="Hasan Jamal" userId="6724a5da2ffd1b8f" providerId="LiveId" clId="{0C177C6E-E5F3-4BD7-A9C3-3F2F65AA2CAB}" dt="2024-10-21T12:37:29.001" v="10998" actId="478"/>
          <ac:spMkLst>
            <pc:docMk/>
            <pc:sldMk cId="989580847" sldId="845"/>
            <ac:spMk id="4" creationId="{AA232459-B804-8F77-8F48-C5C34543C029}"/>
          </ac:spMkLst>
        </pc:spChg>
        <pc:spChg chg="del">
          <ac:chgData name="Hasan Jamal" userId="6724a5da2ffd1b8f" providerId="LiveId" clId="{0C177C6E-E5F3-4BD7-A9C3-3F2F65AA2CAB}" dt="2024-10-21T12:37:26.039" v="10997" actId="478"/>
          <ac:spMkLst>
            <pc:docMk/>
            <pc:sldMk cId="989580847" sldId="845"/>
            <ac:spMk id="5" creationId="{649DAD6E-1F77-0F43-C58C-C52870B5E884}"/>
          </ac:spMkLst>
        </pc:spChg>
        <pc:spChg chg="mod">
          <ac:chgData name="Hasan Jamal" userId="6724a5da2ffd1b8f" providerId="LiveId" clId="{0C177C6E-E5F3-4BD7-A9C3-3F2F65AA2CAB}" dt="2024-10-21T12:37:10.077" v="10996" actId="6549"/>
          <ac:spMkLst>
            <pc:docMk/>
            <pc:sldMk cId="989580847" sldId="845"/>
            <ac:spMk id="3074" creationId="{CD173631-37FB-4C9D-C42D-118C89E8758F}"/>
          </ac:spMkLst>
        </pc:spChg>
        <pc:spChg chg="add mod">
          <ac:chgData name="Hasan Jamal" userId="6724a5da2ffd1b8f" providerId="LiveId" clId="{0C177C6E-E5F3-4BD7-A9C3-3F2F65AA2CAB}" dt="2024-10-21T12:37:54.007" v="11008" actId="1076"/>
          <ac:spMkLst>
            <pc:docMk/>
            <pc:sldMk cId="989580847" sldId="845"/>
            <ac:spMk id="39938" creationId="{4E8D67E4-BCAA-45F8-A130-6E0213E73223}"/>
          </ac:spMkLst>
        </pc:spChg>
      </pc:sldChg>
      <pc:sldChg chg="add">
        <pc:chgData name="Hasan Jamal" userId="6724a5da2ffd1b8f" providerId="LiveId" clId="{0C177C6E-E5F3-4BD7-A9C3-3F2F65AA2CAB}" dt="2024-10-21T12:38:18.875" v="11010"/>
        <pc:sldMkLst>
          <pc:docMk/>
          <pc:sldMk cId="1334668103" sldId="845"/>
        </pc:sldMkLst>
      </pc:sldChg>
      <pc:sldChg chg="add">
        <pc:chgData name="Hasan Jamal" userId="6724a5da2ffd1b8f" providerId="LiveId" clId="{0C177C6E-E5F3-4BD7-A9C3-3F2F65AA2CAB}" dt="2024-10-21T12:44:41.817" v="11037" actId="2890"/>
        <pc:sldMkLst>
          <pc:docMk/>
          <pc:sldMk cId="1920630109" sldId="846"/>
        </pc:sldMkLst>
      </pc:sldChg>
      <pc:sldChg chg="addSp modSp add mod">
        <pc:chgData name="Hasan Jamal" userId="6724a5da2ffd1b8f" providerId="LiveId" clId="{0C177C6E-E5F3-4BD7-A9C3-3F2F65AA2CAB}" dt="2024-10-22T04:15:52.282" v="11546" actId="1076"/>
        <pc:sldMkLst>
          <pc:docMk/>
          <pc:sldMk cId="986470987" sldId="847"/>
        </pc:sldMkLst>
        <pc:spChg chg="mod">
          <ac:chgData name="Hasan Jamal" userId="6724a5da2ffd1b8f" providerId="LiveId" clId="{0C177C6E-E5F3-4BD7-A9C3-3F2F65AA2CAB}" dt="2024-10-22T04:15:27.197" v="11544"/>
          <ac:spMkLst>
            <pc:docMk/>
            <pc:sldMk cId="986470987" sldId="847"/>
            <ac:spMk id="12" creationId="{ADBDB5DC-479C-9869-6FA6-D17C7E84C598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6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7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8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29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5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6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7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8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39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0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1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2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3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4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5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6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7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8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49" creationId="{00000000-0000-0000-0000-000000000000}"/>
          </ac:spMkLst>
        </pc:spChg>
        <pc:spChg chg="mod">
          <ac:chgData name="Hasan Jamal" userId="6724a5da2ffd1b8f" providerId="LiveId" clId="{0C177C6E-E5F3-4BD7-A9C3-3F2F65AA2CAB}" dt="2024-10-22T04:15:52.282" v="11546" actId="1076"/>
          <ac:spMkLst>
            <pc:docMk/>
            <pc:sldMk cId="986470987" sldId="847"/>
            <ac:spMk id="5150" creationId="{00000000-0000-0000-0000-000000000000}"/>
          </ac:spMkLst>
        </pc:spChg>
        <pc:grpChg chg="add 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2" creationId="{803A10D1-9446-AF32-99B5-1E904B3AEA59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0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1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2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3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5134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421920" creationId="{00000000-0000-0000-0000-000000000000}"/>
          </ac:grpSpMkLst>
        </pc:grpChg>
        <pc:grpChg chg="mod">
          <ac:chgData name="Hasan Jamal" userId="6724a5da2ffd1b8f" providerId="LiveId" clId="{0C177C6E-E5F3-4BD7-A9C3-3F2F65AA2CAB}" dt="2024-10-22T04:15:52.282" v="11546" actId="1076"/>
          <ac:grpSpMkLst>
            <pc:docMk/>
            <pc:sldMk cId="986470987" sldId="847"/>
            <ac:grpSpMk id="421921" creationId="{00000000-0000-0000-0000-000000000000}"/>
          </ac:grpSpMkLst>
        </pc:grpChg>
      </pc:sldChg>
      <pc:sldChg chg="add">
        <pc:chgData name="Hasan Jamal" userId="6724a5da2ffd1b8f" providerId="LiveId" clId="{0C177C6E-E5F3-4BD7-A9C3-3F2F65AA2CAB}" dt="2024-10-22T04:21:59.492" v="11547" actId="2890"/>
        <pc:sldMkLst>
          <pc:docMk/>
          <pc:sldMk cId="2737903966" sldId="848"/>
        </pc:sldMkLst>
      </pc:sldChg>
      <pc:sldChg chg="modSp add del mod">
        <pc:chgData name="Hasan Jamal" userId="6724a5da2ffd1b8f" providerId="LiveId" clId="{0C177C6E-E5F3-4BD7-A9C3-3F2F65AA2CAB}" dt="2024-10-22T04:39:44.736" v="12003" actId="47"/>
        <pc:sldMkLst>
          <pc:docMk/>
          <pc:sldMk cId="1480814588" sldId="849"/>
        </pc:sldMkLst>
        <pc:spChg chg="mod">
          <ac:chgData name="Hasan Jamal" userId="6724a5da2ffd1b8f" providerId="LiveId" clId="{0C177C6E-E5F3-4BD7-A9C3-3F2F65AA2CAB}" dt="2024-10-22T04:39:37.216" v="12001" actId="21"/>
          <ac:spMkLst>
            <pc:docMk/>
            <pc:sldMk cId="1480814588" sldId="849"/>
            <ac:spMk id="12" creationId="{20A5AB15-F29A-665A-D9D1-9994CE9199F7}"/>
          </ac:spMkLst>
        </pc:spChg>
      </pc:sldChg>
      <pc:sldChg chg="addSp modSp add mod modAnim">
        <pc:chgData name="Hasan Jamal" userId="6724a5da2ffd1b8f" providerId="LiveId" clId="{0C177C6E-E5F3-4BD7-A9C3-3F2F65AA2CAB}" dt="2024-10-22T05:06:53.487" v="12026"/>
        <pc:sldMkLst>
          <pc:docMk/>
          <pc:sldMk cId="1936587309" sldId="850"/>
        </pc:sldMkLst>
        <pc:spChg chg="mod">
          <ac:chgData name="Hasan Jamal" userId="6724a5da2ffd1b8f" providerId="LiveId" clId="{0C177C6E-E5F3-4BD7-A9C3-3F2F65AA2CAB}" dt="2024-10-22T04:39:51.870" v="12005" actId="15"/>
          <ac:spMkLst>
            <pc:docMk/>
            <pc:sldMk cId="1936587309" sldId="850"/>
            <ac:spMk id="12" creationId="{218220BE-25BD-01A2-81B7-CB44E5AD6741}"/>
          </ac:spMkLst>
        </pc:spChg>
        <pc:spChg chg="mod">
          <ac:chgData name="Hasan Jamal" userId="6724a5da2ffd1b8f" providerId="LiveId" clId="{0C177C6E-E5F3-4BD7-A9C3-3F2F65AA2CAB}" dt="2024-10-22T04:39:25.864" v="11998"/>
          <ac:spMkLst>
            <pc:docMk/>
            <pc:sldMk cId="1936587309" sldId="850"/>
            <ac:spMk id="3074" creationId="{76A57371-2534-B0E2-D6CE-DEBCF4B84E2C}"/>
          </ac:spMkLst>
        </pc:spChg>
        <pc:picChg chg="add mod">
          <ac:chgData name="Hasan Jamal" userId="6724a5da2ffd1b8f" providerId="LiveId" clId="{0C177C6E-E5F3-4BD7-A9C3-3F2F65AA2CAB}" dt="2024-10-22T04:39:08.424" v="11996" actId="1036"/>
          <ac:picMkLst>
            <pc:docMk/>
            <pc:sldMk cId="1936587309" sldId="850"/>
            <ac:picMk id="6" creationId="{76521A0C-7DF5-886F-0A19-27F7E49AE47E}"/>
          </ac:picMkLst>
        </pc:picChg>
      </pc:sldChg>
      <pc:sldChg chg="modSp add mod modAnim">
        <pc:chgData name="Hasan Jamal" userId="6724a5da2ffd1b8f" providerId="LiveId" clId="{0C177C6E-E5F3-4BD7-A9C3-3F2F65AA2CAB}" dt="2024-10-22T05:08:13.524" v="12028"/>
        <pc:sldMkLst>
          <pc:docMk/>
          <pc:sldMk cId="3965400327" sldId="851"/>
        </pc:sldMkLst>
        <pc:spChg chg="mod">
          <ac:chgData name="Hasan Jamal" userId="6724a5da2ffd1b8f" providerId="LiveId" clId="{0C177C6E-E5F3-4BD7-A9C3-3F2F65AA2CAB}" dt="2024-10-22T04:39:41.226" v="12002"/>
          <ac:spMkLst>
            <pc:docMk/>
            <pc:sldMk cId="3965400327" sldId="851"/>
            <ac:spMk id="12" creationId="{04289D47-65BC-F9E5-C652-348E5F6008F9}"/>
          </ac:spMkLst>
        </pc:spChg>
      </pc:sldChg>
      <pc:sldChg chg="addSp delSp modSp add mod modAnim">
        <pc:chgData name="Hasan Jamal" userId="6724a5da2ffd1b8f" providerId="LiveId" clId="{0C177C6E-E5F3-4BD7-A9C3-3F2F65AA2CAB}" dt="2024-10-22T08:04:16.479" v="12478"/>
        <pc:sldMkLst>
          <pc:docMk/>
          <pc:sldMk cId="2480703900" sldId="852"/>
        </pc:sldMkLst>
        <pc:spChg chg="mod">
          <ac:chgData name="Hasan Jamal" userId="6724a5da2ffd1b8f" providerId="LiveId" clId="{0C177C6E-E5F3-4BD7-A9C3-3F2F65AA2CAB}" dt="2024-10-22T08:00:59.981" v="12475" actId="20577"/>
          <ac:spMkLst>
            <pc:docMk/>
            <pc:sldMk cId="2480703900" sldId="852"/>
            <ac:spMk id="12" creationId="{66615D86-BC4B-5FB5-4B8F-FA56C9A6F081}"/>
          </ac:spMkLst>
        </pc:spChg>
        <pc:graphicFrameChg chg="del mod">
          <ac:chgData name="Hasan Jamal" userId="6724a5da2ffd1b8f" providerId="LiveId" clId="{0C177C6E-E5F3-4BD7-A9C3-3F2F65AA2CAB}" dt="2024-10-22T07:55:15.525" v="12152" actId="478"/>
          <ac:graphicFrameMkLst>
            <pc:docMk/>
            <pc:sldMk cId="2480703900" sldId="852"/>
            <ac:graphicFrameMk id="2" creationId="{BE716935-9113-945D-33CC-69422CBA2CBB}"/>
          </ac:graphicFrameMkLst>
        </pc:graphicFrameChg>
        <pc:picChg chg="add mod">
          <ac:chgData name="Hasan Jamal" userId="6724a5da2ffd1b8f" providerId="LiveId" clId="{0C177C6E-E5F3-4BD7-A9C3-3F2F65AA2CAB}" dt="2024-10-22T08:04:05.506" v="12477" actId="14100"/>
          <ac:picMkLst>
            <pc:docMk/>
            <pc:sldMk cId="2480703900" sldId="852"/>
            <ac:picMk id="5" creationId="{9B84F9D6-0B41-673B-A4DB-02BBCE075A7A}"/>
          </ac:picMkLst>
        </pc:picChg>
      </pc:sldChg>
      <pc:sldChg chg="addSp delSp modSp add del mod delAnim modAnim">
        <pc:chgData name="Hasan Jamal" userId="6724a5da2ffd1b8f" providerId="LiveId" clId="{0C177C6E-E5F3-4BD7-A9C3-3F2F65AA2CAB}" dt="2024-10-23T19:39:36.906" v="13383" actId="47"/>
        <pc:sldMkLst>
          <pc:docMk/>
          <pc:sldMk cId="294136961" sldId="853"/>
        </pc:sldMkLst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5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6" creationId="{00000000-0000-0000-0000-000000000000}"/>
          </ac:spMkLst>
        </pc:spChg>
        <pc:spChg chg="del">
          <ac:chgData name="Hasan Jamal" userId="6724a5da2ffd1b8f" providerId="LiveId" clId="{0C177C6E-E5F3-4BD7-A9C3-3F2F65AA2CAB}" dt="2024-10-23T17:13:49.429" v="12534" actId="478"/>
          <ac:spMkLst>
            <pc:docMk/>
            <pc:sldMk cId="294136961" sldId="853"/>
            <ac:spMk id="7" creationId="{F8D7616E-69ED-0568-554E-3388C98A1921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8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9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0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1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04.379" v="12678" actId="108"/>
          <ac:spMkLst>
            <pc:docMk/>
            <pc:sldMk cId="294136961" sldId="853"/>
            <ac:spMk id="12" creationId="{0F7F7C8B-9830-77AB-8AC3-EE0ABD9FAA38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3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4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5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6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7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8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19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20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18:48.951" v="12685" actId="1037"/>
          <ac:spMkLst>
            <pc:docMk/>
            <pc:sldMk cId="294136961" sldId="853"/>
            <ac:spMk id="21" creationId="{00000000-0000-0000-0000-000000000000}"/>
          </ac:spMkLst>
        </pc:spChg>
        <pc:spChg chg="mod">
          <ac:chgData name="Hasan Jamal" userId="6724a5da2ffd1b8f" providerId="LiveId" clId="{0C177C6E-E5F3-4BD7-A9C3-3F2F65AA2CAB}" dt="2024-10-23T17:35:40.791" v="13048" actId="20577"/>
          <ac:spMkLst>
            <pc:docMk/>
            <pc:sldMk cId="294136961" sldId="853"/>
            <ac:spMk id="3074" creationId="{D52212E6-5BD5-70FC-7108-DCBFA603F238}"/>
          </ac:spMkLst>
        </pc:spChg>
        <pc:grpChg chg="add mod">
          <ac:chgData name="Hasan Jamal" userId="6724a5da2ffd1b8f" providerId="LiveId" clId="{0C177C6E-E5F3-4BD7-A9C3-3F2F65AA2CAB}" dt="2024-10-23T17:18:48.951" v="12685" actId="1037"/>
          <ac:grpSpMkLst>
            <pc:docMk/>
            <pc:sldMk cId="294136961" sldId="853"/>
            <ac:grpSpMk id="2" creationId="{00000000-0000-0000-0000-000000000000}"/>
          </ac:grpSpMkLst>
        </pc:grpChg>
        <pc:graphicFrameChg chg="del">
          <ac:chgData name="Hasan Jamal" userId="6724a5da2ffd1b8f" providerId="LiveId" clId="{0C177C6E-E5F3-4BD7-A9C3-3F2F65AA2CAB}" dt="2024-10-23T17:13:51.472" v="12535" actId="478"/>
          <ac:graphicFrameMkLst>
            <pc:docMk/>
            <pc:sldMk cId="294136961" sldId="853"/>
            <ac:graphicFrameMk id="4" creationId="{52D04B40-CC52-D99B-13C0-EA2F43CEAC46}"/>
          </ac:graphicFrameMkLst>
        </pc:graphicFrameChg>
      </pc:sldChg>
      <pc:sldChg chg="addSp delSp modSp add del mod">
        <pc:chgData name="Hasan Jamal" userId="6724a5da2ffd1b8f" providerId="LiveId" clId="{0C177C6E-E5F3-4BD7-A9C3-3F2F65AA2CAB}" dt="2024-10-23T19:39:36.906" v="13383" actId="47"/>
        <pc:sldMkLst>
          <pc:docMk/>
          <pc:sldMk cId="3262705335" sldId="854"/>
        </pc:sldMkLst>
        <pc:spChg chg="del">
          <ac:chgData name="Hasan Jamal" userId="6724a5da2ffd1b8f" providerId="LiveId" clId="{0C177C6E-E5F3-4BD7-A9C3-3F2F65AA2CAB}" dt="2024-10-23T17:19:35.491" v="12687" actId="478"/>
          <ac:spMkLst>
            <pc:docMk/>
            <pc:sldMk cId="3262705335" sldId="854"/>
            <ac:spMk id="12" creationId="{36EBED72-BED3-C3B3-63D6-6C57BC94C72B}"/>
          </ac:spMkLst>
        </pc:spChg>
        <pc:spChg chg="add mod">
          <ac:chgData name="Hasan Jamal" userId="6724a5da2ffd1b8f" providerId="LiveId" clId="{0C177C6E-E5F3-4BD7-A9C3-3F2F65AA2CAB}" dt="2024-10-23T17:34:05.004" v="13046" actId="14100"/>
          <ac:spMkLst>
            <pc:docMk/>
            <pc:sldMk cId="3262705335" sldId="854"/>
            <ac:spMk id="22" creationId="{EFE0645F-D91B-E42F-C311-A6202D56B31C}"/>
          </ac:spMkLst>
        </pc:spChg>
        <pc:spChg chg="add mod">
          <ac:chgData name="Hasan Jamal" userId="6724a5da2ffd1b8f" providerId="LiveId" clId="{0C177C6E-E5F3-4BD7-A9C3-3F2F65AA2CAB}" dt="2024-10-23T17:34:07.725" v="13047" actId="14100"/>
          <ac:spMkLst>
            <pc:docMk/>
            <pc:sldMk cId="3262705335" sldId="854"/>
            <ac:spMk id="23" creationId="{C83990FD-1A1E-711F-55B1-06B401314E6C}"/>
          </ac:spMkLst>
        </pc:spChg>
        <pc:spChg chg="mod">
          <ac:chgData name="Hasan Jamal" userId="6724a5da2ffd1b8f" providerId="LiveId" clId="{0C177C6E-E5F3-4BD7-A9C3-3F2F65AA2CAB}" dt="2024-10-23T17:35:54.258" v="13050" actId="20577"/>
          <ac:spMkLst>
            <pc:docMk/>
            <pc:sldMk cId="3262705335" sldId="854"/>
            <ac:spMk id="3074" creationId="{48F6E773-EF71-18B8-8847-5836E148BFA8}"/>
          </ac:spMkLst>
        </pc:spChg>
        <pc:grpChg chg="del">
          <ac:chgData name="Hasan Jamal" userId="6724a5da2ffd1b8f" providerId="LiveId" clId="{0C177C6E-E5F3-4BD7-A9C3-3F2F65AA2CAB}" dt="2024-10-23T17:19:38.853" v="12688" actId="478"/>
          <ac:grpSpMkLst>
            <pc:docMk/>
            <pc:sldMk cId="3262705335" sldId="854"/>
            <ac:grpSpMk id="2" creationId="{8A981988-8605-6033-461A-52756DDAC735}"/>
          </ac:grpSpMkLst>
        </pc:grpChg>
        <pc:picChg chg="add del">
          <ac:chgData name="Hasan Jamal" userId="6724a5da2ffd1b8f" providerId="LiveId" clId="{0C177C6E-E5F3-4BD7-A9C3-3F2F65AA2CAB}" dt="2024-10-23T17:19:41.692" v="12690" actId="22"/>
          <ac:picMkLst>
            <pc:docMk/>
            <pc:sldMk cId="3262705335" sldId="854"/>
            <ac:picMk id="7" creationId="{6D9A6DDF-5F51-37E6-0408-229A5BE67ED1}"/>
          </ac:picMkLst>
        </pc:picChg>
      </pc:sldChg>
      <pc:sldChg chg="addSp delSp modSp add del mod modAnim">
        <pc:chgData name="Hasan Jamal" userId="6724a5da2ffd1b8f" providerId="LiveId" clId="{0C177C6E-E5F3-4BD7-A9C3-3F2F65AA2CAB}" dt="2024-10-23T18:02:46.973" v="13351" actId="47"/>
        <pc:sldMkLst>
          <pc:docMk/>
          <pc:sldMk cId="2999619895" sldId="855"/>
        </pc:sldMkLst>
        <pc:spChg chg="add del mod">
          <ac:chgData name="Hasan Jamal" userId="6724a5da2ffd1b8f" providerId="LiveId" clId="{0C177C6E-E5F3-4BD7-A9C3-3F2F65AA2CAB}" dt="2024-10-23T17:40:05.498" v="13082" actId="478"/>
          <ac:spMkLst>
            <pc:docMk/>
            <pc:sldMk cId="2999619895" sldId="855"/>
            <ac:spMk id="2" creationId="{EEC28172-A294-98DC-BBC5-00B7E3593CA9}"/>
          </ac:spMkLst>
        </pc:spChg>
        <pc:spChg chg="add mod">
          <ac:chgData name="Hasan Jamal" userId="6724a5da2ffd1b8f" providerId="LiveId" clId="{0C177C6E-E5F3-4BD7-A9C3-3F2F65AA2CAB}" dt="2024-10-23T17:56:55.203" v="13326" actId="6549"/>
          <ac:spMkLst>
            <pc:docMk/>
            <pc:sldMk cId="2999619895" sldId="855"/>
            <ac:spMk id="4" creationId="{8D4343BC-E4FB-74FA-31C2-E53028CD082C}"/>
          </ac:spMkLst>
        </pc:spChg>
        <pc:spChg chg="mod">
          <ac:chgData name="Hasan Jamal" userId="6724a5da2ffd1b8f" providerId="LiveId" clId="{0C177C6E-E5F3-4BD7-A9C3-3F2F65AA2CAB}" dt="2024-10-23T17:57:21.469" v="13331" actId="14100"/>
          <ac:spMkLst>
            <pc:docMk/>
            <pc:sldMk cId="2999619895" sldId="855"/>
            <ac:spMk id="22" creationId="{FD5B529A-4E0B-658B-1071-979F47558C95}"/>
          </ac:spMkLst>
        </pc:spChg>
        <pc:spChg chg="mod">
          <ac:chgData name="Hasan Jamal" userId="6724a5da2ffd1b8f" providerId="LiveId" clId="{0C177C6E-E5F3-4BD7-A9C3-3F2F65AA2CAB}" dt="2024-10-23T17:57:23.849" v="13332" actId="14100"/>
          <ac:spMkLst>
            <pc:docMk/>
            <pc:sldMk cId="2999619895" sldId="855"/>
            <ac:spMk id="23" creationId="{F54B4AF2-E2B2-6F78-ED7B-D5ED02ABF9E5}"/>
          </ac:spMkLst>
        </pc:spChg>
      </pc:sldChg>
      <pc:sldChg chg="add del">
        <pc:chgData name="Hasan Jamal" userId="6724a5da2ffd1b8f" providerId="LiveId" clId="{0C177C6E-E5F3-4BD7-A9C3-3F2F65AA2CAB}" dt="2024-10-23T19:39:36.906" v="13383" actId="47"/>
        <pc:sldMkLst>
          <pc:docMk/>
          <pc:sldMk cId="984715250" sldId="856"/>
        </pc:sldMkLst>
      </pc:sldChg>
      <pc:sldChg chg="addSp delSp modSp add del ord modAnim">
        <pc:chgData name="Hasan Jamal" userId="6724a5da2ffd1b8f" providerId="LiveId" clId="{0C177C6E-E5F3-4BD7-A9C3-3F2F65AA2CAB}" dt="2024-10-23T19:39:36.906" v="13383" actId="47"/>
        <pc:sldMkLst>
          <pc:docMk/>
          <pc:sldMk cId="1288332448" sldId="857"/>
        </pc:sldMkLst>
        <pc:spChg chg="del">
          <ac:chgData name="Hasan Jamal" userId="6724a5da2ffd1b8f" providerId="LiveId" clId="{0C177C6E-E5F3-4BD7-A9C3-3F2F65AA2CAB}" dt="2024-10-23T18:00:19.005" v="13335" actId="478"/>
          <ac:spMkLst>
            <pc:docMk/>
            <pc:sldMk cId="1288332448" sldId="857"/>
            <ac:spMk id="4" creationId="{62B98BE3-9642-49DA-A685-F378DE701C10}"/>
          </ac:spMkLst>
        </pc:spChg>
        <pc:spChg chg="del">
          <ac:chgData name="Hasan Jamal" userId="6724a5da2ffd1b8f" providerId="LiveId" clId="{0C177C6E-E5F3-4BD7-A9C3-3F2F65AA2CAB}" dt="2024-10-23T18:00:19.005" v="13335" actId="478"/>
          <ac:spMkLst>
            <pc:docMk/>
            <pc:sldMk cId="1288332448" sldId="857"/>
            <ac:spMk id="22" creationId="{17A5D323-DADD-996B-9A35-27CAB1DC4A8E}"/>
          </ac:spMkLst>
        </pc:spChg>
        <pc:spChg chg="del">
          <ac:chgData name="Hasan Jamal" userId="6724a5da2ffd1b8f" providerId="LiveId" clId="{0C177C6E-E5F3-4BD7-A9C3-3F2F65AA2CAB}" dt="2024-10-23T18:00:19.005" v="13335" actId="478"/>
          <ac:spMkLst>
            <pc:docMk/>
            <pc:sldMk cId="1288332448" sldId="857"/>
            <ac:spMk id="23" creationId="{84504EDA-9AE0-17CB-5DFC-02CFB4CCDB6B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198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44.169" v="13348" actId="1038"/>
          <ac:spMkLst>
            <pc:docMk/>
            <pc:sldMk cId="1288332448" sldId="857"/>
            <ac:spMk id="4199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199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199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200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200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4200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3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0:31.510" v="13337" actId="1076"/>
          <ac:spMkLst>
            <pc:docMk/>
            <pc:sldMk cId="1288332448" sldId="857"/>
            <ac:spMk id="901146" creationId="{00000000-0000-0000-0000-000000000000}"/>
          </ac:spMkLst>
        </pc:spChg>
      </pc:sldChg>
      <pc:sldChg chg="addSp delSp modSp add del modAnim">
        <pc:chgData name="Hasan Jamal" userId="6724a5da2ffd1b8f" providerId="LiveId" clId="{0C177C6E-E5F3-4BD7-A9C3-3F2F65AA2CAB}" dt="2024-10-23T19:39:36.906" v="13383" actId="47"/>
        <pc:sldMkLst>
          <pc:docMk/>
          <pc:sldMk cId="1767642564" sldId="858"/>
        </pc:sldMkLst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89" creationId="{DCD4CC3F-6060-A733-CB3A-076FA96BBA7E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90" creationId="{6A39C1C9-8A35-6E05-8594-92096CB8AFB7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91" creationId="{2F254106-D2EF-576E-4657-312557CD298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1992" creationId="{AC628A43-442B-C08A-7F89-4727B92438F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2000" creationId="{C76B5C8B-8CC7-389C-63E9-6E49AF37385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2001" creationId="{EF11CABE-7423-4425-6F3A-6FD3534AA61E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42003" creationId="{D180C960-F70E-D30A-09AF-3BF6C85959E9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1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2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1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2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3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4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5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6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7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8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39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40" creationId="{00000000-0000-0000-0000-000000000000}"/>
          </ac:spMkLst>
        </pc:spChg>
        <pc:spChg chg="add mod">
          <ac:chgData name="Hasan Jamal" userId="6724a5da2ffd1b8f" providerId="LiveId" clId="{0C177C6E-E5F3-4BD7-A9C3-3F2F65AA2CAB}" dt="2024-10-23T18:03:34.563" v="13382" actId="1038"/>
          <ac:spMkLst>
            <pc:docMk/>
            <pc:sldMk cId="1767642564" sldId="858"/>
            <ac:spMk id="43041" creationId="{00000000-0000-0000-0000-000000000000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3" creationId="{6AEEDE03-E7FE-AA37-FDA2-670B4DB94CF7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4" creationId="{C57756A5-E435-0E8D-A26D-4352FBF3D13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5" creationId="{2A548808-DFF0-798E-F27A-4A16A945161A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6" creationId="{50557A52-A0D4-2B82-3534-8D6DFD5E1738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7" creationId="{15DED2CC-2421-174B-01DE-953F30841AFF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8" creationId="{0D77926B-C611-2658-4EA4-968C71F70BFD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39" creationId="{11AA0BCA-C9AC-D0A8-6D36-3D562187518A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0" creationId="{34BD5DD3-9CE8-E697-1CC7-04CCE4CFDC71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3" creationId="{9CA64EBB-171C-3B69-5019-A42E4F592859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5" creationId="{9C84939B-C977-8232-F529-45DD63557BFD}"/>
          </ac:spMkLst>
        </pc:spChg>
        <pc:spChg chg="del">
          <ac:chgData name="Hasan Jamal" userId="6724a5da2ffd1b8f" providerId="LiveId" clId="{0C177C6E-E5F3-4BD7-A9C3-3F2F65AA2CAB}" dt="2024-10-23T18:03:07.099" v="13353" actId="478"/>
          <ac:spMkLst>
            <pc:docMk/>
            <pc:sldMk cId="1767642564" sldId="858"/>
            <ac:spMk id="901146" creationId="{A891DD1F-979D-9C87-5367-178C3F6E6B9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34546-FD7D-47BB-AA1E-00BBFD21EEC5}" type="datetimeFigureOut">
              <a:rPr lang="en-US" smtClean="0"/>
              <a:t>9/12/2025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D3D20-B80A-47F2-90D8-E85AAC9E3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35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3044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sharing your bathroom with housemates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requirements would you place on a critical section?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D3D20-B80A-47F2-90D8-E85AAC9E3F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089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883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822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60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6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1203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33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678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544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802086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237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Design and Anaysis of Algorihms, Spring 2008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 &amp; Analysis of Algorithms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936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AA143B-99B6-4B27-B043-E574855ABF9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0759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5718971-3FDC-4323-BE22-69C0E5D57951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8714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Design and Anaysis of Algorihms, Spring 2008 </a:t>
            </a: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Design &amp; Analysis of Algorithms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BCAC09-0EE0-4829-9090-1F0BC639B9B6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3955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485D9CA-6DAA-4C3C-A3E2-EDEA918D5F8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&amp; Analysis of Algorithms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/>
              <a:t>Design and Anaysis of Algorihms, Spring 2008 </a:t>
            </a:r>
          </a:p>
        </p:txBody>
      </p:sp>
    </p:spTree>
    <p:extLst>
      <p:ext uri="{BB962C8B-B14F-4D97-AF65-F5344CB8AC3E}">
        <p14:creationId xmlns:p14="http://schemas.microsoft.com/office/powerpoint/2010/main" val="2389917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0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4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</a:t>
            </a:fld>
            <a:endParaRPr lang="en-US">
              <a:latin typeface="Calibri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24000" y="1654176"/>
            <a:ext cx="8458200" cy="1470025"/>
          </a:xfrm>
        </p:spPr>
        <p:txBody>
          <a:bodyPr/>
          <a:lstStyle/>
          <a:p>
            <a:pPr algn="ctr"/>
            <a:r>
              <a:rPr lang="en-US" sz="3200" b="1" dirty="0"/>
              <a:t>CSC 323 – Principles of Operating Systems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524000" y="3505200"/>
            <a:ext cx="8458200" cy="1752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None/>
              <a:defRPr sz="1400" kern="1200" baseline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A9A57C"/>
              </a:buClr>
            </a:pP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Instructor: Ms. </a:t>
            </a:r>
            <a:r>
              <a:rPr lang="en-US" sz="2800" b="1" spc="-100">
                <a:solidFill>
                  <a:srgbClr val="675E47"/>
                </a:solidFill>
                <a:latin typeface="Cambria"/>
              </a:rPr>
              <a:t>Mamoona Tasadduq</a:t>
            </a:r>
          </a:p>
          <a:p>
            <a:pPr algn="ctr">
              <a:buClr>
                <a:srgbClr val="A9A57C"/>
              </a:buClr>
            </a:pPr>
            <a:r>
              <a:rPr lang="en-US" sz="2800" b="1" spc="-100">
                <a:solidFill>
                  <a:srgbClr val="675E47"/>
                </a:solidFill>
                <a:latin typeface="Cambria"/>
              </a:rPr>
              <a:t>Lecture</a:t>
            </a:r>
            <a:r>
              <a:rPr lang="en-US" sz="2800" b="1" spc="-100" dirty="0">
                <a:solidFill>
                  <a:srgbClr val="675E47"/>
                </a:solidFill>
                <a:latin typeface="Cambria"/>
              </a:rPr>
              <a:t># 06: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142399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328C4-3A0E-6A44-BF64-2F503F525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2A15635-A29A-9B87-C404-CD53660159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Before we start …: Exercise #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EE59E8-658F-67D1-645D-913931709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CFEED5E-CB6A-8729-C2A4-4DDE476C559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377971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ctr">
              <a:buNone/>
            </a:pPr>
            <a:r>
              <a:rPr lang="en-US" sz="2400" b="1" dirty="0">
                <a:latin typeface="Courier New" pitchFamily="49" charset="0"/>
              </a:rPr>
              <a:t>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global variable initialized to 5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 thread 1 and 2 finishes, what is the value of </a:t>
            </a:r>
            <a:r>
              <a:rPr lang="en-US" sz="2400" b="1" dirty="0">
                <a:latin typeface="Courier New" pitchFamily="49" charset="0"/>
              </a:rPr>
              <a:t>count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B9B5E0-A97E-BFF4-1A22-C04AF954A5C4}"/>
              </a:ext>
            </a:extLst>
          </p:cNvPr>
          <p:cNvSpPr txBox="1"/>
          <p:nvPr/>
        </p:nvSpPr>
        <p:spPr>
          <a:xfrm>
            <a:off x="1586205" y="2093867"/>
            <a:ext cx="9274628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en-US" sz="24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Thread 1		   Thread 2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en-US" sz="2400" dirty="0">
                <a:solidFill>
                  <a:srgbClr val="002060"/>
                </a:solidFill>
                <a:latin typeface="Courier New" pitchFamily="49" charset="0"/>
              </a:rPr>
              <a:t>    </a:t>
            </a:r>
            <a: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  <a:t>void foo()		void bar()</a:t>
            </a:r>
            <a:b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</a:br>
            <a: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  <a:t>    {			{</a:t>
            </a:r>
            <a:b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</a:br>
            <a: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  <a:t>        count++;	    count--;</a:t>
            </a:r>
            <a:b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</a:br>
            <a:r>
              <a:rPr lang="en-US" altLang="en-US" sz="2400" b="1" dirty="0">
                <a:solidFill>
                  <a:srgbClr val="002060"/>
                </a:solidFill>
                <a:latin typeface="Courier New" pitchFamily="49" charset="0"/>
              </a:rPr>
              <a:t>    }			}</a:t>
            </a:r>
            <a:endParaRPr lang="en-US" altLang="en-US" sz="2400" b="1" dirty="0">
              <a:solidFill>
                <a:srgbClr val="00206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5379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Before we start …: Exercise # 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895971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count++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could be implemented as:</a:t>
            </a:r>
          </a:p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register1 = count</a:t>
            </a:r>
          </a:p>
          <a:p>
            <a:pPr marL="11430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register1 = register1 + 1</a:t>
            </a:r>
          </a:p>
          <a:p>
            <a:pPr marL="114300" indent="0" algn="just">
              <a:buNone/>
            </a:pP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count = register1</a:t>
            </a:r>
          </a:p>
          <a:p>
            <a:pPr algn="just"/>
            <a:endParaRPr lang="en-US" sz="11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Consider this execution interleaving with “count = 5” initially: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S0: producer execute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register1 = count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S1: producer execute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register1 = register1 + 1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S2: consumer execute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register2 = count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S3: consumer execute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register2 = register2 – 1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S4: producer execute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 = register1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S5: consumer execute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 = register2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5521E2B-B51B-C06C-5F0D-B669B0AF8B02}"/>
              </a:ext>
            </a:extLst>
          </p:cNvPr>
          <p:cNvSpPr txBox="1">
            <a:spLocks noChangeArrowheads="1"/>
          </p:cNvSpPr>
          <p:nvPr/>
        </p:nvSpPr>
        <p:spPr>
          <a:xfrm>
            <a:off x="5989652" y="1429189"/>
            <a:ext cx="5026573" cy="222841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count--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could be implemented as:</a:t>
            </a:r>
          </a:p>
          <a:p>
            <a:pPr marL="114300" indent="0" algn="just"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register2 = count</a:t>
            </a:r>
          </a:p>
          <a:p>
            <a:pPr marL="114300" indent="0" algn="just"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register2 = register2 – 1</a:t>
            </a:r>
          </a:p>
          <a:p>
            <a:pPr marL="114300" indent="0" algn="just">
              <a:buNone/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count = register2</a:t>
            </a:r>
          </a:p>
          <a:p>
            <a:pPr algn="just">
              <a:tabLst>
                <a:tab pos="577850" algn="l"/>
              </a:tabLst>
            </a:pPr>
            <a:endParaRPr lang="en-US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1027"/>
          <p:cNvSpPr txBox="1">
            <a:spLocks noChangeArrowheads="1"/>
          </p:cNvSpPr>
          <p:nvPr/>
        </p:nvSpPr>
        <p:spPr bwMode="auto">
          <a:xfrm>
            <a:off x="6329923" y="4203870"/>
            <a:ext cx="4093029" cy="2142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1" tIns="45716" rIns="91431" bIns="45716" numCol="1" anchor="t" anchorCtr="0" compatLnSpc="1">
            <a:prstTxWarp prst="textNoShape">
              <a:avLst/>
            </a:prstTxWarp>
          </a:bodyPr>
          <a:lstStyle>
            <a:lvl1pPr marL="487363" indent="-487363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1" charset="2"/>
              <a:buChar char="n"/>
              <a:defRPr kumimoji="1">
                <a:solidFill>
                  <a:schemeClr val="tx1"/>
                </a:solidFill>
                <a:latin typeface="+mn-lt"/>
                <a:ea typeface="ＭＳ Ｐゴシック" charset="-128"/>
                <a:cs typeface="ＭＳ Ｐゴシック" charset="-128"/>
              </a:defRPr>
            </a:lvl1pPr>
            <a:lvl2pPr marL="1058863" indent="-4064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1" charset="2"/>
              <a:buChar char="l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2pPr>
            <a:lvl3pPr marL="1549400" indent="-3238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3pPr>
            <a:lvl4pPr marL="2038350" indent="-3238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4pPr>
            <a:lvl5pPr marL="2528888" indent="-3238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5pPr>
            <a:lvl6pPr marL="3183752" indent="-32653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3836830" indent="-32653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4489908" indent="-32653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5142986" indent="-32653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lvl="1">
              <a:lnSpc>
                <a:spcPct val="90000"/>
              </a:lnSpc>
              <a:buFont typeface="Monotype Sorts" pitchFamily="-1" charset="2"/>
              <a:buNone/>
            </a:pPr>
            <a:r>
              <a:rPr lang="en-US" dirty="0">
                <a:ea typeface="ＭＳ Ｐゴシック" pitchFamily="34" charset="-128"/>
              </a:rPr>
              <a:t>	</a:t>
            </a: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{register1 = 5}</a:t>
            </a:r>
            <a:b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{register1 = 6} </a:t>
            </a:r>
            <a:b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{register2 = 5} </a:t>
            </a:r>
            <a:b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{register2 = 4} </a:t>
            </a:r>
            <a:b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{count = 6 } </a:t>
            </a:r>
            <a:b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ea typeface="ＭＳ Ｐゴシック" pitchFamily="34" charset="-128"/>
                <a:cs typeface="Arial" panose="020B0604020202020204" pitchFamily="34" charset="0"/>
              </a:rPr>
              <a:t>{count = 4}</a:t>
            </a:r>
          </a:p>
          <a:p>
            <a:pPr lvl="1">
              <a:lnSpc>
                <a:spcPct val="90000"/>
              </a:lnSpc>
              <a:buFont typeface="Monotype Sorts" pitchFamily="-1" charset="2"/>
              <a:buNone/>
            </a:pPr>
            <a:endParaRPr lang="en-US" sz="2000" dirty="0">
              <a:ea typeface="ＭＳ Ｐゴシック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752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8D24E-F5B2-E6D1-34D0-270524544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E80AB78-DF4F-CE1E-15FB-C4133CBB2E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Atomic Operations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71DAE4-2099-8DC7-BBB0-647773CB0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CFA7423-F578-3CE0-EE80-20A3FAEE648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527262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understand a concurrent program, we need to know what the underlying indivisible operations are!</a:t>
            </a:r>
          </a:p>
          <a:p>
            <a:pPr algn="just"/>
            <a:endParaRPr 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 Operation: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operation that always runs to completion or not at all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indivisible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it cannot be stopped in the middle and state cannot be modified by someone else in the middle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Fundamental building block –  if no atomic operations, then have no way for threads to work together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most machines, memory references and assignments (i.e., loads and stores) of words are atomic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Consequently –  weird example that produces “4” on previous slide can’t happen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Many instructions are not atomic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Double-precision floating point store often not atomic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VAX and IBM 360 had an instruction to copy a whole array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83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4C164-2939-5FCE-8EC1-32E14C8A3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EBE2308-D8CB-D713-ABCD-BAAB564AC5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Synchronization Motivation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A4AF25-8F2D-8AC2-A1A3-529FEFA60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9B2EFA9A-C1C7-039F-7C2E-C53CA04C12E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527262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Threads cooperate in multithreaded programs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share resources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access shared data structures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coordinate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their execution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correctness and consistency, we need to control this cooperation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Thread schedule is non-deterministic (i.e., behavior changes when re-run program)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Scheduling is not under program control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Threads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interleave executions arbitrarily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at different rate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Multi-word operations are not atomic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Compiler/hardware instruction reordering</a:t>
            </a: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7903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F12C0-C4AD-25FD-5813-FFECC5279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E39DAEA-BA01-F701-B01C-227C27F1A0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Shared Resources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1CB83C-A622-087A-63C8-1AC163E05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6A59142-37FA-8761-0A36-197D45C18F0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7797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initially focus on controlling access to shared resources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Basic Problem: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two concurrent threads (processes) are accessing a shared variable, and that variable is read/modified/written by those threads, then access to the variable must be controlled to avoid erroneous behavior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Over the next couple of lectures, we will look at: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Mechanisms to control access to shared resources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Locks, mutexes, semaphores, monitors, condition variables, etc.</a:t>
            </a:r>
          </a:p>
          <a:p>
            <a:pPr lvl="1" algn="just"/>
            <a:r>
              <a:rPr lang="en-US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Pattern for coordinating accesses to shared resources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Bounded buffer, producer-consumer, etc.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35644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20710-36C9-3CF9-7F8C-38191D7B8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DF75094-EE21-2A59-B455-A1D890E4C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Classic Example: Bank Account Balance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066D824-FD55-4881-E890-14B360886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C91826E-D9DF-13BD-8BB0-95F4E766B9B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7797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TODO: Implement a function to handle withdrawals from a bank account: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that you and your significant other share a bank account with a balance of $1000.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Then you each go to separate ATM machine and simultaneously withdraw $100 from the account.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5F3E248-A5E3-D4E7-BFE6-1E4B2AAF6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9861" y="2021016"/>
            <a:ext cx="5765422" cy="2134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(account, amount)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balance = </a:t>
            </a:r>
            <a:r>
              <a:rPr lang="en-US" altLang="en-US" sz="20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sz="20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</a:t>
            </a:r>
            <a:r>
              <a:rPr lang="en-US" altLang="en-US" sz="20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sz="20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return 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24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793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EE2FF-A3D7-C87A-C45A-B885B83580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2DCD953-4B2D-8AF6-DDF7-6D4E01795B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Classic Example: Bank Account Balance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528660-FF96-A565-B078-55D3F6B7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C005914-0C03-D080-23AA-B94D0F2FAAA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7797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We’ll represent the situation by creating a separate thread for each person to do the withdrawals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threads run on the same bank server:</a:t>
            </a:r>
          </a:p>
          <a:p>
            <a:pPr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What’s the problem with this implementation?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Think about potential schedules of these two threads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9DCD3DB-F961-9BA0-10C4-13BF6BDDC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4239" y="3338252"/>
            <a:ext cx="4860312" cy="20243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(account, amount)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533B19-601C-5BA5-C0EB-73671BB275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9890" y="3338253"/>
            <a:ext cx="4850232" cy="20243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(account, amount)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return 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4733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5C02A-E3A9-9CEE-9ED7-C61D9A4E2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CEBCF73-9EED-A3AF-D810-C5F650BFCD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Classic Example: Bank Account Balance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EF82B8-E46F-E24B-BFEC-B80000698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81AABC5-757F-1BC6-D3F0-4948F839980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7797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problem is that the execution of the two threads can be interleaved: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What’s the balance of the account now?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the bank happy with our implementation?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DC0106F-1C46-E596-4356-1DE75D54BE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100" y="4051589"/>
            <a:ext cx="4860312" cy="43131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330C18-5919-FE3B-94C3-FD6F7BC26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4180" y="2967132"/>
            <a:ext cx="4850232" cy="1065796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5EA2F2-AB51-2C7D-8A16-739EA33B0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4100" y="2292251"/>
            <a:ext cx="4860312" cy="6562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299822-5FB5-D33D-9CA4-010CDE82FC57}"/>
              </a:ext>
            </a:extLst>
          </p:cNvPr>
          <p:cNvCxnSpPr>
            <a:cxnSpLocks/>
          </p:cNvCxnSpPr>
          <p:nvPr/>
        </p:nvCxnSpPr>
        <p:spPr>
          <a:xfrm>
            <a:off x="8006249" y="2967132"/>
            <a:ext cx="880479" cy="465947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7648C38-A87A-334A-855C-00C6C4BEE55E}"/>
              </a:ext>
            </a:extLst>
          </p:cNvPr>
          <p:cNvCxnSpPr>
            <a:cxnSpLocks/>
          </p:cNvCxnSpPr>
          <p:nvPr/>
        </p:nvCxnSpPr>
        <p:spPr>
          <a:xfrm flipV="1">
            <a:off x="7984574" y="3632488"/>
            <a:ext cx="921204" cy="419101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F03D60E-B3C2-7D8D-C6DC-B2385D82174B}"/>
              </a:ext>
            </a:extLst>
          </p:cNvPr>
          <p:cNvSpPr txBox="1"/>
          <p:nvPr/>
        </p:nvSpPr>
        <p:spPr>
          <a:xfrm>
            <a:off x="8905778" y="3299729"/>
            <a:ext cx="18305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Switch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B55691-9A2A-F583-5927-E3465F0DFB54}"/>
              </a:ext>
            </a:extLst>
          </p:cNvPr>
          <p:cNvSpPr txBox="1"/>
          <p:nvPr/>
        </p:nvSpPr>
        <p:spPr>
          <a:xfrm>
            <a:off x="1137840" y="2985932"/>
            <a:ext cx="15485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Execution sequence seen by CPU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9AD869A-A42A-B17B-D9F4-3E326AA8E757}"/>
              </a:ext>
            </a:extLst>
          </p:cNvPr>
          <p:cNvCxnSpPr>
            <a:cxnSpLocks/>
          </p:cNvCxnSpPr>
          <p:nvPr/>
        </p:nvCxnSpPr>
        <p:spPr>
          <a:xfrm flipV="1">
            <a:off x="2732023" y="2428957"/>
            <a:ext cx="0" cy="1987917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3004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648D1-C0C5-2433-B464-7466D783D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D8B65CF-4B40-D495-06D5-AC72A7945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How Interleaved Can It Get?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6C2D892-5018-ABEB-A866-C9A2EF015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879F8F7-C73F-57F2-C8F1-8B1CFBC82E0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2" y="1453241"/>
            <a:ext cx="5712664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contorted can the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interleavings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be?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We’ll assume that the only atomic operations are instructions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E.g., reads and writes of words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hardware may not even give you that!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We’ll assume that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 switch can occur at any time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We’ll assume that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delay a thread as long as you like as long as it’s not delayed forever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702082-3771-A294-416B-D67D7F8E4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86" y="4722721"/>
            <a:ext cx="4480560" cy="3657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4AD583-5838-7B5E-A442-B0A1C60177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86" y="3586900"/>
            <a:ext cx="4480560" cy="365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91F06B54-AC6A-2349-82ED-B88437C20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86" y="2837578"/>
            <a:ext cx="4480560" cy="365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195F67-9856-D1DC-BC4E-87CD31A780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86" y="3213278"/>
            <a:ext cx="4480560" cy="3657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D5839B11-4CAE-1CCF-35D1-7D1E63213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86" y="4347436"/>
            <a:ext cx="4480560" cy="365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C7367DB-5B8F-63D8-ED14-9A9F5C4EE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986" y="3964289"/>
            <a:ext cx="4480560" cy="3657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6170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3781D-ECDD-92D7-58FC-A55C020AB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3EB48DE-C9F9-8AC1-5496-B8E7CD60F3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Shared Resources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39B5F-6075-60CC-7261-6B7F54A05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A7FEC1F-8021-DC6B-469F-B772039B1C5F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7797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Concurrent threads accessed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resource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without any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Known as a race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Race Condition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The situation where several processes access and manipulate shared data concurrently. The final value of the shared data depends upon which process finishes last.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mechanism to control access to these shared resources in the face of concurrency so we can reason about how the program will operate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example was updating a shared bank account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Also applies to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shared data structure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Buffers, queues, lists, hash tables, etc.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1442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C820F-A7F7-C523-7A88-A46E8E79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8D2E5AA-1DFD-EBC1-1D8E-80A85E7E4E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When Are Resources Shared?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5C0444-2B5D-7CE3-4BC8-34AFB8377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814FE0E4-5D96-EA17-3D0B-DB9601BAA92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746682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Local variables are not shared (private)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Refer to data on the stack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thread has its own stack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Never pass/share/store a pointer to a local variable on the stack for thread 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another thread T</a:t>
            </a:r>
            <a:r>
              <a:rPr 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Dynamic objects and other heap objects are shared</a:t>
            </a:r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Allocated from heap with malloc/free or new/delete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Global variables and static objects are shared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Stored in the static data segment, accessible by any thread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4BF991-5CA4-9C32-6464-AEE824E72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727" y="2984602"/>
            <a:ext cx="3464033" cy="234203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25096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18A07-5643-8F28-1EEE-5C20CC531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CB7C334-7ED5-DFB7-42EE-F34844A08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Mutual Exclusion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5CF6D3-D48D-A318-D675-7C20010D2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4301DFC-F6A3-ED8A-6FC2-67D93A8EB176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77971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want to use mutual exclusion to synchronize access to shared resources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allowing us to have larger atomic blocks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that uses mutual exclusion to synchronize its execution is called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Critical Section Problem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ensure that when one thread is executing in its critical section, no other thread is allowed to execute in its critical section.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2085396" y="4555598"/>
            <a:ext cx="2785035" cy="1541064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b="0" dirty="0"/>
              <a:t>while (TRUE) {</a:t>
            </a:r>
          </a:p>
          <a:p>
            <a:pPr eaLnBrk="1" hangingPunct="1"/>
            <a:r>
              <a:rPr lang="en-US" altLang="en-US" b="0" dirty="0"/>
              <a:t>           critical section</a:t>
            </a:r>
          </a:p>
          <a:p>
            <a:pPr eaLnBrk="1" hangingPunct="1"/>
            <a:endParaRPr lang="en-US" altLang="en-US" sz="1100" b="0" dirty="0"/>
          </a:p>
          <a:p>
            <a:pPr eaLnBrk="1" hangingPunct="1"/>
            <a:r>
              <a:rPr lang="en-US" altLang="en-US" b="0" dirty="0"/>
              <a:t>            remainder section</a:t>
            </a:r>
          </a:p>
          <a:p>
            <a:pPr eaLnBrk="1" hangingPunct="1"/>
            <a:endParaRPr lang="en-US" altLang="en-US" sz="1100" b="0" dirty="0"/>
          </a:p>
          <a:p>
            <a:pPr eaLnBrk="1" hangingPunct="1"/>
            <a:r>
              <a:rPr lang="en-US" altLang="en-US" b="0" dirty="0"/>
              <a:t>}</a:t>
            </a:r>
          </a:p>
        </p:txBody>
      </p:sp>
      <p:sp>
        <p:nvSpPr>
          <p:cNvPr id="7" name="AutoShape 6"/>
          <p:cNvSpPr>
            <a:spLocks noChangeArrowheads="1"/>
          </p:cNvSpPr>
          <p:nvPr/>
        </p:nvSpPr>
        <p:spPr bwMode="auto">
          <a:xfrm>
            <a:off x="5185286" y="4919350"/>
            <a:ext cx="981076" cy="863600"/>
          </a:xfrm>
          <a:prstGeom prst="rightArrow">
            <a:avLst>
              <a:gd name="adj1" fmla="val 50000"/>
              <a:gd name="adj2" fmla="val 42759"/>
            </a:avLst>
          </a:prstGeom>
          <a:solidFill>
            <a:srgbClr val="00B050"/>
          </a:solidFill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</p:spPr>
        <p:txBody>
          <a:bodyPr wrap="none" lIns="90000" tIns="46800" rIns="90000" bIns="46800" anchor="ctr"/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0599170-9C3F-90BA-E37E-D970163DBBA7}"/>
              </a:ext>
            </a:extLst>
          </p:cNvPr>
          <p:cNvGrpSpPr/>
          <p:nvPr/>
        </p:nvGrpSpPr>
        <p:grpSpPr>
          <a:xfrm>
            <a:off x="6295057" y="4342547"/>
            <a:ext cx="3091542" cy="2341283"/>
            <a:chOff x="6295057" y="4342547"/>
            <a:chExt cx="3091542" cy="2341283"/>
          </a:xfrm>
        </p:grpSpPr>
        <p:sp>
          <p:nvSpPr>
            <p:cNvPr id="9" name="Rectangle 9"/>
            <p:cNvSpPr>
              <a:spLocks noChangeArrowheads="1"/>
            </p:cNvSpPr>
            <p:nvPr/>
          </p:nvSpPr>
          <p:spPr bwMode="auto">
            <a:xfrm>
              <a:off x="6866946" y="4686519"/>
              <a:ext cx="2103120" cy="347663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0" name="Rectangle 10"/>
            <p:cNvSpPr>
              <a:spLocks noChangeArrowheads="1"/>
            </p:cNvSpPr>
            <p:nvPr/>
          </p:nvSpPr>
          <p:spPr bwMode="auto">
            <a:xfrm>
              <a:off x="6866946" y="5553589"/>
              <a:ext cx="2103120" cy="351571"/>
            </a:xfrm>
            <a:prstGeom prst="rect">
              <a:avLst/>
            </a:prstGeom>
            <a:solidFill>
              <a:srgbClr val="00B050"/>
            </a:solidFill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</p:spPr>
          <p:txBody>
            <a:bodyPr wrap="none" lIns="90000" tIns="46800" rIns="90000" bIns="46800" anchor="ctr"/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295057" y="4342547"/>
              <a:ext cx="3091542" cy="2341283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eaLnBrk="1" hangingPunct="1"/>
              <a:r>
                <a:rPr lang="en-US" altLang="en-US" b="0" dirty="0"/>
                <a:t>while (TRUE) {</a:t>
              </a:r>
            </a:p>
            <a:p>
              <a:pPr eaLnBrk="1" hangingPunct="1">
                <a:spcBef>
                  <a:spcPts val="600"/>
                </a:spcBef>
              </a:pPr>
              <a:r>
                <a:rPr lang="en-US" altLang="en-US" b="0" i="1" dirty="0"/>
                <a:t>	entry section </a:t>
              </a:r>
            </a:p>
            <a:p>
              <a:pPr eaLnBrk="1" hangingPunct="1"/>
              <a:endParaRPr lang="en-US" altLang="en-US" sz="1100" b="0" i="1" dirty="0"/>
            </a:p>
            <a:p>
              <a:pPr eaLnBrk="1" hangingPunct="1"/>
              <a:r>
                <a:rPr lang="en-US" altLang="en-US" b="0" dirty="0"/>
                <a:t>             critical section</a:t>
              </a:r>
            </a:p>
            <a:p>
              <a:pPr eaLnBrk="1" hangingPunct="1"/>
              <a:r>
                <a:rPr lang="en-US" altLang="en-US" sz="1100" b="0" dirty="0"/>
                <a:t>	</a:t>
              </a:r>
            </a:p>
            <a:p>
              <a:pPr eaLnBrk="1" hangingPunct="1"/>
              <a:r>
                <a:rPr lang="en-US" altLang="en-US" b="0" i="1" dirty="0"/>
                <a:t>	exit section</a:t>
              </a:r>
            </a:p>
            <a:p>
              <a:pPr eaLnBrk="1" hangingPunct="1"/>
              <a:endParaRPr lang="en-US" altLang="en-US" sz="1100" b="0" i="1" dirty="0"/>
            </a:p>
            <a:p>
              <a:pPr eaLnBrk="1" hangingPunct="1"/>
              <a:r>
                <a:rPr lang="en-US" altLang="en-US" b="0" i="1" dirty="0"/>
                <a:t>          remainder section</a:t>
              </a:r>
            </a:p>
            <a:p>
              <a:pPr eaLnBrk="1" hangingPunct="1"/>
              <a:r>
                <a:rPr lang="en-US" altLang="en-US" b="0" dirty="0"/>
                <a:t>}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5DF8DC8-8893-2505-E4D0-2DADD65B792F}"/>
              </a:ext>
            </a:extLst>
          </p:cNvPr>
          <p:cNvSpPr txBox="1"/>
          <p:nvPr/>
        </p:nvSpPr>
        <p:spPr>
          <a:xfrm>
            <a:off x="266556" y="6174914"/>
            <a:ext cx="60928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i="1" dirty="0">
                <a:latin typeface="Arial" panose="020B0604020202020204" pitchFamily="34" charset="0"/>
                <a:cs typeface="Arial" panose="020B0604020202020204" pitchFamily="34" charset="0"/>
              </a:rPr>
              <a:t>Entry section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will allow only one process to enter and execute critical section code.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473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Critical-Section Requirements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321989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Mutual Exclusion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If thread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executing in its critical section, then no other threads can be executing in their critical sections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Progress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If some thread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not in the critical section, then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cannot prevent some other thread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from entering the critical section. A thread in the critical section will eventually leave it.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Bounded Waiting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If some thread is waiting on the critical section, then T will eventually enter the critical section (i.e., no starvation).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 that each process executes at a nonzero speed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assumption concerning the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relative speed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processes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Performance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The overhead of entering and exiting the critical section is small with respect to work being done within it.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211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BD819-136C-CD97-7446-3F27BA61B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6A57371-2534-B0E2-D6CE-DEBCF4B84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CCE7EC-B519-FCFC-B237-55D86F691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18220BE-25BD-01A2-81B7-CB44E5AD674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83246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Great thing about OS’s – analogy between problems in OS &amp; problems in real life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Help you understand real life problems better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computers are much stupider than people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Example: People need to coordinate: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521A0C-7DF5-886F-0A19-27F7E49AE4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711" y="3175611"/>
            <a:ext cx="7192436" cy="35673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6587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1EF72-514B-B320-86F1-D2CC29CA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985D8A4-46A0-B1E5-F024-8F3897B803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04C0C4-07A0-BD4B-A464-8A4A62DE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4289D47-65BC-F9E5-C652-348E5F6008F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83246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correctness properties for the “Too much milk” problem???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one person buys milk at a time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Someone buys milk if you need it</a:t>
            </a:r>
          </a:p>
          <a:p>
            <a:pPr algn="just"/>
            <a:r>
              <a:rPr lang="en-US" sz="2150" dirty="0">
                <a:latin typeface="Arial" panose="020B0604020202020204" pitchFamily="34" charset="0"/>
                <a:cs typeface="Arial" panose="020B0604020202020204" pitchFamily="34" charset="0"/>
              </a:rPr>
              <a:t>Restrict ourselves to use only atomic load and store operations as building blocks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88C34-DE33-7404-C762-C5D9B3F5D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711" y="3175611"/>
            <a:ext cx="7192436" cy="35673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6540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Problem: Solution #1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28466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Leave a note before buying (a version of “lock”)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Remove note after buying (a version of “unlock”)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Don’t buy any milk if there is note (wait)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a computer tries this (remember, only memory read/write are atomic):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work?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Still too much milk but only occasionally!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Thread context switched after checking milk &amp; note but before buying milk!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Solution makes problem worse since fails intermittently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641848"/>
              </p:ext>
            </p:extLst>
          </p:nvPr>
        </p:nvGraphicFramePr>
        <p:xfrm>
          <a:off x="1618862" y="3313148"/>
          <a:ext cx="7696200" cy="190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0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A</a:t>
                      </a:r>
                    </a:p>
                    <a:p>
                      <a:pPr algn="ctr"/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if (</a:t>
                      </a:r>
                      <a:r>
                        <a:rPr lang="en-US" altLang="en-US" b="1" dirty="0" err="1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noMilk</a:t>
                      </a: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 &amp; </a:t>
                      </a:r>
                      <a:r>
                        <a:rPr lang="en-US" altLang="en-US" b="1" dirty="0" err="1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NoNote</a:t>
                      </a: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){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	 leave Note;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 	 buy milk;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 	 remove note;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}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B</a:t>
                      </a:r>
                    </a:p>
                    <a:p>
                      <a:pPr marL="0" marR="0" indent="0" algn="ctr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pPr marL="0" marR="0" indent="0" algn="l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if (</a:t>
                      </a:r>
                      <a:r>
                        <a:rPr lang="en-US" altLang="en-US" sz="1800" b="1" kern="1200" dirty="0" err="1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noMilk</a:t>
                      </a:r>
                      <a: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altLang="en-US" sz="1800" b="1" kern="1200" dirty="0" err="1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NoNote</a:t>
                      </a:r>
                      <a: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){</a:t>
                      </a:r>
                      <a:b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</a:br>
                      <a: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	 leave Note;</a:t>
                      </a:r>
                      <a:b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</a:br>
                      <a: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	 buy milk;</a:t>
                      </a:r>
                      <a:b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</a:br>
                      <a: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 	 remove note;</a:t>
                      </a:r>
                      <a:b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</a:br>
                      <a:r>
                        <a:rPr lang="en-US" altLang="en-US" sz="1800" b="1" kern="1200" dirty="0">
                          <a:solidFill>
                            <a:srgbClr val="7030A0"/>
                          </a:solidFill>
                          <a:latin typeface="Courier New" pitchFamily="49" charset="0"/>
                          <a:ea typeface="+mn-ea"/>
                          <a:cs typeface="+mn-cs"/>
                        </a:rPr>
                        <a:t>}</a:t>
                      </a:r>
                      <a:endParaRPr lang="en-US" sz="1800" b="1" kern="1200" dirty="0">
                        <a:solidFill>
                          <a:srgbClr val="7030A0"/>
                        </a:solidFill>
                        <a:latin typeface="Courier New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" name="Group 13">
            <a:extLst>
              <a:ext uri="{FF2B5EF4-FFF2-40B4-BE49-F238E27FC236}">
                <a16:creationId xmlns:a16="http://schemas.microsoft.com/office/drawing/2014/main" id="{0A755C86-8E79-2E37-82A0-9421921FC59F}"/>
              </a:ext>
            </a:extLst>
          </p:cNvPr>
          <p:cNvGrpSpPr>
            <a:grpSpLocks/>
          </p:cNvGrpSpPr>
          <p:nvPr/>
        </p:nvGrpSpPr>
        <p:grpSpPr bwMode="auto">
          <a:xfrm>
            <a:off x="9461889" y="3810000"/>
            <a:ext cx="1308100" cy="1198563"/>
            <a:chOff x="3504" y="1584"/>
            <a:chExt cx="1056" cy="947"/>
          </a:xfrm>
        </p:grpSpPr>
        <p:pic>
          <p:nvPicPr>
            <p:cNvPr id="5" name="Picture 8" descr="MCHH01153_0000[1]">
              <a:extLst>
                <a:ext uri="{FF2B5EF4-FFF2-40B4-BE49-F238E27FC236}">
                  <a16:creationId xmlns:a16="http://schemas.microsoft.com/office/drawing/2014/main" id="{33CBD74C-7C7C-3A4B-EEC1-9FFB7795483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4" y="1632"/>
              <a:ext cx="676" cy="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12">
              <a:extLst>
                <a:ext uri="{FF2B5EF4-FFF2-40B4-BE49-F238E27FC236}">
                  <a16:creationId xmlns:a16="http://schemas.microsoft.com/office/drawing/2014/main" id="{131D4E27-00E2-AC24-CEE6-EC6D63B662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584"/>
              <a:ext cx="384" cy="3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66CC"/>
                  </a:solidFill>
                </a14:hiddenFill>
              </a:ext>
              <a:ext uri="{91240B29-F687-4F45-9708-019B960494DF}">
                <a14:hiddenLine xmlns:a14="http://schemas.microsoft.com/office/drawing/2010/main" w="3810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507695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7B12C-9BCB-5BC5-AE4E-B2B78D80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DECBEB4-CB2A-3FCC-F33D-01E791C93E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Problem: Solution #2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ACE373-83EA-0683-073F-17C09E6E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1D28EC2-CE1F-BBA4-D438-E32FD41EA40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2"/>
            <a:ext cx="10377971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about using labeled notes so we can leave note before checking the milk? 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work?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Possible for neither thread to buy milk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Context switches at exactly the wrong times can lead each to think that the other is going to buy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Extremely unlikely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that this would happen, but will at worse possible time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kind of lockup is called “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starvation!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C90CB7-B73A-DF0D-BC17-3018618753ED}"/>
              </a:ext>
            </a:extLst>
          </p:cNvPr>
          <p:cNvSpPr txBox="1"/>
          <p:nvPr/>
        </p:nvSpPr>
        <p:spPr>
          <a:xfrm>
            <a:off x="1586205" y="2000562"/>
            <a:ext cx="9274628" cy="2258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en-US" dirty="0"/>
              <a:t>	</a:t>
            </a:r>
            <a:r>
              <a:rPr lang="en-US" altLang="en-US" sz="2000" dirty="0"/>
              <a:t>	</a:t>
            </a:r>
            <a:r>
              <a:rPr lang="en-US" altLang="en-US" sz="2000" b="1" u="sng" dirty="0">
                <a:solidFill>
                  <a:srgbClr val="C00000"/>
                </a:solidFill>
              </a:rPr>
              <a:t>Thread A</a:t>
            </a:r>
            <a:r>
              <a:rPr lang="en-US" altLang="en-US" sz="2000" b="1" dirty="0">
                <a:solidFill>
                  <a:srgbClr val="C00000"/>
                </a:solidFill>
              </a:rPr>
              <a:t>		   </a:t>
            </a:r>
            <a:r>
              <a:rPr lang="en-US" altLang="en-US" sz="2000" b="1" u="sng" dirty="0">
                <a:solidFill>
                  <a:srgbClr val="C00000"/>
                </a:solidFill>
              </a:rPr>
              <a:t>Thread B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r>
              <a:rPr lang="en-US" altLang="en-US" sz="2000" b="1" dirty="0">
                <a:solidFill>
                  <a:srgbClr val="7030A0"/>
                </a:solidFill>
                <a:latin typeface="Courier New" pitchFamily="49" charset="0"/>
              </a:rPr>
              <a:t>    </a:t>
            </a: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leave note A;	leave note B;</a:t>
            </a:r>
            <a:b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</a:b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     if (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itchFamily="49" charset="0"/>
              </a:rPr>
              <a:t>noNote</a:t>
            </a: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 B) {	if (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itchFamily="49" charset="0"/>
              </a:rPr>
              <a:t>noNoteA</a:t>
            </a: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){</a:t>
            </a:r>
            <a:b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</a:b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	if (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itchFamily="49" charset="0"/>
              </a:rPr>
              <a:t>noMilk</a:t>
            </a: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){	    if (</a:t>
            </a:r>
            <a:r>
              <a:rPr lang="en-US" altLang="en-US" sz="1800" b="1" dirty="0" err="1">
                <a:solidFill>
                  <a:srgbClr val="7030A0"/>
                </a:solidFill>
                <a:latin typeface="Courier New" pitchFamily="49" charset="0"/>
              </a:rPr>
              <a:t>noMilk</a:t>
            </a: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){</a:t>
            </a:r>
            <a:b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</a:b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	    buy Milk;	        buy Milk;</a:t>
            </a:r>
            <a:b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</a:b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	}		    }</a:t>
            </a:r>
            <a:b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</a:b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    }			}</a:t>
            </a:r>
            <a:b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</a:br>
            <a:r>
              <a:rPr lang="en-US" altLang="en-US" sz="1800" b="1" dirty="0">
                <a:solidFill>
                  <a:srgbClr val="7030A0"/>
                </a:solidFill>
                <a:latin typeface="Courier New" pitchFamily="49" charset="0"/>
              </a:rPr>
              <a:t>    remove note A;	remove note B;</a:t>
            </a:r>
          </a:p>
          <a:p>
            <a:pPr>
              <a:lnSpc>
                <a:spcPct val="80000"/>
              </a:lnSpc>
              <a:spcBef>
                <a:spcPct val="20000"/>
              </a:spcBef>
              <a:tabLst>
                <a:tab pos="1377950" algn="l"/>
                <a:tab pos="2116138" algn="ctr"/>
                <a:tab pos="5148263" algn="l"/>
                <a:tab pos="5886450" algn="ctr"/>
              </a:tabLst>
            </a:pPr>
            <a:endParaRPr lang="en-US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43510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E421-E2DD-024A-755E-262A576F0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C331257-1E6F-A1FE-41B8-F32AA08D73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Problem: Solution #3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3CC9B-B3B0-021E-7997-BC6D0F74B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19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6BFEBB2-8880-0D41-4F52-BDDF7FC01AC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3447662"/>
            <a:ext cx="10377971" cy="341033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work?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Yes. Both can guarantee that it is safe to buy, or other will buy, ok to quit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point X, either there is a note B or not: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no note B, safe for A to buy since B has either not started or quit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otherwise A waits until there is no longer a note B, and either finds milk that B has bought or buys it if needed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point Y either there is a note A or not: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no note A, safe for B to check &amp; buy milk (Thread A not started yet)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Otherwise, A is either checking &amp; buying milk or waiting for B to quit, so B quits by removing note B.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B0804-36C3-46AA-E081-4921AD6095E5}"/>
              </a:ext>
            </a:extLst>
          </p:cNvPr>
          <p:cNvSpPr txBox="1"/>
          <p:nvPr/>
        </p:nvSpPr>
        <p:spPr>
          <a:xfrm>
            <a:off x="1362269" y="1229742"/>
            <a:ext cx="9374041" cy="21805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en-US" dirty="0"/>
              <a:t>	</a:t>
            </a:r>
            <a:r>
              <a:rPr lang="en-US" altLang="en-US" sz="2000" dirty="0">
                <a:solidFill>
                  <a:srgbClr val="C00000"/>
                </a:solidFill>
              </a:rPr>
              <a:t>	</a:t>
            </a:r>
            <a:r>
              <a:rPr lang="en-US" altLang="en-US" sz="2000" b="1" u="sng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A</a:t>
            </a:r>
            <a:r>
              <a:rPr lang="en-US" alt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en-US" sz="2000" b="1" u="sng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 B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Tx/>
              <a:buNone/>
              <a:tabLst>
                <a:tab pos="1139825" algn="l"/>
                <a:tab pos="1828800" algn="ctr"/>
                <a:tab pos="4684713" algn="l"/>
                <a:tab pos="5548313" algn="ctr"/>
              </a:tabLst>
            </a:pP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leave note A;	leave note B;</a:t>
            </a:r>
            <a:b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X:</a:t>
            </a: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while (note B){        </a:t>
            </a:r>
            <a:r>
              <a:rPr lang="en-US" altLang="en-US" sz="1800" b="1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Y:</a:t>
            </a: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if (</a:t>
            </a:r>
            <a:r>
              <a:rPr lang="en-US" altLang="en-US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noNote</a:t>
            </a: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A){</a:t>
            </a:r>
            <a:b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do nothing;	   if (</a:t>
            </a:r>
            <a:r>
              <a:rPr lang="en-US" altLang="en-US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noMilk</a:t>
            </a: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		      buy milk;</a:t>
            </a:r>
            <a:b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(</a:t>
            </a:r>
            <a:r>
              <a:rPr lang="en-US" altLang="en-US" sz="1800" dirty="0" err="1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noMilk</a:t>
            </a: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	   }</a:t>
            </a:r>
            <a:b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buy milk;	}</a:t>
            </a:r>
            <a:b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		remove note B;</a:t>
            </a:r>
            <a:b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800" dirty="0">
                <a:solidFill>
                  <a:srgbClr val="7030A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remove note A;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068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Problem: Solution #3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89939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Solution #3 a good solution?</a:t>
            </a:r>
          </a:p>
          <a:p>
            <a:pPr lvl="1" algn="just"/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too complicated – it’s hard to convince ourselves this solution works.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asymmetrical – thread A and B are different. Thus, adding more threads would require different code for each new thread and modifications to existing threads.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is busy waiting – A is consuming CPU resources despite any useful work.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solution relies on loads and stores to be atomic.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2760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Mechanisms For Building Critical Sections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321599" cy="509684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 read/write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Can it be done?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Primitives, minimal semantics, used to build others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Semaphores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Basic, easy to get the hang of, but hard to program with</a:t>
            </a: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High-level, requires language support, operations implicit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06991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34FF3-6FF2-3FA1-DB42-869D79ED7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A11CBB4-C1B1-8653-135D-EFFAACFFA8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Mutex with Atomic R/W: Try # 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A2FE2E-CF57-B16A-3B6C-DB593C596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8F7E2F0-50DD-93F0-99AC-658E8CB73B35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4212395"/>
            <a:ext cx="10473999" cy="256940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called alternation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satisfy the mutual exclusion requirement?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</a:t>
            </a:r>
          </a:p>
          <a:p>
            <a:pPr lvl="1" algn="just"/>
            <a:endParaRPr lang="en-US" sz="1100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satisfy the progress requirement?</a:t>
            </a:r>
          </a:p>
          <a:p>
            <a:pPr lvl="1" algn="just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No. </a:t>
            </a:r>
            <a:r>
              <a:rPr lang="en-US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sets turn = 1 and </a:t>
            </a:r>
            <a:r>
              <a:rPr lang="en-US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 delayed, </a:t>
            </a:r>
            <a:r>
              <a:rPr lang="en-US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US" b="1" i="1" baseline="-250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stuck in while loop indefinitely.</a:t>
            </a:r>
          </a:p>
          <a:p>
            <a:pPr lvl="1" algn="just"/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579411A-8BFE-BBFE-6EFD-0F011654C1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8989" y="1985702"/>
            <a:ext cx="4498361" cy="202432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(turn != 0);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critical section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turn = 1;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outside of critical section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D8DB12-D63C-DAFC-586A-6B9AF60A1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6090" y="1985703"/>
            <a:ext cx="4498361" cy="202432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(turn != 1);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critical section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turn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outside of critical section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58D7E82D-BFEE-ECBF-D3D2-81658C2022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6" y="1335618"/>
            <a:ext cx="3616324" cy="371513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dirty="0"/>
              <a:t>int turn = 0;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226EA5A8-0459-8159-51C9-7FFE1CCFA2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9583" y="1481091"/>
            <a:ext cx="40778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C00000"/>
                </a:solidFill>
              </a:rPr>
              <a:t>T</a:t>
            </a:r>
            <a:r>
              <a:rPr lang="en-US" altLang="en-US" baseline="-25000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7A5B66F5-E78A-276E-E3C8-66401F3C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533" y="1481091"/>
            <a:ext cx="40778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C00000"/>
                </a:solidFill>
              </a:rPr>
              <a:t>T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4505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2370-2E02-7321-5B04-A099BCAAE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B1865B5-AE62-8AF6-281C-8FC0705FC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Mutex with Atomic R/W: Peterson’s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1D3703-A845-7CA1-BFB3-1D574FE26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99226E8-2D4B-9DF3-A5F3-FC1D530980F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5143500"/>
            <a:ext cx="10743566" cy="163830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satisfy the mutual exclusion requirement?</a:t>
            </a: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satisfy the progress requirement?</a:t>
            </a:r>
          </a:p>
          <a:p>
            <a:pPr lvl="1" algn="just"/>
            <a:endParaRPr lang="en-US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CE1528FD-B6BE-569E-FBF8-4E4D83260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039" y="2233352"/>
            <a:ext cx="4754880" cy="269877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flag[0] = TRUE;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turn = 1;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(flag[1] &amp;&amp; turn != 0);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critical section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flag[0] = FALSE;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outside of critical section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53591-D469-DC8E-EA48-F3A522F5D8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5050" y="2233353"/>
            <a:ext cx="4754880" cy="26797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 (TRUE)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flag[1] = TRUE;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turn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(flag[0] &amp;&amp; turn != 1);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critical section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flag[1] = FALSE;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en-US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outside of critical section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 Box 18">
            <a:extLst>
              <a:ext uri="{FF2B5EF4-FFF2-40B4-BE49-F238E27FC236}">
                <a16:creationId xmlns:a16="http://schemas.microsoft.com/office/drawing/2014/main" id="{20024EB2-EFB6-142D-31D0-4196B9CD36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9376" y="1297518"/>
            <a:ext cx="3616324" cy="64851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dirty="0"/>
              <a:t>int turn = 1;</a:t>
            </a:r>
          </a:p>
          <a:p>
            <a:pPr eaLnBrk="1" hangingPunct="1"/>
            <a:r>
              <a:rPr lang="en-US" altLang="en-US" dirty="0" err="1"/>
              <a:t>boolean</a:t>
            </a:r>
            <a:r>
              <a:rPr lang="en-US" altLang="en-US" dirty="0"/>
              <a:t> Flag[2] = FALSE</a:t>
            </a:r>
          </a:p>
        </p:txBody>
      </p:sp>
      <p:sp>
        <p:nvSpPr>
          <p:cNvPr id="6" name="Text Box 18">
            <a:extLst>
              <a:ext uri="{FF2B5EF4-FFF2-40B4-BE49-F238E27FC236}">
                <a16:creationId xmlns:a16="http://schemas.microsoft.com/office/drawing/2014/main" id="{9900D349-5660-9D0A-B6A4-490334E72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95783" y="1766841"/>
            <a:ext cx="40778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C00000"/>
                </a:solidFill>
              </a:rPr>
              <a:t>T</a:t>
            </a:r>
            <a:r>
              <a:rPr lang="en-US" altLang="en-US" baseline="-25000" dirty="0">
                <a:solidFill>
                  <a:srgbClr val="C00000"/>
                </a:solidFill>
              </a:rPr>
              <a:t>0</a:t>
            </a:r>
          </a:p>
        </p:txBody>
      </p:sp>
      <p:sp>
        <p:nvSpPr>
          <p:cNvPr id="7" name="Text Box 18">
            <a:extLst>
              <a:ext uri="{FF2B5EF4-FFF2-40B4-BE49-F238E27FC236}">
                <a16:creationId xmlns:a16="http://schemas.microsoft.com/office/drawing/2014/main" id="{A8F10486-8F58-18F4-F664-247D19A71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4533" y="1785891"/>
            <a:ext cx="407782" cy="371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C00000"/>
                </a:solidFill>
              </a:rPr>
              <a:t>T</a:t>
            </a:r>
            <a:r>
              <a:rPr lang="en-US" altLang="en-US" baseline="-25000" dirty="0">
                <a:solidFill>
                  <a:srgbClr val="C00000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B8B37-406D-F295-20BA-E1E49CEE6608}"/>
              </a:ext>
            </a:extLst>
          </p:cNvPr>
          <p:cNvSpPr/>
          <p:nvPr/>
        </p:nvSpPr>
        <p:spPr>
          <a:xfrm>
            <a:off x="632151" y="2514600"/>
            <a:ext cx="10571807" cy="10477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D87665-B49F-3664-761A-1822A09FAFF5}"/>
              </a:ext>
            </a:extLst>
          </p:cNvPr>
          <p:cNvSpPr/>
          <p:nvPr/>
        </p:nvSpPr>
        <p:spPr>
          <a:xfrm>
            <a:off x="632151" y="3939399"/>
            <a:ext cx="10571807" cy="29831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C3B767-C30B-EB8F-92C7-519CD336C6CD}"/>
              </a:ext>
            </a:extLst>
          </p:cNvPr>
          <p:cNvSpPr txBox="1"/>
          <p:nvPr/>
        </p:nvSpPr>
        <p:spPr>
          <a:xfrm>
            <a:off x="381677" y="1517749"/>
            <a:ext cx="1548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Entry Section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1B2E845-B412-3FCC-92E3-7ACD3C382B56}"/>
              </a:ext>
            </a:extLst>
          </p:cNvPr>
          <p:cNvCxnSpPr>
            <a:cxnSpLocks/>
          </p:cNvCxnSpPr>
          <p:nvPr/>
        </p:nvCxnSpPr>
        <p:spPr>
          <a:xfrm flipV="1">
            <a:off x="764620" y="1867332"/>
            <a:ext cx="0" cy="597047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8BDD2EB-B686-6011-8CF5-D6C8B00CD703}"/>
              </a:ext>
            </a:extLst>
          </p:cNvPr>
          <p:cNvSpPr txBox="1"/>
          <p:nvPr/>
        </p:nvSpPr>
        <p:spPr>
          <a:xfrm>
            <a:off x="9769733" y="5067286"/>
            <a:ext cx="15485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Exit Section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0467C90-5669-1E46-C495-673BF420641E}"/>
              </a:ext>
            </a:extLst>
          </p:cNvPr>
          <p:cNvCxnSpPr>
            <a:cxnSpLocks/>
          </p:cNvCxnSpPr>
          <p:nvPr/>
        </p:nvCxnSpPr>
        <p:spPr>
          <a:xfrm flipV="1">
            <a:off x="11031534" y="4258878"/>
            <a:ext cx="0" cy="82296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520491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5" grpId="0"/>
      <p:bldP spid="1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Mutex with Atomic R/W: Peterson’s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0" y="1453241"/>
            <a:ext cx="10527262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two-process solution</a:t>
            </a:r>
          </a:p>
          <a:p>
            <a:pPr algn="just">
              <a:spcBef>
                <a:spcPts val="0"/>
              </a:spcBef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Assume that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machine-language instructions are atomic; that is, cannot be interrupted</a:t>
            </a:r>
          </a:p>
          <a:p>
            <a:pPr algn="just">
              <a:spcBef>
                <a:spcPts val="0"/>
              </a:spcBef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two processes share two variables: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variable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turn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indicates whose turn it is to enter the critical section.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flag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array is used to indicate if a process is ready to enter the critical section.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flag[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] = true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implies that process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ready.</a:t>
            </a:r>
          </a:p>
          <a:p>
            <a:pPr algn="just">
              <a:spcBef>
                <a:spcPts val="600"/>
              </a:spcBef>
            </a:pP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Provable that the three critical section requirement are met:</a:t>
            </a:r>
          </a:p>
          <a:p>
            <a:pPr marL="868680" lvl="1" indent="-457200" algn="just">
              <a:spcBef>
                <a:spcPts val="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Mutual exclusion is preserved as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enters critical section only if:</a:t>
            </a:r>
          </a:p>
          <a:p>
            <a:pPr lvl="2" algn="just">
              <a:spcBef>
                <a:spcPts val="6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either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flag[j] = FALSE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or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turn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868680" lvl="1" indent="-457200" algn="just">
              <a:spcBef>
                <a:spcPts val="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Progress requirement is satisfied</a:t>
            </a:r>
          </a:p>
          <a:p>
            <a:pPr marL="868680" lvl="1" indent="-457200" algn="just">
              <a:spcBef>
                <a:spcPts val="600"/>
              </a:spcBef>
              <a:buClr>
                <a:schemeClr val="tx1"/>
              </a:buClr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Bounded waiting requirement is met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03960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BDBD5-2502-4E29-8AE7-E55EE9413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B27053C-248C-C3C1-64C3-C4A144256E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Mutex with Atomic R/W: Bakery Algorithm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0784E-742F-3B31-C72D-FA1D0374B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9F1CB03-18D3-96C9-272B-38A27EBFC99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5900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process solution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Before entering its critical section, a process receives a number (like in a bakery). And the holder of the smallest number enters the critical section.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numbering scheme here always generates numbers in increasing order of enumeration; i.e., 1,2,3,3,3,3,4,5...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processes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receive the same number, if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&lt; j, then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served first; else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US" b="1" i="1" baseline="-25000" dirty="0" err="1">
                <a:latin typeface="Arial" panose="020B0604020202020204" pitchFamily="34" charset="0"/>
                <a:cs typeface="Arial" panose="020B0604020202020204" pitchFamily="34" charset="0"/>
              </a:rPr>
              <a:t>j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served first (PID assumed unique).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Choosing a number </a:t>
            </a:r>
          </a:p>
          <a:p>
            <a:pPr lvl="1" algn="just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max (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,…,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i="1" baseline="-25000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</a:rPr>
              <a:t>-1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 is a number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, such that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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a</a:t>
            </a:r>
            <a:r>
              <a:rPr lang="en-US" altLang="en-US" baseline="-25000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for </a:t>
            </a:r>
            <a:r>
              <a:rPr lang="en-US" altLang="en-US" i="1" dirty="0" err="1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i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= 0, …,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n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  <a:sym typeface="Symbol" pitchFamily="18" charset="2"/>
              </a:rPr>
              <a:t> – 1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Notation for lexicographical order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ticket #, PID #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alt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a,b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 &lt; (</a:t>
            </a:r>
            <a:r>
              <a:rPr lang="en-US" altLang="en-US" i="1" dirty="0" err="1">
                <a:latin typeface="Arial" panose="020B0604020202020204" pitchFamily="34" charset="0"/>
                <a:cs typeface="Arial" panose="020B0604020202020204" pitchFamily="34" charset="0"/>
              </a:rPr>
              <a:t>c,d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) if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&lt;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or if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==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b </a:t>
            </a:r>
            <a:r>
              <a:rPr lang="en-US" altLang="en-US" dirty="0">
                <a:latin typeface="Arial" panose="020B0604020202020204" pitchFamily="34" charset="0"/>
                <a:cs typeface="Arial" panose="020B0604020202020204" pitchFamily="34" charset="0"/>
              </a:rPr>
              <a:t>&lt; </a:t>
            </a:r>
            <a:r>
              <a:rPr lang="en-US" altLang="en-US" i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071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Mutex with Atomic R/W: Bakery Algorithm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26</a:t>
            </a:fld>
            <a:endParaRPr lang="en-US">
              <a:latin typeface="Calibri"/>
            </a:endParaRPr>
          </a:p>
        </p:txBody>
      </p:sp>
      <p:sp>
        <p:nvSpPr>
          <p:cNvPr id="7171" name="Rectangle 3"/>
          <p:cNvSpPr txBox="1">
            <a:spLocks noChangeArrowheads="1"/>
          </p:cNvSpPr>
          <p:nvPr/>
        </p:nvSpPr>
        <p:spPr>
          <a:xfrm>
            <a:off x="914399" y="1427162"/>
            <a:ext cx="10282335" cy="54308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lvl="1" indent="0" algn="just">
              <a:buNone/>
            </a:pPr>
            <a:r>
              <a:rPr lang="en-US" sz="21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boolean</a:t>
            </a:r>
            <a:r>
              <a:rPr lang="en-US" sz="21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choosing[n] = FALSE;   // Is the process choosing its number?</a:t>
            </a:r>
          </a:p>
          <a:p>
            <a:pPr marL="114300" lvl="1" indent="0" algn="just">
              <a:buNone/>
            </a:pPr>
            <a:r>
              <a:rPr lang="en-US" sz="21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Integer number[n] = 0;         // The ticket number for each process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endParaRPr lang="en-US" altLang="en-US" sz="2000" b="1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  <a:sym typeface="Symbol" pitchFamily="18" charset="2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while (TRUE)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{ 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		 choosing[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] = TRUE;        // Process 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is choosing a number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		 number[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] = 1 + max(number[0], … , number[n – 1]);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		 choosing[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] = FALSE;       // Process 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has chosen its number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endParaRPr lang="en-US" altLang="en-US" sz="2000" b="1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		 for (j = 0; j &lt; n; 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j++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      // Wait if the other process is choosing its number 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			while (choosing[j]); 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       // Wait if the other process has a lower ticket number, or the   		same number with a lower process ID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</a:rPr>
              <a:t>		  	while ((number[j] !=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 0) &amp;&amp; ((number[j],j) &lt; (number[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],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)));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		 }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		 critical section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		 number[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] = 0;     // Process </a:t>
            </a:r>
            <a:r>
              <a:rPr lang="en-US" altLang="en-US" sz="2000" b="1" dirty="0" err="1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 is done with the critical section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		 remainder section</a:t>
            </a:r>
          </a:p>
          <a:p>
            <a:pPr>
              <a:lnSpc>
                <a:spcPct val="90000"/>
              </a:lnSpc>
              <a:spcBef>
                <a:spcPct val="15000"/>
              </a:spcBef>
              <a:buFontTx/>
              <a:buNone/>
              <a:tabLst>
                <a:tab pos="517525" algn="l"/>
                <a:tab pos="1196975" algn="l"/>
                <a:tab pos="1487488" algn="l"/>
                <a:tab pos="1831975" algn="l"/>
              </a:tabLst>
            </a:pPr>
            <a:r>
              <a:rPr lang="en-US" altLang="en-US" sz="2000" b="1" dirty="0">
                <a:latin typeface="Courier New" panose="02070309020205020404" pitchFamily="49" charset="0"/>
                <a:ea typeface="Cambria Math" panose="02040503050406030204" pitchFamily="18" charset="0"/>
                <a:cs typeface="Courier New" panose="02070309020205020404" pitchFamily="49" charset="0"/>
                <a:sym typeface="Symbol" pitchFamily="18" charset="2"/>
              </a:rPr>
              <a:t>}</a:t>
            </a:r>
            <a:endParaRPr lang="en-US" altLang="en-US" sz="2000" b="1" dirty="0">
              <a:latin typeface="Courier New" panose="02070309020205020404" pitchFamily="49" charset="0"/>
              <a:ea typeface="Cambria Math" panose="02040503050406030204" pitchFamily="18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63886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Locks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lock is an object in memory providing mutual exclusion to shared data with two “atomic” operations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–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wait until lock is free, then take it to enter a C.S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release()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release lock to leave a C.S, waking up any thread waiting for it.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Threads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pair calls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to acquire and release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Between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acquire/release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the thread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holds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the lock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acquire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not return until any previous holder releases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can happen if the calls are not paired?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Lock can spin (a spinlock) or block (a mutex)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2573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064B8-7512-AFE6-7E5A-DA77911C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7084D9C-6163-052F-BAB1-8A71D56CF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C9B7FD-4F3C-64AE-BC00-3FC8E1599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D027DCF-1F18-79C7-E904-B6B9B4F6432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Rules of using a lock: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Always acquire the lock before accessing shared data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Always release the lock after finishing with shared data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Lock is initially free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not lock again if already locked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not unlock if not locked by you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not spend large amounts of time in critical section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15271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635F5-3978-67BF-D0DF-4F284343E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1C4BDC5-9E81-64B6-3B3F-C90CE95BE4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Using 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C54F68-CE1D-B692-DB49-B8D42A5B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29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827D22A-C8EE-0429-3B8C-BE886F03B9F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5082505"/>
            <a:ext cx="10377971" cy="14972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happens when green tries to acquire the lock?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is the “return” outside the critical section? Is this OK?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happens when a third thread calls acquire?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209FE6E6-039B-98E3-7021-2BBD7D25E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620" y="1935286"/>
            <a:ext cx="4369352" cy="245988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(account, amount)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acquire(lock);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release(lock);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19E5DC-C000-DEB6-AF40-ECEF76E90811}"/>
              </a:ext>
            </a:extLst>
          </p:cNvPr>
          <p:cNvSpPr txBox="1"/>
          <p:nvPr/>
        </p:nvSpPr>
        <p:spPr>
          <a:xfrm>
            <a:off x="5320448" y="2778806"/>
            <a:ext cx="1094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8E08451A-DE6A-3D69-0AC5-C5C403AB3FC7}"/>
              </a:ext>
            </a:extLst>
          </p:cNvPr>
          <p:cNvSpPr/>
          <p:nvPr/>
        </p:nvSpPr>
        <p:spPr>
          <a:xfrm>
            <a:off x="5244248" y="2476199"/>
            <a:ext cx="152400" cy="1209040"/>
          </a:xfrm>
          <a:prstGeom prst="rightBrace">
            <a:avLst>
              <a:gd name="adj1" fmla="val 39521"/>
              <a:gd name="adj2" fmla="val 476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B34CAF4-5D67-DD0D-8993-CE3ABDC48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1139395"/>
            <a:ext cx="4480560" cy="10058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acquire(lock);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EBE25-8C55-1D00-4E5E-249A8DE7E1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2218186"/>
            <a:ext cx="4480560" cy="3657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acquire(lock);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73CCC4D6-7B6A-B086-A1D8-442452CF7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2656897"/>
            <a:ext cx="4480560" cy="6400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release(lock);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54571C-0D95-CE36-9411-2A1225233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3369928"/>
            <a:ext cx="4480560" cy="132588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release(lock);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DAFBA2D-4077-7951-D29F-BCF7F2531B01}"/>
              </a:ext>
            </a:extLst>
          </p:cNvPr>
          <p:cNvCxnSpPr>
            <a:cxnSpLocks/>
          </p:cNvCxnSpPr>
          <p:nvPr/>
        </p:nvCxnSpPr>
        <p:spPr>
          <a:xfrm flipV="1">
            <a:off x="6481137" y="1210448"/>
            <a:ext cx="0" cy="347472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02703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61014-A0BF-7B10-C4CA-A093CEE6C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076245F-BF14-E2FC-E7C4-51187707B7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Problem: Solution #4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7C36ABB-485B-DA1B-3F73-A8E1E6F0C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02BF15C-1DCC-F704-61D6-46E15878BFE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28466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Implementing “Too Much Milk” with locks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solution is clean and symmetric 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we make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acquire()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release()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atomic?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two threads are waiting for the lock and both see it’s free, only one succeeds to grab the lock</a:t>
            </a:r>
          </a:p>
          <a:p>
            <a:pPr lvl="1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Once again, section of code between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acquire(lock)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release(lock)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called a “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046A3D8-ABB6-3B38-2858-36A3DF8D4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6198851"/>
              </p:ext>
            </p:extLst>
          </p:nvPr>
        </p:nvGraphicFramePr>
        <p:xfrm>
          <a:off x="1618862" y="1932222"/>
          <a:ext cx="7696200" cy="190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0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en-US" b="1" u="none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          </a:t>
                      </a:r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A</a:t>
                      </a:r>
                    </a:p>
                    <a:p>
                      <a:pPr algn="ctr"/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acquire(lock);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if (</a:t>
                      </a:r>
                      <a:r>
                        <a:rPr lang="en-US" altLang="en-US" b="1" dirty="0" err="1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noMilk</a:t>
                      </a: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){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	buy milk;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}</a:t>
                      </a: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release(lock);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u="none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     </a:t>
                      </a:r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B</a:t>
                      </a:r>
                    </a:p>
                    <a:p>
                      <a:pPr marL="0" marR="0" indent="0" algn="ctr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acquire(lock);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if (</a:t>
                      </a:r>
                      <a:r>
                        <a:rPr lang="en-US" altLang="en-US" b="1" dirty="0" err="1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noMilk</a:t>
                      </a: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){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	buy milk;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}</a:t>
                      </a:r>
                    </a:p>
                    <a:p>
                      <a:pPr rtl="0"/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release(lock);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51216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66175-5FDF-E515-782A-0DBCFE266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F6987C8-D17B-16F3-7526-0B8E3E42A5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Implementing 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F8C899-9B69-B40C-0896-098D629B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31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EFD1A7E-25C6-95B4-7133-F3E5C1087CBA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we implement locks? Here is one attempt: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is called a spinlock because a thread spins waiting for the lock to be released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this work?</a:t>
            </a:r>
          </a:p>
          <a:p>
            <a:pPr lvl="2" algn="just"/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No. Two independent threads may both notice that a lock has been released and thereby acquire it.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80A28D07-BF25-4266-9282-8FDB1DB175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999" y="2103808"/>
            <a:ext cx="3324940" cy="30206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lock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held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1;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0EE644-31AA-A998-474F-4EDF5A2E3E5F}"/>
              </a:ext>
            </a:extLst>
          </p:cNvPr>
          <p:cNvSpPr txBox="1"/>
          <p:nvPr/>
        </p:nvSpPr>
        <p:spPr>
          <a:xfrm>
            <a:off x="7303017" y="2585378"/>
            <a:ext cx="269927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busy-wait (spin wait) for lock to be released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0EEAEA-DD46-C720-F6F5-A610BAFC3BAF}"/>
              </a:ext>
            </a:extLst>
          </p:cNvPr>
          <p:cNvSpPr txBox="1"/>
          <p:nvPr/>
        </p:nvSpPr>
        <p:spPr>
          <a:xfrm>
            <a:off x="6990184" y="3787030"/>
            <a:ext cx="3324940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context switch can occur here, causing a race condition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DD4FE54-176C-DCBD-10BA-E342A42C8042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6648450" y="2877766"/>
            <a:ext cx="65456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BA1A1D-3494-2F7A-0C4C-4D84FFDEBFF6}"/>
              </a:ext>
            </a:extLst>
          </p:cNvPr>
          <p:cNvCxnSpPr>
            <a:cxnSpLocks/>
            <a:stCxn id="15" idx="1"/>
          </p:cNvCxnSpPr>
          <p:nvPr/>
        </p:nvCxnSpPr>
        <p:spPr>
          <a:xfrm flipH="1" flipV="1">
            <a:off x="6335617" y="4077913"/>
            <a:ext cx="654567" cy="150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FF4225-6726-9D32-EB5F-F97865712A09}"/>
              </a:ext>
            </a:extLst>
          </p:cNvPr>
          <p:cNvCxnSpPr/>
          <p:nvPr/>
        </p:nvCxnSpPr>
        <p:spPr>
          <a:xfrm flipH="1">
            <a:off x="5477933" y="2877766"/>
            <a:ext cx="1170517" cy="551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4F26D06-E7C2-AAC0-9682-4498672C8451}"/>
              </a:ext>
            </a:extLst>
          </p:cNvPr>
          <p:cNvCxnSpPr>
            <a:cxnSpLocks/>
          </p:cNvCxnSpPr>
          <p:nvPr/>
        </p:nvCxnSpPr>
        <p:spPr>
          <a:xfrm flipH="1" flipV="1">
            <a:off x="5477933" y="3537926"/>
            <a:ext cx="857684" cy="539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56486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A4ECE-3694-82FD-7D3D-D5D446382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B9B0E6F-25E4-AE5E-845A-FE4E1961D5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Implementing 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FDFA7B-D3D0-CBC9-E7B1-CF71480AF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32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CAECDB-311F-74B7-61FF-1B10056351E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problem is that the implementation of locks has critical sections, too!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we stop the recursion?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implementation of acquire/release must be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atomic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 atomic operation is one which executes as though it could not be interrupted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Code that executes “all or nothing”</a:t>
            </a: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do we make them atomic?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help from hardware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Atomic instructions (e.g., test-and-set, compare-and-swap)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Disable/enable interrupts (prevent context switches)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7710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7E800-B0EC-D22D-8948-F9F30C999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FFB57FB-FA2C-08AB-A99F-520252F815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Atomic Instructions: Test-And-Set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028FF-2616-BDBE-E114-516B8665B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33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B21A0A-71C1-A5D9-80C1-946533BCF08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semantics of test-and-set are: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Record the old value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Set the value to indicate available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Return the old value</a:t>
            </a: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Hardware executes it atomically!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executing test-and-set on “flag”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value of flag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afterwards if it was initially False? True?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return result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if flag was initially False? True?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Often used to implement locks. The idea is that if the value is 0 (unlocked), it can be set to 1 (locked), and the calling process obtains the lock. If it is already 1, the process knows the lock is held by another.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E08B6D95-DB41-4CE0-E008-42DB2397E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2102" y="1834242"/>
            <a:ext cx="4224208" cy="15947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bool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(bool *flag)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bool old = *flag;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*flag = TRUE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return old;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3444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8CC2D-3C39-E3DB-A624-6E4970B7F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AD01F6-F965-5518-AE04-82A6585FBC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Using Test-And-Set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DE0EA2-2C3A-C8F6-8507-98B0A238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34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410F3E-2CEB-0FCE-B4C1-D816C5E901E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 is the lock implementation with test-and-set: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will the while return? What is the value of held?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multiprocessor?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9BDEFDD-3723-FD84-6D35-C26CF0632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8998" y="2141908"/>
            <a:ext cx="5216751" cy="2696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lock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held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test_and_set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1005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6271A-9DF5-D79E-056F-C7AE7166D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047340A-466E-C069-9152-0CF91DA6C9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Atomic Instructions: Compare-And-Swap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7ED450-1A53-E7BD-AB96-59B5C3E3D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35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0A3C34F-6A61-A012-816C-FA06D351C0E0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280729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Compare-and-swap is a more flexible atomic operation. It compares the value of a memory location to a given expected value, and if they are equal, it swaps the memory value with a new value. If the values are not equal, it leaves the memory unchanged. The original value of the memory location is returned.</a:t>
            </a: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 is commonly used in lock-free algorithms, such as in atomic counters or lock-free queues. It ensures that changes are only made if the memory location hasn't been modified by another thread in the meantime, providing stronger concurrency control.</a:t>
            </a: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097DE09-EAF2-378D-7906-A3F950C7B3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5994" y="4752777"/>
            <a:ext cx="8942690" cy="1863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compare_and_swap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(int *value, int expected, int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new_value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temp = *value;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(*value == expected)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*value =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new_value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return temp;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433854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9F13A-68E4-4134-FCB1-F6A6A255D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84ADD0C-53AE-B239-3255-D64CD5D56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Using Compare-And-Swap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BF22CD-BC41-3EB3-6B24-95111A286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36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825CD9-7420-DB51-C09C-F4359E2549F5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Here is the lock implementation with compare-and-swap: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Does it solve the critical-section problem?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928E8A5-6142-FFFB-C305-346BDFAC5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756" y="2272536"/>
            <a:ext cx="7313418" cy="2696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lock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held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compare_and_swap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, 0, 1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!= 0);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54689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EB24C-F7A9-FB3B-5CF8-D902E214B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D173631-37FB-4C9D-C42D-118C89E875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6984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Bounded-waiting with Compare-And-Swap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047396-7367-38DF-7C9A-B68515ED0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37</a:t>
            </a:fld>
            <a:endParaRPr lang="en-US">
              <a:latin typeface="Calibri"/>
            </a:endParaRPr>
          </a:p>
        </p:txBody>
      </p:sp>
      <p:sp>
        <p:nvSpPr>
          <p:cNvPr id="39938" name="Content Placeholder 2">
            <a:extLst>
              <a:ext uri="{FF2B5EF4-FFF2-40B4-BE49-F238E27FC236}">
                <a16:creationId xmlns:a16="http://schemas.microsoft.com/office/drawing/2014/main" id="{4E8D67E4-BCAA-45F8-A130-6E0213E73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35931" y="1382778"/>
            <a:ext cx="6015037" cy="5204634"/>
          </a:xfrm>
        </p:spPr>
        <p:txBody>
          <a:bodyPr>
            <a:normAutofit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while (true) {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   waiting[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] = true;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   key = 1;</a:t>
            </a:r>
            <a:br>
              <a:rPr lang="en-US" altLang="en-US" sz="1800" b="1" dirty="0">
                <a:latin typeface="Courier New" panose="02070309020205020404" pitchFamily="49" charset="0"/>
              </a:rPr>
            </a:br>
            <a:r>
              <a:rPr lang="en-US" altLang="en-US" sz="1800" b="1" dirty="0">
                <a:latin typeface="Courier New" panose="02070309020205020404" pitchFamily="49" charset="0"/>
              </a:rPr>
              <a:t>   while (waiting[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] &amp;&amp; key == 1)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key 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compare_and_swap</a:t>
            </a:r>
            <a:r>
              <a:rPr lang="en-US" altLang="en-US" sz="1800" b="1" dirty="0">
                <a:latin typeface="Courier New" panose="02070309020205020404" pitchFamily="49" charset="0"/>
              </a:rPr>
              <a:t>(&amp;lock,0,1);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waiting[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] = false;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/* critical section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j = (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 + 1) % n;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while ((j !=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) &amp;&amp; !waiting[j])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j = (j + 1) % n;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if (j == </a:t>
            </a:r>
            <a:r>
              <a:rPr lang="en-US" altLang="en-US" sz="1800" b="1" dirty="0" err="1">
                <a:latin typeface="Courier New" panose="02070309020205020404" pitchFamily="49" charset="0"/>
              </a:rPr>
              <a:t>i</a:t>
            </a:r>
            <a:r>
              <a:rPr lang="en-US" altLang="en-US" sz="1800" b="1" dirty="0">
                <a:latin typeface="Courier New" panose="02070309020205020404" pitchFamily="49" charset="0"/>
              </a:rPr>
              <a:t>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lock = 0;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else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   waiting[j] = false;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   /* remainder section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800" b="1" dirty="0">
                <a:latin typeface="Courier New" panose="02070309020205020404" pitchFamily="49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46681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Atomic Variables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Typically, instructions such as compare-and-swap are used as building blocks for other synchronization tools.</a:t>
            </a:r>
            <a:endParaRPr 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tool is an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atomic variable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provides atomic (uninterruptible) updates on basic data types such as integers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booleans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example: Let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 an atomic variable and let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 operation on the atomic variable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Then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increment(&amp;sequence)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ensures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sequence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incremented without interruption.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435D4243-23AB-B0DB-E5F0-53389CB57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5105" y="4679742"/>
            <a:ext cx="8942690" cy="18637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increment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atomic_int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*v)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temp;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do {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temp = *v;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 while (temp != 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compare_and_swap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(v,temp,temp+1));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289468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C2D5B-008C-7EFD-0FD2-7702B3D6A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B3E17D7-F163-37BB-0768-45FA3E7F6D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Problems with Spinlocks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B43967-7AF7-641C-7F31-F587DDB08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39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CA445041-4EE2-3EF5-FC89-E699335BF345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problems with spinlocks is that they are wasteful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a thread is spinning on a lock, then the thread holding the lock cannot make progress (on a uniprocessor)</a:t>
            </a:r>
            <a:endParaRPr lang="en-US" sz="1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did the lock holder give up the CPU in the first place?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Lock holder calls yield or sleep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Involuntary context switch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want to use spinlocks as primitives to build higher-level synchronization constructs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063010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B9C91-F43D-0AF0-2AC9-16EC10B79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B170B51-0FDD-7D12-A4AD-E3EB2B81C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Disabling Interrupts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505F94-52AE-6FF5-B523-6D5AA5240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AF6C379-A1EC-83CE-A233-F977798E700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Another implementation of acquire/release is to disable interrupts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 that there is no state associated with the lock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two threads disable interrupts simultaneously?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1879912D-AEC2-AB14-130A-011B5CE22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2349" y="2275258"/>
            <a:ext cx="3959452" cy="25443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lock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disable interrupts;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enable interrupts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1596579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CD686-A698-7022-DAEE-8BF545F53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630ED04D-7C2E-5D24-F451-F576A51C3E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On Disabling Interrupts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C1C5B7-864B-B6BD-900B-A90757332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E3146C6-9FCB-FCC6-F09B-8B812E112B5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Disabling interrupts blocks notification of external events that could trigger a context switch (e.g., timer)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 “real“ system, this is only available to the kernel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Why?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Disabling interrupts is insufficient on a multiprocessor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Interrupts are only disabled on a per-core basis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Back to atomic instructions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Like spinlocks, only want to disable interrupts to implement higher-level synchronization primitives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Don’t want interrupts disabled between acquire and release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0698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07E9-17BD-D774-39A2-FA0D8C348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92AD14E-6436-CA19-4CBE-D7BBD56C8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Summarize Where We 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4548E6-83C3-F243-0E83-BDC3CB28C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3D1C717-069E-5312-6356-D22BECBE27B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33955" cy="260440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Use mutual exclusion to protect critical sections of code that access shared resources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locks (either spinlocks or disable interrupts)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Critical sections (CS) can be long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67473412-FE84-4EAD-F6AE-360A2C6FDB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6855" y="4549346"/>
            <a:ext cx="2493104" cy="1594758"/>
          </a:xfrm>
          <a:prstGeom prst="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acquire(lock)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Critical Section</a:t>
            </a:r>
            <a:endParaRPr lang="en-US" altLang="en-US" sz="1600" i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release(lock)</a:t>
            </a:r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FF9C35EF-5667-2852-AA11-CB05D1BCF1FE}"/>
              </a:ext>
            </a:extLst>
          </p:cNvPr>
          <p:cNvSpPr/>
          <p:nvPr/>
        </p:nvSpPr>
        <p:spPr>
          <a:xfrm>
            <a:off x="7285007" y="4337437"/>
            <a:ext cx="165952" cy="2001158"/>
          </a:xfrm>
          <a:prstGeom prst="rightBrace">
            <a:avLst>
              <a:gd name="adj1" fmla="val 39521"/>
              <a:gd name="adj2" fmla="val 476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E261510C-2D38-C4B4-26FB-6203A61B3F25}"/>
              </a:ext>
            </a:extLst>
          </p:cNvPr>
          <p:cNvSpPr/>
          <p:nvPr/>
        </p:nvSpPr>
        <p:spPr>
          <a:xfrm rot="10800000">
            <a:off x="4214905" y="4337437"/>
            <a:ext cx="165952" cy="2001158"/>
          </a:xfrm>
          <a:prstGeom prst="rightBrace">
            <a:avLst>
              <a:gd name="adj1" fmla="val 39521"/>
              <a:gd name="adj2" fmla="val 476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6E5A7-28BD-0D05-C415-28BF63700B7F}"/>
              </a:ext>
            </a:extLst>
          </p:cNvPr>
          <p:cNvSpPr txBox="1"/>
          <p:nvPr/>
        </p:nvSpPr>
        <p:spPr>
          <a:xfrm>
            <a:off x="497709" y="4470787"/>
            <a:ext cx="3521197" cy="1815882"/>
          </a:xfrm>
          <a:prstGeom prst="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Spinlocks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Threads waiting to acquire lock spin in test-and-set loop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Wastes CPU cycles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Longer the CS, the longer the spin, greater the chance for lock holder to be interrupted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43141-C769-2014-B497-E6D1D3EA695D}"/>
              </a:ext>
            </a:extLst>
          </p:cNvPr>
          <p:cNvSpPr txBox="1"/>
          <p:nvPr/>
        </p:nvSpPr>
        <p:spPr>
          <a:xfrm>
            <a:off x="7644548" y="4671126"/>
            <a:ext cx="3324940" cy="1323439"/>
          </a:xfrm>
          <a:prstGeom prst="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Disabling Interrupts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Disabling interrupts for long periods of time can miss or delay important events (e.g., timer, I/O)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55757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FDEC8-0A0C-0EC3-73E5-222A22983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18A0BC7-D381-3B04-B44F-24172D4244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Implementing 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7AD619-B5FE-BFC5-A429-2E4D34671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43</a:t>
            </a:fld>
            <a:endParaRPr lang="en-US">
              <a:latin typeface="Calibri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DE6DDB-F81B-FCE3-E835-409529A8C15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33956" cy="80296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 waiters, interrupts enabled in critical sections</a:t>
            </a:r>
            <a:endParaRPr lang="en-US"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A25F7C2-FAAD-3A2B-F2BE-029B6B3E42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5893" y="2256208"/>
            <a:ext cx="4660498" cy="38842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lock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held = 0;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queue Q;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i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Disable interrupts;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 (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put current thread on lock Q;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i="1" dirty="0">
                <a:solidFill>
                  <a:srgbClr val="00206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block current thread;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1;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</a:t>
            </a:r>
            <a:r>
              <a:rPr lang="en-US" altLang="en-US" sz="1600" i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Enable interrupts;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37B7B8F-A523-3378-7859-F7FBD50E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2256208"/>
            <a:ext cx="4229100" cy="22205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(lock)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i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Disable interrupts;</a:t>
            </a:r>
            <a:endParaRPr lang="en-US" altLang="en-US" sz="1600" i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(Q) remove waiting thread;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unblock waiting thread;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sz="1600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held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= 0;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</a:t>
            </a:r>
            <a:r>
              <a:rPr lang="en-US" altLang="en-US" sz="1600" i="1" dirty="0">
                <a:solidFill>
                  <a:schemeClr val="accent5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Enable interrupts;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921A8AD-9BE9-5B5D-541A-262535D16F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4819196"/>
            <a:ext cx="2493104" cy="1594758"/>
          </a:xfrm>
          <a:prstGeom prst="rect">
            <a:avLst/>
          </a:prstGeom>
          <a:solidFill>
            <a:srgbClr val="FFCC66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acquire(lock)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Critical Section</a:t>
            </a:r>
            <a:endParaRPr lang="en-US" altLang="en-US" sz="1600" i="1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release(lock)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053E7A-905E-F8A9-7071-E032C8300570}"/>
              </a:ext>
            </a:extLst>
          </p:cNvPr>
          <p:cNvSpPr txBox="1"/>
          <p:nvPr/>
        </p:nvSpPr>
        <p:spPr>
          <a:xfrm>
            <a:off x="8828841" y="4819983"/>
            <a:ext cx="23325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Interrupts Disabled</a:t>
            </a:r>
          </a:p>
          <a:p>
            <a:pPr algn="ctr"/>
            <a:endParaRPr lang="en-US" sz="11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1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b="1" i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Interrupts Enabled</a:t>
            </a:r>
          </a:p>
          <a:p>
            <a:pPr algn="ctr"/>
            <a:endParaRPr lang="en-US" sz="11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lang="en-US" sz="11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Interrupts Disabled</a:t>
            </a:r>
          </a:p>
          <a:p>
            <a:pPr algn="ctr"/>
            <a:endParaRPr lang="en-US" sz="1600" b="1" i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6C80FE9-8541-B743-1BA6-D6C0DE3083E6}"/>
              </a:ext>
            </a:extLst>
          </p:cNvPr>
          <p:cNvSpPr/>
          <p:nvPr/>
        </p:nvSpPr>
        <p:spPr>
          <a:xfrm>
            <a:off x="8726815" y="4857931"/>
            <a:ext cx="182880" cy="365760"/>
          </a:xfrm>
          <a:prstGeom prst="rightBrace">
            <a:avLst>
              <a:gd name="adj1" fmla="val 39521"/>
              <a:gd name="adj2" fmla="val 476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6E296E4D-DE77-3B10-28EC-545FFB87E0E9}"/>
              </a:ext>
            </a:extLst>
          </p:cNvPr>
          <p:cNvSpPr/>
          <p:nvPr/>
        </p:nvSpPr>
        <p:spPr>
          <a:xfrm>
            <a:off x="8745479" y="5981391"/>
            <a:ext cx="182880" cy="365760"/>
          </a:xfrm>
          <a:prstGeom prst="rightBrace">
            <a:avLst>
              <a:gd name="adj1" fmla="val 39521"/>
              <a:gd name="adj2" fmla="val 476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6EF2E0F5-BC08-F741-3B85-F61D74C6C517}"/>
              </a:ext>
            </a:extLst>
          </p:cNvPr>
          <p:cNvSpPr/>
          <p:nvPr/>
        </p:nvSpPr>
        <p:spPr>
          <a:xfrm>
            <a:off x="8726815" y="5296081"/>
            <a:ext cx="182880" cy="640080"/>
          </a:xfrm>
          <a:prstGeom prst="rightBrace">
            <a:avLst>
              <a:gd name="adj1" fmla="val 39521"/>
              <a:gd name="adj2" fmla="val 476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87DF444-FD12-09B2-D801-448EC7173423}"/>
              </a:ext>
            </a:extLst>
          </p:cNvPr>
          <p:cNvCxnSpPr>
            <a:cxnSpLocks/>
          </p:cNvCxnSpPr>
          <p:nvPr/>
        </p:nvCxnSpPr>
        <p:spPr>
          <a:xfrm flipV="1">
            <a:off x="7753350" y="2747905"/>
            <a:ext cx="1175009" cy="3416366"/>
          </a:xfrm>
          <a:prstGeom prst="straightConnector1">
            <a:avLst/>
          </a:prstGeom>
          <a:ln w="571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847A41-E2A9-ADCA-5671-DF98FD10741F}"/>
              </a:ext>
            </a:extLst>
          </p:cNvPr>
          <p:cNvCxnSpPr>
            <a:cxnSpLocks/>
          </p:cNvCxnSpPr>
          <p:nvPr/>
        </p:nvCxnSpPr>
        <p:spPr>
          <a:xfrm flipV="1">
            <a:off x="7753350" y="3867150"/>
            <a:ext cx="1125853" cy="2297121"/>
          </a:xfrm>
          <a:prstGeom prst="straightConnector1">
            <a:avLst/>
          </a:prstGeom>
          <a:ln w="571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78E2690-5E5C-93BF-6D11-92EEE2E96DB0}"/>
              </a:ext>
            </a:extLst>
          </p:cNvPr>
          <p:cNvCxnSpPr>
            <a:cxnSpLocks/>
          </p:cNvCxnSpPr>
          <p:nvPr/>
        </p:nvCxnSpPr>
        <p:spPr>
          <a:xfrm flipH="1" flipV="1">
            <a:off x="4057650" y="3867150"/>
            <a:ext cx="2222483" cy="990781"/>
          </a:xfrm>
          <a:prstGeom prst="straightConnector1">
            <a:avLst/>
          </a:prstGeom>
          <a:ln w="571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EC93F2E2-5218-3F6B-F105-57514989CC28}"/>
              </a:ext>
            </a:extLst>
          </p:cNvPr>
          <p:cNvCxnSpPr>
            <a:cxnSpLocks/>
          </p:cNvCxnSpPr>
          <p:nvPr/>
        </p:nvCxnSpPr>
        <p:spPr>
          <a:xfrm flipH="1">
            <a:off x="3767551" y="5106120"/>
            <a:ext cx="2512582" cy="510001"/>
          </a:xfrm>
          <a:prstGeom prst="straightConnector1">
            <a:avLst/>
          </a:prstGeom>
          <a:ln w="57150">
            <a:solidFill>
              <a:srgbClr val="0070C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4162083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7F118-F8F1-F9BF-66DF-BA7B1367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50198D1-5A7C-3DD7-8CC4-DD63F94705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Higher-Level Synchronization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3578B0-6548-5F09-BF6E-AD75CA5B1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287095D-D859-B733-50F8-1BE1F3CC39B4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33955" cy="5404759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Spinlocks and disabling interrupts are useful only for very short and simple critical sections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Wasteful otherwise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primitives are “primitive” – don’t do anything besides mutual exclusion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Need higher-level synchronization primitives that: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 waiters, leave interrupts enabled within the critical section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semantics beyond mutual exclusion</a:t>
            </a:r>
          </a:p>
          <a:p>
            <a:pPr lvl="1"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All synchronization requires atomicity, so we’ll use our “atomic” locks as primitives to implement them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common high-level mechanisms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Semaphores</a:t>
            </a:r>
          </a:p>
          <a:p>
            <a:pPr lvl="1"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Monitors</a:t>
            </a:r>
          </a:p>
          <a:p>
            <a:pPr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them to solve common synchronization problems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4509902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59DC2-4E59-32C5-A320-AE79AB95B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54E50A7-D9D3-2827-CE40-EB4651F98F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Semaphores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4F676C1-A5FD-4B6A-B62A-EFFA73580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45</a:t>
            </a:fld>
            <a:endParaRPr lang="en-US">
              <a:latin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BE70E620-0D96-F0C7-13EB-76380941CB77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2151" y="1453241"/>
                <a:ext cx="10321988" cy="5252357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 simple abstract data type to provide mutual exclusion</a:t>
                </a:r>
              </a:p>
              <a:p>
                <a:pPr lvl="1"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Invented by Dijkstra in 1968</a:t>
                </a:r>
              </a:p>
              <a:p>
                <a:pPr algn="just"/>
                <a:endParaRPr 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Semaphores are “integers” that support two operations: </a:t>
                </a:r>
                <a:r>
                  <a:rPr 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wait()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&amp; </a:t>
                </a:r>
                <a:r>
                  <a:rPr lang="en-US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signal()</a:t>
                </a: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endParaRPr 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“Wait” and “signal” body must be executed atomically, one process at a time. Can be implemented as system calls by kernel ensuring they are indivisible.</a:t>
                </a:r>
              </a:p>
              <a:p>
                <a:pPr lvl="1" algn="just"/>
                <a:endParaRPr lang="en-US" sz="1100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Less complicated entry and exit sections when semaphores are used</a:t>
                </a:r>
              </a:p>
              <a:p>
                <a:pPr algn="just"/>
                <a:endParaRPr lang="en-US" sz="11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just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Semaphore safety property: the semaphore (S) value is always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Rectangle 3">
                <a:extLst>
                  <a:ext uri="{FF2B5EF4-FFF2-40B4-BE49-F238E27FC236}">
                    <a16:creationId xmlns:a16="http://schemas.microsoft.com/office/drawing/2014/main" id="{BE70E620-0D96-F0C7-13EB-76380941C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1" y="1453241"/>
                <a:ext cx="10321988" cy="5252357"/>
              </a:xfrm>
              <a:prstGeom prst="rect">
                <a:avLst/>
              </a:prstGeom>
              <a:blipFill>
                <a:blip r:embed="rId3"/>
                <a:stretch>
                  <a:fillRect t="-580" r="-768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540342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Blocking in Semaphores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3116425"/>
            <a:ext cx="10463741" cy="3589174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9BE06D-A220-AA0B-AC32-235D90D3A7F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Associated with each semaphore is 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queue of waiting threads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When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called by a thread: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semaphore is open, thread continues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semaphore is closed, thread blocks on queue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Then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opens the semaphore: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a thread is waiting on the queue, the thread is unblocked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no threads are waiting on the queue, the signal is remembered for the next thread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55257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Semaphore Types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63741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Mutex Semaphore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(or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binary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Semaphore)</a:t>
            </a:r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single access to a resource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Guarantees mutually exclusion to a critical section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initialized to free (value = 1)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Counting Semaphore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(or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general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Semaphore)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Represents a resource with many units available, or a resource that allows certain kinds of unsynchronized concurrent access (e.g., reading)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Multiple threads can pass the semaphore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# of threads determined by the semaphore “count” initialized to # of resources (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used for other synchronization problems; e.g., for resource allocation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24847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E0ED2-E2AD-BC25-3F98-8FEDC2ED2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453EDA6-2CB9-4130-4661-1DC9DECFE6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Semaphores Implementation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D23491-C228-516E-B488-D16C6BD2E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B7CAE453-E4EB-BAA8-087A-AFB19AE4B98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96633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guarantee that no two processes can execute the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 the same semaphore at the same time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Thus, the implementation becomes the critical section problem where the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wait()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and 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code are placed in the critical section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Busy waiting implementation is not a good solution as many applications may spend lots of time in critical sections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a no-busy waiting implementation, a waiting queue is associated with each semaphore and each entry in a waiting queue has two data items: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Value (of type integer)</a:t>
            </a:r>
          </a:p>
          <a:p>
            <a:pPr lvl="1" algn="just">
              <a:spcBef>
                <a:spcPts val="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Pointer to next record in the list</a:t>
            </a:r>
          </a:p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operations:</a:t>
            </a:r>
          </a:p>
          <a:p>
            <a:pPr lvl="1" algn="just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place the process invoking the operation on the appropriate waiting queue</a:t>
            </a:r>
          </a:p>
          <a:p>
            <a:pPr lvl="1" algn="just">
              <a:spcBef>
                <a:spcPts val="0"/>
              </a:spcBef>
            </a:pP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wakeup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remove one process from waiting queue and place it in the ready queue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875323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8A4D5-A585-EFB5-AE43-0B19FCB58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D2270AE-A9DD-AB31-3CD6-3315CCA87B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Implementation With No Busy Waiting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04EA25-E175-93B0-DF2B-36FCDF39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49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C5266F1-ACF7-4639-4AD2-64AAC74D79E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545922" cy="65056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200"/>
              </a:spcBef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Waiting queue: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5631A-1C92-89DA-7799-482F59144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252" y="2103808"/>
            <a:ext cx="3582727" cy="15911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typedef struct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value;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struct process *list;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semaphore;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87B398-1A5E-D74D-5BE5-5028A39FC9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3742" y="2103808"/>
            <a:ext cx="5441189" cy="44649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(semaphore *S)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value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--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value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&lt; 0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add this process to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list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  block();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(semaphore *S)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value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++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if (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value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&lt;= 0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remove a process P from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list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      wakeup(P);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80402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5E07-D81A-EFD5-131E-D9E5DD9B5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B34D76E1-A2BE-1233-E9A6-67926164E2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Using Semaphores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B61970-BCE2-F9E4-7E4D-A51FEDD8C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50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7859256E-DDB6-AAD1-8892-70274A0B0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620" y="2432626"/>
            <a:ext cx="4369352" cy="36125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 Semaphore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int value;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Queue Q;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 (account, amount)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wait(S);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signal(S);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return 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1600" dirty="0">
              <a:solidFill>
                <a:srgbClr val="0000FF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A46179-6E81-FFE0-6D4E-C415346E8753}"/>
              </a:ext>
            </a:extLst>
          </p:cNvPr>
          <p:cNvSpPr txBox="1"/>
          <p:nvPr/>
        </p:nvSpPr>
        <p:spPr>
          <a:xfrm>
            <a:off x="5320448" y="4365002"/>
            <a:ext cx="1094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Critical Section</a:t>
            </a:r>
          </a:p>
        </p:txBody>
      </p:sp>
      <p:sp>
        <p:nvSpPr>
          <p:cNvPr id="6" name="Right Brace 5">
            <a:extLst>
              <a:ext uri="{FF2B5EF4-FFF2-40B4-BE49-F238E27FC236}">
                <a16:creationId xmlns:a16="http://schemas.microsoft.com/office/drawing/2014/main" id="{E7B5D638-07B0-F82B-EAAC-A3DFFB46EAA5}"/>
              </a:ext>
            </a:extLst>
          </p:cNvPr>
          <p:cNvSpPr/>
          <p:nvPr/>
        </p:nvSpPr>
        <p:spPr>
          <a:xfrm>
            <a:off x="5244248" y="4062395"/>
            <a:ext cx="152400" cy="1209040"/>
          </a:xfrm>
          <a:prstGeom prst="rightBrace">
            <a:avLst>
              <a:gd name="adj1" fmla="val 39521"/>
              <a:gd name="adj2" fmla="val 4763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ysClr val="windowText" lastClr="000000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608CA24-FFC2-F70D-89F1-47C9F064D7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2208917"/>
            <a:ext cx="4480560" cy="10058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wait(S);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F53137-96B1-9540-A719-EB6145F5BC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3287708"/>
            <a:ext cx="4480560" cy="3657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wait(S);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E06DC7B-7C81-B376-67A0-9E77716E5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4166909"/>
            <a:ext cx="4480560" cy="6400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put_balance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(account, balance);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signal(S);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7D9A2F8-8520-04EC-6BA0-7DCBF0229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5591919"/>
            <a:ext cx="4480560" cy="64008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signal(S);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64CA3A-2A1D-C62F-8263-E51E4B436651}"/>
              </a:ext>
            </a:extLst>
          </p:cNvPr>
          <p:cNvCxnSpPr>
            <a:cxnSpLocks/>
          </p:cNvCxnSpPr>
          <p:nvPr/>
        </p:nvCxnSpPr>
        <p:spPr>
          <a:xfrm flipV="1">
            <a:off x="6481137" y="2279970"/>
            <a:ext cx="0" cy="384048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E53E1914-0ECA-0524-B54B-A506347B5B8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463741" cy="48768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 is similar to locks, but semantics are different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A78374-C7A6-B32B-9F7C-5055EAA19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3726419"/>
            <a:ext cx="4480560" cy="36576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wait(S);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365FAC-F0A1-6D92-8A90-DE8054CE52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4881719"/>
            <a:ext cx="4480560" cy="64008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signal(S);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48A3A7-9641-56C9-11FD-13C8A5B2CDC2}"/>
              </a:ext>
            </a:extLst>
          </p:cNvPr>
          <p:cNvSpPr txBox="1"/>
          <p:nvPr/>
        </p:nvSpPr>
        <p:spPr>
          <a:xfrm>
            <a:off x="5165906" y="3354383"/>
            <a:ext cx="1094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Threads Block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D410A66-018A-0BBB-CFB4-D1FB82AC00B7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6096000" y="3470588"/>
            <a:ext cx="543036" cy="2176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A798DC0-EB45-EF1B-3E05-3D84D7059C2E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096000" y="3672425"/>
            <a:ext cx="519332" cy="2368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C114ED-7159-C6CE-AB6B-144BE5A72BC3}"/>
              </a:ext>
            </a:extLst>
          </p:cNvPr>
          <p:cNvSpPr txBox="1"/>
          <p:nvPr/>
        </p:nvSpPr>
        <p:spPr>
          <a:xfrm>
            <a:off x="3172264" y="6231999"/>
            <a:ext cx="2780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sz="1600" b="1" i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undefined</a:t>
            </a:r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thread runs after a signal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DD1BE07-C016-D6D8-7BA3-CD8CA29A9831}"/>
              </a:ext>
            </a:extLst>
          </p:cNvPr>
          <p:cNvCxnSpPr>
            <a:cxnSpLocks/>
          </p:cNvCxnSpPr>
          <p:nvPr/>
        </p:nvCxnSpPr>
        <p:spPr>
          <a:xfrm flipV="1">
            <a:off x="5744551" y="5468817"/>
            <a:ext cx="870781" cy="9097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74E86E8-73CB-2FA5-3F32-05A8324503A7}"/>
              </a:ext>
            </a:extLst>
          </p:cNvPr>
          <p:cNvCxnSpPr>
            <a:cxnSpLocks/>
          </p:cNvCxnSpPr>
          <p:nvPr/>
        </p:nvCxnSpPr>
        <p:spPr>
          <a:xfrm flipV="1">
            <a:off x="5744551" y="6120450"/>
            <a:ext cx="894485" cy="24230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367002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76D56-E70D-B7A0-8409-30E223E5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BCFD705-6B68-09FB-7147-6026A2207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14984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“Too Much Milk” Problem: Binary Semaphores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3B461AE-073E-8854-22B4-1CCFE4FA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EE85CB2-7E06-590B-7C8A-54B0EEB15277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2"/>
            <a:ext cx="10284666" cy="5404758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Implementing “Too Much Milk” with semaphores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Semaphores can be used for three purposes: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ensure mutually exclusive execution of a critical section (as locks do)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control access to a shared pool of resources (using a counting semaphore)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cause one thread to wait for a specific action to be signaled from another thread.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DE407BF-F3EA-60DC-726E-F2ACE231F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083136"/>
              </p:ext>
            </p:extLst>
          </p:nvPr>
        </p:nvGraphicFramePr>
        <p:xfrm>
          <a:off x="1618862" y="2044188"/>
          <a:ext cx="7696200" cy="1630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0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en-US" b="1" u="none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          </a:t>
                      </a:r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A</a:t>
                      </a:r>
                    </a:p>
                    <a:p>
                      <a:pPr algn="ctr"/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wait(S);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if (</a:t>
                      </a:r>
                      <a:r>
                        <a:rPr lang="en-US" altLang="en-US" b="1" dirty="0" err="1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noMilk</a:t>
                      </a: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)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	buy milk;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signal(S);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u="none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     </a:t>
                      </a:r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B</a:t>
                      </a:r>
                    </a:p>
                    <a:p>
                      <a:pPr marL="0" marR="0" indent="0" algn="ctr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wait(S);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if (</a:t>
                      </a:r>
                      <a:r>
                        <a:rPr lang="en-US" altLang="en-US" b="1" dirty="0" err="1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noMilk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	buy milk;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signal(S);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066676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CB0B6-55F4-96AF-183B-C439D0C88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D54CF2C-632C-D02B-54ED-018AD5659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Example: Counting Semaphores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F358FA-78A1-0232-242D-8804445BA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F44D2A7-DEEA-1DD8-70E0-DF45EF8E19D6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5294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A library has 10 study rooms, to be used by one student at a time. At most 10 students can use the rooms concurrently. Additional students that need to use the rooms need to wait until a room is free.</a:t>
            </a:r>
            <a:endParaRPr lang="en-US" sz="21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Students must request a room from the front desk and return to the desk when finished using a room. The clerk doesn’t keep track of which room is occupied or who is using it. Upon a room request, the clerk decreases the count and upon room release, the clerk increases this count. Front desk represents a semaphore, rooms are the resources, and students represent processes. How can we code those processes?</a:t>
            </a:r>
          </a:p>
          <a:p>
            <a:pPr algn="just"/>
            <a:r>
              <a:rPr lang="en-US" sz="21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: One of the processes creates and initializes a semaphore to </a:t>
            </a:r>
            <a:r>
              <a:rPr lang="en-US" sz="2100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2100" dirty="0">
                <a:latin typeface="Arial" panose="020B0604020202020204" pitchFamily="34" charset="0"/>
                <a:cs typeface="Arial" panose="020B0604020202020204" pitchFamily="34" charset="0"/>
              </a:rPr>
              <a:t> = 10.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55089" y="5107325"/>
            <a:ext cx="6835775" cy="1479509"/>
            <a:chOff x="1219200" y="4959350"/>
            <a:chExt cx="6835775" cy="1479509"/>
          </a:xfrm>
        </p:grpSpPr>
        <p:sp>
          <p:nvSpPr>
            <p:cNvPr id="6" name="Text Box 5"/>
            <p:cNvSpPr txBox="1">
              <a:spLocks noChangeArrowheads="1"/>
            </p:cNvSpPr>
            <p:nvPr/>
          </p:nvSpPr>
          <p:spPr bwMode="auto">
            <a:xfrm>
              <a:off x="1219200" y="4959350"/>
              <a:ext cx="4038600" cy="1479509"/>
            </a:xfrm>
            <a:prstGeom prst="rect">
              <a:avLst/>
            </a:prstGeom>
            <a:noFill/>
            <a:ln w="3175">
              <a:solidFill>
                <a:schemeClr val="tx1"/>
              </a:solidFill>
              <a:miter lim="800000"/>
              <a:headEnd type="none" w="lg" len="lg"/>
              <a:tailEnd type="none" w="lg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b="0" dirty="0"/>
                <a:t>wait (S); </a:t>
              </a:r>
            </a:p>
            <a:p>
              <a:pPr eaLnBrk="1" hangingPunct="1"/>
              <a:r>
                <a:rPr lang="en-US" altLang="en-US" b="0" dirty="0"/>
                <a:t>…</a:t>
              </a:r>
            </a:p>
            <a:p>
              <a:pPr eaLnBrk="1" hangingPunct="1"/>
              <a:r>
                <a:rPr lang="en-US" altLang="en-US" b="0" dirty="0"/>
                <a:t>….use one instance of the resource…</a:t>
              </a:r>
            </a:p>
            <a:p>
              <a:pPr eaLnBrk="1" hangingPunct="1"/>
              <a:r>
                <a:rPr lang="en-US" altLang="en-US" b="0" dirty="0"/>
                <a:t>…</a:t>
              </a:r>
            </a:p>
            <a:p>
              <a:pPr eaLnBrk="1" hangingPunct="1"/>
              <a:r>
                <a:rPr lang="en-US" altLang="en-US" b="0" dirty="0"/>
                <a:t>signal (S); </a:t>
              </a: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5486400" y="5378429"/>
              <a:ext cx="2568575" cy="6413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 type="none" w="lg" len="lg"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/>
              <a:r>
                <a:rPr lang="en-US" altLang="en-US" b="0" dirty="0"/>
                <a:t>Each process has to be</a:t>
              </a:r>
            </a:p>
            <a:p>
              <a:pPr eaLnBrk="1" hangingPunct="1"/>
              <a:r>
                <a:rPr lang="en-US" altLang="en-US" b="0" dirty="0"/>
                <a:t>coded in this manner.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95327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6796D-F6BA-F4A8-F842-72738BBF6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1B9D5DB-18B2-EE4F-D41B-218F0A55A2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24128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Using Semaphores: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Other Synchronization Problems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9E4E0A7-9F18-9378-A246-4C976631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53</a:t>
            </a:fld>
            <a:endParaRPr lang="en-US">
              <a:latin typeface="Calibri"/>
            </a:endParaRP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2210350" y="1787525"/>
            <a:ext cx="5873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…</a:t>
            </a:r>
          </a:p>
          <a:p>
            <a:pPr eaLnBrk="1" hangingPunct="1"/>
            <a:r>
              <a:rPr lang="en-US" altLang="en-US" b="0"/>
              <a:t>S1; </a:t>
            </a:r>
          </a:p>
          <a:p>
            <a:pPr eaLnBrk="1" hangingPunct="1"/>
            <a:r>
              <a:rPr lang="en-US" altLang="en-US" b="0"/>
              <a:t>….</a:t>
            </a:r>
          </a:p>
          <a:p>
            <a:pPr eaLnBrk="1" hangingPunct="1"/>
            <a:endParaRPr lang="en-US" altLang="en-US" b="0"/>
          </a:p>
        </p:txBody>
      </p:sp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3813725" y="1839912"/>
            <a:ext cx="587375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…</a:t>
            </a:r>
          </a:p>
          <a:p>
            <a:pPr eaLnBrk="1" hangingPunct="1"/>
            <a:r>
              <a:rPr lang="en-US" altLang="en-US" b="0"/>
              <a:t>S2; </a:t>
            </a:r>
          </a:p>
          <a:p>
            <a:pPr eaLnBrk="1" hangingPunct="1"/>
            <a:r>
              <a:rPr lang="en-US" altLang="en-US" b="0"/>
              <a:t>….</a:t>
            </a:r>
          </a:p>
          <a:p>
            <a:pPr eaLnBrk="1" hangingPunct="1"/>
            <a:endParaRPr lang="en-US" altLang="en-US" b="0"/>
          </a:p>
        </p:txBody>
      </p:sp>
      <p:sp>
        <p:nvSpPr>
          <p:cNvPr id="39942" name="Rectangle 6"/>
          <p:cNvSpPr>
            <a:spLocks noChangeArrowheads="1"/>
          </p:cNvSpPr>
          <p:nvPr/>
        </p:nvSpPr>
        <p:spPr bwMode="auto">
          <a:xfrm>
            <a:off x="2084938" y="1768475"/>
            <a:ext cx="1368425" cy="16557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43" name="Rectangle 7"/>
          <p:cNvSpPr>
            <a:spLocks noChangeArrowheads="1"/>
          </p:cNvSpPr>
          <p:nvPr/>
        </p:nvSpPr>
        <p:spPr bwMode="auto">
          <a:xfrm>
            <a:off x="3813725" y="1768475"/>
            <a:ext cx="1368425" cy="16557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39944" name="Text Box 8"/>
          <p:cNvSpPr txBox="1">
            <a:spLocks noChangeArrowheads="1"/>
          </p:cNvSpPr>
          <p:nvPr/>
        </p:nvSpPr>
        <p:spPr bwMode="auto">
          <a:xfrm>
            <a:off x="5469488" y="1984375"/>
            <a:ext cx="3190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 dirty="0"/>
              <a:t>Assume we definitely want to </a:t>
            </a:r>
          </a:p>
          <a:p>
            <a:pPr eaLnBrk="1" hangingPunct="1"/>
            <a:r>
              <a:rPr lang="en-US" altLang="en-US" b="0" dirty="0"/>
              <a:t>have S1 executed before S2. </a:t>
            </a:r>
          </a:p>
        </p:txBody>
      </p:sp>
      <p:sp>
        <p:nvSpPr>
          <p:cNvPr id="39945" name="Text Box 9"/>
          <p:cNvSpPr txBox="1">
            <a:spLocks noChangeArrowheads="1"/>
          </p:cNvSpPr>
          <p:nvPr/>
        </p:nvSpPr>
        <p:spPr bwMode="auto">
          <a:xfrm>
            <a:off x="2589763" y="1408112"/>
            <a:ext cx="460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P0</a:t>
            </a:r>
          </a:p>
        </p:txBody>
      </p:sp>
      <p:sp>
        <p:nvSpPr>
          <p:cNvPr id="39946" name="Text Box 10"/>
          <p:cNvSpPr txBox="1">
            <a:spLocks noChangeArrowheads="1"/>
          </p:cNvSpPr>
          <p:nvPr/>
        </p:nvSpPr>
        <p:spPr bwMode="auto">
          <a:xfrm>
            <a:off x="4288388" y="1408112"/>
            <a:ext cx="460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P1</a:t>
            </a:r>
          </a:p>
        </p:txBody>
      </p:sp>
      <p:sp>
        <p:nvSpPr>
          <p:cNvPr id="982027" name="Text Box 11"/>
          <p:cNvSpPr txBox="1">
            <a:spLocks noChangeArrowheads="1"/>
          </p:cNvSpPr>
          <p:nvPr/>
        </p:nvSpPr>
        <p:spPr bwMode="auto">
          <a:xfrm>
            <a:off x="6325151" y="4667250"/>
            <a:ext cx="1298575" cy="1465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…</a:t>
            </a:r>
          </a:p>
          <a:p>
            <a:pPr eaLnBrk="1" hangingPunct="1"/>
            <a:r>
              <a:rPr lang="en-US" altLang="en-US" b="0"/>
              <a:t>S1;</a:t>
            </a:r>
          </a:p>
          <a:p>
            <a:pPr eaLnBrk="1" hangingPunct="1"/>
            <a:r>
              <a:rPr lang="en-US" altLang="en-US" b="0"/>
              <a:t>signal (x);  </a:t>
            </a:r>
          </a:p>
          <a:p>
            <a:pPr eaLnBrk="1" hangingPunct="1"/>
            <a:r>
              <a:rPr lang="en-US" altLang="en-US" b="0"/>
              <a:t>….</a:t>
            </a:r>
          </a:p>
          <a:p>
            <a:pPr eaLnBrk="1" hangingPunct="1"/>
            <a:endParaRPr lang="en-US" altLang="en-US" b="0"/>
          </a:p>
        </p:txBody>
      </p:sp>
      <p:sp>
        <p:nvSpPr>
          <p:cNvPr id="982028" name="Text Box 12"/>
          <p:cNvSpPr txBox="1">
            <a:spLocks noChangeArrowheads="1"/>
          </p:cNvSpPr>
          <p:nvPr/>
        </p:nvSpPr>
        <p:spPr bwMode="auto">
          <a:xfrm>
            <a:off x="7928526" y="4719637"/>
            <a:ext cx="981075" cy="14652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…</a:t>
            </a:r>
          </a:p>
          <a:p>
            <a:pPr eaLnBrk="1" hangingPunct="1"/>
            <a:r>
              <a:rPr lang="en-US" altLang="en-US" b="0"/>
              <a:t>wait (x);</a:t>
            </a:r>
          </a:p>
          <a:p>
            <a:pPr eaLnBrk="1" hangingPunct="1"/>
            <a:r>
              <a:rPr lang="en-US" altLang="en-US" b="0"/>
              <a:t>S2; </a:t>
            </a:r>
          </a:p>
          <a:p>
            <a:pPr eaLnBrk="1" hangingPunct="1"/>
            <a:r>
              <a:rPr lang="en-US" altLang="en-US" b="0"/>
              <a:t>….</a:t>
            </a:r>
          </a:p>
          <a:p>
            <a:pPr eaLnBrk="1" hangingPunct="1"/>
            <a:endParaRPr lang="en-US" altLang="en-US" b="0"/>
          </a:p>
        </p:txBody>
      </p:sp>
      <p:sp>
        <p:nvSpPr>
          <p:cNvPr id="982029" name="Rectangle 13"/>
          <p:cNvSpPr>
            <a:spLocks noChangeArrowheads="1"/>
          </p:cNvSpPr>
          <p:nvPr/>
        </p:nvSpPr>
        <p:spPr bwMode="auto">
          <a:xfrm>
            <a:off x="6199738" y="4648200"/>
            <a:ext cx="1368425" cy="16557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2030" name="Rectangle 14"/>
          <p:cNvSpPr>
            <a:spLocks noChangeArrowheads="1"/>
          </p:cNvSpPr>
          <p:nvPr/>
        </p:nvSpPr>
        <p:spPr bwMode="auto">
          <a:xfrm>
            <a:off x="7928526" y="4648200"/>
            <a:ext cx="1368425" cy="1655762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 type="none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82031" name="Text Box 15"/>
          <p:cNvSpPr txBox="1">
            <a:spLocks noChangeArrowheads="1"/>
          </p:cNvSpPr>
          <p:nvPr/>
        </p:nvSpPr>
        <p:spPr bwMode="auto">
          <a:xfrm>
            <a:off x="6704563" y="4287837"/>
            <a:ext cx="460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P0</a:t>
            </a:r>
          </a:p>
        </p:txBody>
      </p:sp>
      <p:sp>
        <p:nvSpPr>
          <p:cNvPr id="982032" name="Text Box 16"/>
          <p:cNvSpPr txBox="1">
            <a:spLocks noChangeArrowheads="1"/>
          </p:cNvSpPr>
          <p:nvPr/>
        </p:nvSpPr>
        <p:spPr bwMode="auto">
          <a:xfrm>
            <a:off x="8403188" y="4287837"/>
            <a:ext cx="4603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P1</a:t>
            </a:r>
          </a:p>
        </p:txBody>
      </p:sp>
      <p:sp>
        <p:nvSpPr>
          <p:cNvPr id="982033" name="Text Box 17"/>
          <p:cNvSpPr txBox="1">
            <a:spLocks noChangeArrowheads="1"/>
          </p:cNvSpPr>
          <p:nvPr/>
        </p:nvSpPr>
        <p:spPr bwMode="auto">
          <a:xfrm>
            <a:off x="5985426" y="3921125"/>
            <a:ext cx="3654425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semaphore x  = 0; // initialized to 0</a:t>
            </a:r>
          </a:p>
        </p:txBody>
      </p:sp>
      <p:sp>
        <p:nvSpPr>
          <p:cNvPr id="982034" name="Text Box 18"/>
          <p:cNvSpPr txBox="1">
            <a:spLocks noChangeArrowheads="1"/>
          </p:cNvSpPr>
          <p:nvPr/>
        </p:nvSpPr>
        <p:spPr bwMode="auto">
          <a:xfrm>
            <a:off x="3780388" y="5316537"/>
            <a:ext cx="10699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/>
              <a:t>Solution: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344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82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82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82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82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82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82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82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982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2027" grpId="0"/>
      <p:bldP spid="982028" grpId="0"/>
      <p:bldP spid="982029" grpId="0" animBg="1"/>
      <p:bldP spid="982030" grpId="0" animBg="1"/>
      <p:bldP spid="982031" grpId="0"/>
      <p:bldP spid="982032" grpId="0"/>
      <p:bldP spid="982033" grpId="0"/>
      <p:bldP spid="98203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Semaphore Exercise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773B303-CEA4-39FE-8190-A77ECCC638B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40649" cy="125263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 and Y are shared semaphores. The following 3 pseudo-coded threads are started. What is the output and also mention the updated values of X and Y after completion of every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Thread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?  ?  X = 0, Y = 1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4733588"/>
              </p:ext>
            </p:extLst>
          </p:nvPr>
        </p:nvGraphicFramePr>
        <p:xfrm>
          <a:off x="2329543" y="2705878"/>
          <a:ext cx="6334761" cy="207333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83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67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38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 1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wait(X)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 “A"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signal(Y)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 2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wait(X)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wait(Y)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 “B"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signal(X)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Thread 3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wait(Y)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print “C"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signal(X)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signal(X)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7122189"/>
              </p:ext>
            </p:extLst>
          </p:nvPr>
        </p:nvGraphicFramePr>
        <p:xfrm>
          <a:off x="2329544" y="5174079"/>
          <a:ext cx="6334760" cy="1488186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41085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26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   wait(S) </a:t>
                      </a:r>
                    </a:p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{</a:t>
                      </a:r>
                    </a:p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   while (S </a:t>
                      </a:r>
                      <a:r>
                        <a:rPr lang="en-US" altLang="en-US" sz="1800" b="0" dirty="0"/>
                        <a:t>≤</a:t>
                      </a: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 0);</a:t>
                      </a:r>
                      <a:r>
                        <a:rPr lang="en-US" altLang="en-US" sz="1800" b="1" baseline="0" dirty="0">
                          <a:latin typeface="Courier New" pitchFamily="49" charset="0"/>
                          <a:sym typeface="Symbol" pitchFamily="18" charset="2"/>
                        </a:rPr>
                        <a:t> </a:t>
                      </a: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// busy wait</a:t>
                      </a:r>
                    </a:p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    S--;</a:t>
                      </a:r>
                    </a:p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}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signal(S) </a:t>
                      </a:r>
                    </a:p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{ </a:t>
                      </a:r>
                    </a:p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    S++;</a:t>
                      </a:r>
                    </a:p>
                    <a:p>
                      <a:pPr lvl="1">
                        <a:lnSpc>
                          <a:spcPct val="90000"/>
                        </a:lnSpc>
                        <a:buFont typeface="Monotype Sorts" pitchFamily="-84" charset="2"/>
                        <a:buNone/>
                      </a:pPr>
                      <a:r>
                        <a:rPr lang="en-US" altLang="en-US" sz="1800" b="1" dirty="0">
                          <a:latin typeface="Courier New" pitchFamily="49" charset="0"/>
                          <a:sym typeface="Symbol" pitchFamily="18" charset="2"/>
                        </a:rPr>
                        <a:t>}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8887554" y="5521028"/>
            <a:ext cx="2488163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65" indent="-34226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  <a:cs typeface="Garamond" pitchFamily="18" charset="0"/>
              </a:defRPr>
            </a:lvl1pPr>
            <a:lvl2pPr marL="742315" indent="-285592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2pPr>
            <a:lvl3pPr marL="1085692" indent="-227807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3pPr>
            <a:lvl4pPr marL="1427957" indent="-227807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4pPr>
            <a:lvl5pPr marL="1771333" indent="-227807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 algn="ctr">
              <a:lnSpc>
                <a:spcPct val="90000"/>
              </a:lnSpc>
              <a:buNone/>
            </a:pPr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Answer: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kern="0" dirty="0">
                <a:latin typeface="Arial" panose="020B0604020202020204" pitchFamily="34" charset="0"/>
                <a:cs typeface="Arial" panose="020B0604020202020204" pitchFamily="34" charset="0"/>
              </a:rPr>
              <a:t>C A B</a:t>
            </a:r>
          </a:p>
          <a:p>
            <a:pPr marL="0" indent="0" algn="ctr">
              <a:lnSpc>
                <a:spcPct val="90000"/>
              </a:lnSpc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X = 1, Y = 0</a:t>
            </a:r>
            <a:endParaRPr lang="en-US" b="1" kern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814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0396-D506-56AA-5E62-30474480E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0AE92ED-7468-1E1C-FF30-6D8CE789C1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Semaphore Exercise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8608B-CE4B-D785-845B-3B3E7C31A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21EF037D-E4E8-F8F8-50C7-B7133B77F029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340649" cy="3325976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Write a pseudo code to synchronize processes A, B, C and D by using semaphores so that process B must finish executing before A starts, and process A must finish before process C or D starts. Show your solution. You should assume three semaphores X, Y and Z and all initialized to zero.</a:t>
            </a:r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1010177"/>
              </p:ext>
            </p:extLst>
          </p:nvPr>
        </p:nvGraphicFramePr>
        <p:xfrm>
          <a:off x="1474237" y="4188564"/>
          <a:ext cx="8826759" cy="2073339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848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22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4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48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A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wait(X)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works of A;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signal(Y)</a:t>
                      </a:r>
                    </a:p>
                    <a:p>
                      <a:pPr marL="0" marR="0" indent="0" algn="ctr" defTabSz="457177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signal(Y)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B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works of B;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signal(X)</a:t>
                      </a:r>
                      <a:endParaRPr lang="en-US" sz="2000" b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C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wait(Y)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works of C;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D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wait(Y)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 works of D;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957942" y="3137314"/>
            <a:ext cx="2133600" cy="9143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65" indent="-342265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  <a:cs typeface="Garamond" pitchFamily="18" charset="0"/>
              </a:defRPr>
            </a:lvl1pPr>
            <a:lvl2pPr marL="742315" indent="-285592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2pPr>
            <a:lvl3pPr marL="1085692" indent="-227807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itchFamily="18" charset="2"/>
              <a:buChar char="4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3pPr>
            <a:lvl4pPr marL="1427957" indent="-227807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4pPr>
            <a:lvl5pPr marL="1771333" indent="-227807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 sz="2000">
                <a:solidFill>
                  <a:schemeClr val="tx1"/>
                </a:solidFill>
                <a:latin typeface="Garamond" pitchFamily="18" charset="0"/>
                <a:ea typeface="ＭＳ Ｐゴシック" charset="-128"/>
              </a:defRPr>
            </a:lvl5pPr>
            <a:lvl6pPr marL="2228738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5915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093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270" indent="-228589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b="1" kern="0" dirty="0">
                <a:latin typeface="Arial" panose="020B0604020202020204" pitchFamily="34" charset="0"/>
                <a:cs typeface="Arial" panose="020B0604020202020204" pitchFamily="34" charset="0"/>
              </a:rPr>
              <a:t>Solution: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kern="0" dirty="0">
                <a:latin typeface="Arial" panose="020B0604020202020204" pitchFamily="34" charset="0"/>
                <a:cs typeface="Arial" panose="020B0604020202020204" pitchFamily="34" charset="0"/>
              </a:rPr>
              <a:t>X = Y = Z = 0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90029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4F9FB-8031-4A12-10AA-6856559DD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9A7FB9C-28F7-8FC0-D957-30DFFA474A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Problems with Semaphore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512041-D360-EB46-AB72-9FD333A11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16A753D-1FF7-3F82-BCA6-9803F55FA36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4064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Incorrect use of semaphore operations: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signal (mutex)  ….  wait (mutex)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wait (mutex)  …  wait (mutex)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Omitting  of wait (mutex) or signal (mutex) (or both)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Starvation (indefinite blocking)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A process may never be removed from the semaphore queue in which it is suspended.</a:t>
            </a:r>
          </a:p>
          <a:p>
            <a:pPr algn="just"/>
            <a:endParaRPr lang="en-US" sz="14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– and others – are examples of what can occur when semaphores and other synchronization tools are used incorrectly.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4468493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2F1F-7A40-D006-295B-5A2BE8FD3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E23C9BD-1079-6753-22F3-62B0364B39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Problems with Semaphore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1F6D8C-EAB4-776E-9A21-BB974D24D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08FFD99-EBCA-DEB5-E371-B821B54A635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247343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Let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Q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 two semaphores initialized to 1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sz="10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is the problem here?</a:t>
            </a:r>
          </a:p>
          <a:p>
            <a:pPr algn="just"/>
            <a:endParaRPr lang="en-US" sz="1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Deadlock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A condition where two or more processes are waiting indefinitely for an event that can only be generated by one of the waiting processes.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A229BE-2D5A-A320-D049-47D0587D3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181314"/>
              </p:ext>
            </p:extLst>
          </p:nvPr>
        </p:nvGraphicFramePr>
        <p:xfrm>
          <a:off x="1618862" y="1894900"/>
          <a:ext cx="7696200" cy="1905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405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en-US" b="1" u="none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          </a:t>
                      </a:r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A</a:t>
                      </a:r>
                    </a:p>
                    <a:p>
                      <a:pPr algn="ctr"/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wait(S);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Wait(Q);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...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signal(S);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signal(Q);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u="none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     </a:t>
                      </a:r>
                      <a:r>
                        <a:rPr lang="en-US" altLang="en-US" b="1" u="sng" dirty="0">
                          <a:solidFill>
                            <a:srgbClr val="C00000"/>
                          </a:solidFill>
                          <a:latin typeface="Garamond" panose="02020404030301010803" pitchFamily="18" charset="0"/>
                        </a:rPr>
                        <a:t>Thread B</a:t>
                      </a:r>
                    </a:p>
                    <a:p>
                      <a:pPr marL="0" marR="0" indent="0" algn="ctr" defTabSz="4571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en-US" sz="1100" b="1" u="sng" dirty="0">
                        <a:latin typeface="Garamond" panose="02020404030301010803" pitchFamily="18" charset="0"/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wait(Q);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Wait(S);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...</a:t>
                      </a:r>
                      <a:b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</a:br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signal(Q);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  <a:p>
                      <a:r>
                        <a:rPr lang="en-US" altLang="en-US" b="1" dirty="0">
                          <a:solidFill>
                            <a:srgbClr val="7030A0"/>
                          </a:solidFill>
                          <a:latin typeface="Courier New" pitchFamily="49" charset="0"/>
                        </a:rPr>
                        <a:t>signal(S);</a:t>
                      </a:r>
                      <a:endParaRPr lang="en-US" b="1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90968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B6BB6-6179-4DDA-AB44-70EFEAED8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104E1E2-DCCA-286C-B050-CE65A6D406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Problems with Semaphore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4337317-3A0E-79F2-D242-34FD5A6C7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66615D86-BC4B-5FB5-4B8F-FA56C9A6F08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247343" cy="5404760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 Inversion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– Scheduling problem when lower-priority process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holds a lock needed by higher-priority process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Solved via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priority-inheritance protocol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 just a hypothetical issue, it happened in real-world software!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root cause for a famous Mars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PathFinder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failure in 1997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Low-priority data gathering task and a medium-priority communications task prevented the critical bus management task from running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84F9D6-0B41-673B-A4DB-02BBCE075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2126" y="2675845"/>
            <a:ext cx="5328831" cy="21843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80703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A2DE0-8788-09E6-0E2E-ED00CF08B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82099A8-85B0-4BD4-9693-1A49A343E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Semaphore 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4448077-130E-92AB-F6FC-1027B8459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59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C0B3D0D-E18D-16BF-40EC-ACF4759AD391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52616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Semaphores can be used to solve many traditional synchronization problems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they have some drawbacks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Being shared global variables, they can potentially be accessed anywhere in program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connection between semaphore and the data being controlled by the semaphore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both for critical sections (mutual exclusion) and coordination (scheduling)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control or guarantee of proper usage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Sometimes hard to use and prone to bugs</a:t>
            </a:r>
          </a:p>
          <a:p>
            <a:pPr lvl="1" algn="just"/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approach: Use programming language support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979043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15690-8F04-4417-63FE-1296BD7A4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A47A105-0621-416E-E0A9-1345A9A613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Monitors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22E2AA-5A8B-485D-CCBE-193F762E2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F0103A9-5651-5DD5-4896-4F41D6AC8FB0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6633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programming language construct that controls access to shared data</a:t>
            </a:r>
            <a:endParaRPr lang="en-US" sz="800" dirty="0"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Synchronization code added by compiler, enforced at runtime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Why is this an advantage?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monitor is a module that encapsulates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data structures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Procedures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operate on the shared data structures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Synchronization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between concurrent threads that invoke the procedures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monitor protects its data from unstructured access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guarantees that threads accessing its data through its procedures interact only in legitimate ways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79535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3DD5A-880E-E129-332A-DD6CD7E4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20F2CB3-CD08-5303-AE16-D0AD38BEB2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Monitor Semantics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1BC563-12B5-17EF-A2AC-A6AD8ED9B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B62EF7B-FE98-C7B5-1A3B-7B92DF08354A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6633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monitor guarantees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mutual exclusion</a:t>
            </a:r>
            <a:endParaRPr lang="en-US" sz="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Only one thread can execute any monitor procedure at any time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The thread is “in the monitor”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If a second thread invokes a monitor procedure when a first thread is already executing one, it blocks (must maintain a wait queue)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If a thread within a monitor blocks, another one can enter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are the implications in terms of parallelism in a monitor?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invariant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a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safety property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associated with the monitor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It’s expressed over the monitored variables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holds whenever a thread enters or exits the monitor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457724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8F8D8-2FD5-892F-6C3B-654E53CF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6B5F793-59AC-4345-9898-ACA6DD4018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Account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7EE7C5-FC4F-C383-BF60-39D64FF0F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62</a:t>
            </a:fld>
            <a:endParaRPr lang="en-US">
              <a:latin typeface="Calibri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0B5B56A0-E7F9-8C91-93D3-B51B34865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620" y="1648857"/>
            <a:ext cx="4369352" cy="25171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account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double 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double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(amount)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return balance;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6D87FE6-7588-C2A9-62A8-5F3C08D58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1789129"/>
            <a:ext cx="4480560" cy="64008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withdraw(amount);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36630A-248D-2909-8C11-FA4286B1A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9036" y="2503939"/>
            <a:ext cx="4480560" cy="36576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withdraw(amount);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09129CE0-D125-7824-D5CB-670BA2E51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3383140"/>
            <a:ext cx="4480560" cy="3657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balance;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E8595-8715-1A4B-2979-35AA57C94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4538403"/>
            <a:ext cx="4480560" cy="64008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balance;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75BDF44-2F4B-6B76-DEB2-0111569BAF04}"/>
              </a:ext>
            </a:extLst>
          </p:cNvPr>
          <p:cNvCxnSpPr>
            <a:cxnSpLocks/>
          </p:cNvCxnSpPr>
          <p:nvPr/>
        </p:nvCxnSpPr>
        <p:spPr>
          <a:xfrm flipV="1">
            <a:off x="6481137" y="1791476"/>
            <a:ext cx="0" cy="3383280"/>
          </a:xfrm>
          <a:prstGeom prst="straightConnector1">
            <a:avLst/>
          </a:prstGeom>
          <a:ln w="19050"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80941EF-AC95-6473-B5F4-13BFAC8003F2}"/>
                  </a:ext>
                </a:extLst>
              </p:cNvPr>
              <p:cNvSpPr txBox="1">
                <a:spLocks noChangeArrowheads="1"/>
              </p:cNvSpPr>
              <p:nvPr/>
            </p:nvSpPr>
            <p:spPr>
              <a:xfrm>
                <a:off x="632151" y="5925509"/>
                <a:ext cx="10463741" cy="487687"/>
              </a:xfrm>
              <a:prstGeom prst="rect">
                <a:avLst/>
              </a:prstGeom>
              <a:ln w="15875">
                <a:noFill/>
              </a:ln>
            </p:spPr>
            <p:txBody>
              <a:bodyPr vert="horz" lIns="91440" tIns="45720" rIns="91440" bIns="45720" rtlCol="0">
                <a:normAutofit/>
              </a:bodyPr>
              <a:lstStyle>
                <a:lvl1pPr marL="342900" indent="-22860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2860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005840" indent="-22860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280160" indent="-22860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554480" indent="-228600" algn="l" defTabSz="914400" rtl="0" eaLnBrk="1" latinLnBrk="0" hangingPunct="1">
                  <a:spcBef>
                    <a:spcPct val="20000"/>
                  </a:spcBef>
                  <a:buClr>
                    <a:schemeClr val="accent5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737360" indent="-182880" algn="l" defTabSz="914400" rtl="0" eaLnBrk="1" latinLnBrk="0" hangingPunct="1">
                  <a:spcBef>
                    <a:spcPct val="20000"/>
                  </a:spcBef>
                  <a:buClr>
                    <a:schemeClr val="accent1"/>
                  </a:buClr>
                  <a:buFont typeface="Arial" pitchFamily="34" charset="0"/>
                  <a:buChar char="•"/>
                  <a:defRPr sz="1400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920240" indent="-182880" algn="l" defTabSz="914400" rtl="0" eaLnBrk="1" latinLnBrk="0" hangingPunct="1">
                  <a:spcBef>
                    <a:spcPct val="20000"/>
                  </a:spcBef>
                  <a:buClr>
                    <a:schemeClr val="accent2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103120" indent="-182880" algn="l" defTabSz="914400" rtl="0" eaLnBrk="1" latinLnBrk="0" hangingPunct="1">
                  <a:spcBef>
                    <a:spcPct val="20000"/>
                  </a:spcBef>
                  <a:buClr>
                    <a:schemeClr val="accent3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286000" indent="-182880" algn="l" defTabSz="914400" rtl="0" eaLnBrk="1" latinLnBrk="0" hangingPunct="1">
                  <a:spcBef>
                    <a:spcPct val="20000"/>
                  </a:spcBef>
                  <a:buClr>
                    <a:schemeClr val="accent4"/>
                  </a:buClr>
                  <a:buFont typeface="Arial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114300" indent="0" algn="just">
                  <a:buNone/>
                </a:pP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Monitor invariant: balance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0</m:t>
                    </m:r>
                  </m:oMath>
                </a14:m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80941EF-AC95-6473-B5F4-13BFAC8003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151" y="5925509"/>
                <a:ext cx="10463741" cy="487687"/>
              </a:xfrm>
              <a:prstGeom prst="rect">
                <a:avLst/>
              </a:prstGeom>
              <a:blipFill>
                <a:blip r:embed="rId3"/>
                <a:stretch>
                  <a:fillRect t="-7500" b="-15000"/>
                </a:stretch>
              </a:blipFill>
              <a:ln w="15875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EB2B7D02-F793-B2DF-0563-BE3466DA8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2942650"/>
            <a:ext cx="4480560" cy="36576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withdraw(amount);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165E256-4493-9D95-B2A9-E412F7D7DE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5332" y="3823636"/>
            <a:ext cx="4480560" cy="640080"/>
          </a:xfrm>
          <a:prstGeom prst="rect">
            <a:avLst/>
          </a:prstGeom>
          <a:solidFill>
            <a:srgbClr val="FFCCCC"/>
          </a:solidFill>
          <a:ln>
            <a:noFill/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balance = balance – amount;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return balance;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E313CA-AADF-9CCC-9ED9-77CC650435D0}"/>
              </a:ext>
            </a:extLst>
          </p:cNvPr>
          <p:cNvSpPr txBox="1"/>
          <p:nvPr/>
        </p:nvSpPr>
        <p:spPr>
          <a:xfrm>
            <a:off x="5165906" y="2066762"/>
            <a:ext cx="109401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Threads Block waiting to get into monitor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F4BFBAA-0CC4-349E-410F-CDE6DA2A8A3B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6096000" y="2686819"/>
            <a:ext cx="543036" cy="217638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C03B5C1-129C-7904-73D9-E2DA4665DF7D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6096000" y="2888656"/>
            <a:ext cx="519332" cy="236874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9D6C92-62D8-2299-89D1-88C318446DAD}"/>
              </a:ext>
            </a:extLst>
          </p:cNvPr>
          <p:cNvSpPr txBox="1"/>
          <p:nvPr/>
        </p:nvSpPr>
        <p:spPr>
          <a:xfrm>
            <a:off x="3162739" y="4981505"/>
            <a:ext cx="27806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first thread exits, another can enter. 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15B8A14-FC38-AE9A-13FA-54DD575A3D05}"/>
              </a:ext>
            </a:extLst>
          </p:cNvPr>
          <p:cNvCxnSpPr>
            <a:cxnSpLocks/>
          </p:cNvCxnSpPr>
          <p:nvPr/>
        </p:nvCxnSpPr>
        <p:spPr>
          <a:xfrm flipV="1">
            <a:off x="5735026" y="4218323"/>
            <a:ext cx="870781" cy="909735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017406-6B1B-3E77-0604-FDA26AC3C373}"/>
              </a:ext>
            </a:extLst>
          </p:cNvPr>
          <p:cNvCxnSpPr>
            <a:cxnSpLocks/>
          </p:cNvCxnSpPr>
          <p:nvPr/>
        </p:nvCxnSpPr>
        <p:spPr>
          <a:xfrm flipV="1">
            <a:off x="5735026" y="4869956"/>
            <a:ext cx="894485" cy="24230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92907673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E7509-7644-795A-B91A-4CDE76627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181BF80-8109-A7BF-AECC-5C6CCE9882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Condition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1B4CDB-F9B9-D4BE-506D-78FCD759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1D85BD79-9B92-A0EF-9340-EAB09DD8311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6633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what if a thread wants to wait for something inside the monitor?</a:t>
            </a:r>
            <a:endParaRPr lang="en-US" sz="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If we busy wait, it’s bad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Even worse, no one can get in the monitor to make changes now!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 variable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is associated with a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needed for a thread to make progress once it is in the monitor.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ABFD7869-C7C1-ACF6-FB23-FCD49CE5F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7507" y="3804229"/>
            <a:ext cx="10601906" cy="29138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 </a:t>
            </a: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... </a:t>
            </a:r>
            <a:r>
              <a:rPr lang="en-US" altLang="en-US" sz="1600" i="1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monitored variables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condition c;</a:t>
            </a:r>
          </a:p>
          <a:p>
            <a:pPr eaLnBrk="1" hangingPunct="1">
              <a:spcBef>
                <a:spcPct val="20000"/>
              </a:spcBef>
            </a:pPr>
            <a:endParaRPr lang="en-US" altLang="en-US" sz="1600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void </a:t>
            </a:r>
            <a:r>
              <a:rPr lang="en-US" altLang="en-US" sz="16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enterMonitor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(...)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 (extra property not true) wait(c);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//waits outside of the monitor's mutex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do what you have to do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if (extra property true) signal(c); </a:t>
            </a:r>
            <a:r>
              <a:rPr lang="en-US" alt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//brings in one thread waiting on condition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sz="16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973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A261D-3582-B95D-2F3A-3601E7B47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74F9676-1911-5603-AEBD-6F127277A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Condition Variables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B7DA5B-7ACC-EB4E-E5BD-5C8B1CB7B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147D44C-8F93-F836-D903-69F767F94A0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6633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 variables support three operations:</a:t>
            </a:r>
            <a:endParaRPr lang="en-US" sz="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monitor lock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wait for C/V to be signaled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So condition variables have wait queues, too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Signal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wakeup one waiting thread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Broadcast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wakeup all waiting threads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 variables </a:t>
            </a:r>
            <a:r>
              <a:rPr 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are not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Boolean objects</a:t>
            </a:r>
          </a:p>
          <a:p>
            <a:pPr lvl="1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if(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num_resources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== 0) then wait(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resources_available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80283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475AC-6C2F-F4E5-9BD4-51003C568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E1FA472-2290-EA68-F277-E410B83B6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Condition Variables != Semaphores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0C6C36-FD1F-BCE0-7490-F53DC2CF6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538B74B-5126-1676-76AF-931D4A12979D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396633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Although their operations have the same names, they have entirely different semantics (such is life, worse yet to come)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However, they each can be used to implement the other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Access to the monitor is controlled by a lock</a:t>
            </a:r>
            <a:endParaRPr lang="en-US" sz="800" b="1" dirty="0">
              <a:solidFill>
                <a:srgbClr val="00B050"/>
              </a:solidFill>
              <a:latin typeface="Arial" panose="020B0604020202020204" pitchFamily="34" charset="0"/>
              <a:cs typeface="Arial" panose="020B0604020202020204" pitchFamily="34" charset="0"/>
              <a:sym typeface="Wingdings" panose="05000000000000000000" pitchFamily="2" charset="2"/>
            </a:endParaRP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wait()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blocks the calling thread, and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gives up the lock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To call wait, the thread has to be in the monitor (hence has lock)</a:t>
            </a:r>
          </a:p>
          <a:p>
            <a:pPr lvl="2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Semaphore::wait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just blocks the thread on the queue</a:t>
            </a:r>
          </a:p>
          <a:p>
            <a:pPr lvl="1" algn="just"/>
            <a:r>
              <a:rPr lang="en-US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signal()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causes a waiting thread to wake up</a:t>
            </a:r>
          </a:p>
          <a:p>
            <a:pPr lvl="2" algn="just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If there is no waiting thread, the signal is lost</a:t>
            </a:r>
          </a:p>
          <a:p>
            <a:pPr lvl="2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Semaphore::signal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 increases the semaphore count, allowing future entry even if no thread is waiting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 variables have no history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245739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1D4A7-7A5C-500D-FE00-999A4F97D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C120E-C7EE-7EEC-CA23-CF2164A03D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Signal Semantics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D784A-9805-B02D-A152-48526BD17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D7DDF8C-665C-9C21-43E0-6EE4B56B0D0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8993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Two flavors of monitors that differ in the scheduling semantics of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monitors (original)</a:t>
            </a:r>
          </a:p>
          <a:p>
            <a:pPr lvl="1" algn="just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immediately switches from the caller to a waiting thread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condition that waiter was anticipating is guaranteed to hold when waiter executes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Signaler must restore 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 invariants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before signaling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monitors (Mesa, Java)</a:t>
            </a:r>
          </a:p>
          <a:p>
            <a:pPr lvl="1" algn="just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places a waiter on the ready queue, </a:t>
            </a:r>
            <a:r>
              <a:rPr lang="en-US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signaler continues inside monitor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 is not necessarily true when waiter runs again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Returning from wait() is only a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hint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that something changed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Must recheck conditional case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55798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C0B9F-21DF-3BDD-34D9-763E9F28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A5C0E87-11FE-2F07-49B9-C10052D915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Hoare vs. Mesa Monitors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68D1CE-2822-C776-73D8-76FC8966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67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875A2D6-A456-DA17-B45D-4499BD8D247B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8993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Hoare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if (!condition)</a:t>
            </a:r>
          </a:p>
          <a:p>
            <a:pPr lvl="2" algn="just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cond_var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Mesa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while (!condition)</a:t>
            </a:r>
          </a:p>
          <a:p>
            <a:pPr lvl="2" algn="just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cond_var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endParaRPr lang="en-US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14300" indent="0" algn="just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Tradeoffs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Mesa monitors easier to use, more efficient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Fewer context switches, easier to support broadcast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Hoare monitors leave less to chance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Easier to reason about the program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22F9A5-3AE5-8B35-3B3A-659F842CEBEF}"/>
              </a:ext>
            </a:extLst>
          </p:cNvPr>
          <p:cNvSpPr txBox="1"/>
          <p:nvPr/>
        </p:nvSpPr>
        <p:spPr>
          <a:xfrm>
            <a:off x="4329404" y="2256967"/>
            <a:ext cx="6792686" cy="338554"/>
          </a:xfrm>
          <a:prstGeom prst="rect">
            <a:avLst/>
          </a:prstGeom>
          <a:solidFill>
            <a:srgbClr val="99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definitely holds since we just context switched from signal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C5D1B-56D6-0F90-2A3E-722A53413D59}"/>
              </a:ext>
            </a:extLst>
          </p:cNvPr>
          <p:cNvSpPr txBox="1"/>
          <p:nvPr/>
        </p:nvSpPr>
        <p:spPr>
          <a:xfrm>
            <a:off x="4329404" y="3702949"/>
            <a:ext cx="5367046" cy="338554"/>
          </a:xfrm>
          <a:prstGeom prst="rect">
            <a:avLst/>
          </a:prstGeom>
          <a:solidFill>
            <a:srgbClr val="FFCCCC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might have been changed, if so, wait again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9373F3-1F76-033F-19C5-825D4FE8441C}"/>
              </a:ext>
            </a:extLst>
          </p:cNvPr>
          <p:cNvSpPr txBox="1"/>
          <p:nvPr/>
        </p:nvSpPr>
        <p:spPr>
          <a:xfrm>
            <a:off x="4354480" y="4177226"/>
            <a:ext cx="2395246" cy="338554"/>
          </a:xfrm>
          <a:prstGeom prst="rect">
            <a:avLst/>
          </a:prstGeom>
          <a:solidFill>
            <a:srgbClr val="99FF3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condition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now holds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8077838-AD32-F7F8-A0AB-9BB3D257D5C5}"/>
              </a:ext>
            </a:extLst>
          </p:cNvPr>
          <p:cNvCxnSpPr/>
          <p:nvPr/>
        </p:nvCxnSpPr>
        <p:spPr>
          <a:xfrm flipH="1">
            <a:off x="3657600" y="2595521"/>
            <a:ext cx="671804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6746790-75CC-37BE-0613-2F3B4343417F}"/>
              </a:ext>
            </a:extLst>
          </p:cNvPr>
          <p:cNvCxnSpPr/>
          <p:nvPr/>
        </p:nvCxnSpPr>
        <p:spPr>
          <a:xfrm flipH="1">
            <a:off x="3682676" y="3958877"/>
            <a:ext cx="671804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9B7B0CA-FAB5-ABA6-31DF-15ECDE8A8C9F}"/>
              </a:ext>
            </a:extLst>
          </p:cNvPr>
          <p:cNvCxnSpPr>
            <a:cxnSpLocks/>
          </p:cNvCxnSpPr>
          <p:nvPr/>
        </p:nvCxnSpPr>
        <p:spPr>
          <a:xfrm flipH="1">
            <a:off x="1324947" y="4402486"/>
            <a:ext cx="3004457" cy="0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738876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FE18-35EE-14AD-0B8E-044FBA12F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232123C-D254-1437-5A03-6F49AF8E5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Condition Variables and 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E0DA7D-43F7-DF0B-49CD-578E76311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68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996032A-BDED-6996-A52C-D144D6AB3A9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8993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C/Vs are also used without monitors in conjunction with locks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cond_init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cond_t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*, ...);</a:t>
            </a:r>
          </a:p>
          <a:p>
            <a:pPr lvl="1" algn="just"/>
            <a:r>
              <a:rPr lang="fr-FR" b="0" i="0" u="none" strike="noStrike" baseline="0" dirty="0" err="1">
                <a:latin typeface="Courier"/>
              </a:rPr>
              <a:t>void</a:t>
            </a:r>
            <a:r>
              <a:rPr lang="fr-FR" b="0" i="0" u="none" strike="noStrike" baseline="0" dirty="0">
                <a:latin typeface="Courier"/>
              </a:rPr>
              <a:t> </a:t>
            </a:r>
            <a:r>
              <a:rPr lang="fr-FR" b="0" i="0" u="none" strike="noStrike" baseline="0" dirty="0" err="1">
                <a:latin typeface="Courier"/>
              </a:rPr>
              <a:t>cond_wait</a:t>
            </a:r>
            <a:r>
              <a:rPr lang="fr-FR" b="0" i="0" u="none" strike="noStrike" baseline="0" dirty="0">
                <a:latin typeface="Courier"/>
              </a:rPr>
              <a:t> (</a:t>
            </a:r>
            <a:r>
              <a:rPr lang="fr-FR" b="0" i="0" u="none" strike="noStrike" baseline="0" dirty="0" err="1">
                <a:latin typeface="Courier"/>
              </a:rPr>
              <a:t>cond_t</a:t>
            </a:r>
            <a:r>
              <a:rPr lang="fr-FR" b="0" i="0" u="none" strike="noStrike" baseline="0" dirty="0">
                <a:latin typeface="Courier"/>
              </a:rPr>
              <a:t> *c, </a:t>
            </a:r>
            <a:r>
              <a:rPr lang="fr-FR" b="0" i="0" u="none" strike="noStrike" baseline="0" dirty="0" err="1">
                <a:latin typeface="Courier"/>
              </a:rPr>
              <a:t>mutex_t</a:t>
            </a:r>
            <a:r>
              <a:rPr lang="fr-FR" b="0" i="0" u="none" strike="noStrike" baseline="0" dirty="0">
                <a:latin typeface="Courier"/>
              </a:rPr>
              <a:t> *m);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Atomically unlock m and sleep until c signaled</a:t>
            </a: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Then re-acquire m and resume executing</a:t>
            </a:r>
          </a:p>
          <a:p>
            <a:pPr lvl="1" algn="just"/>
            <a:r>
              <a:rPr lang="en-US" b="0" i="0" u="none" strike="noStrike" baseline="0" dirty="0">
                <a:latin typeface="Courier"/>
              </a:rPr>
              <a:t>void </a:t>
            </a:r>
            <a:r>
              <a:rPr lang="en-US" b="0" i="0" u="none" strike="noStrike" baseline="0" dirty="0" err="1">
                <a:latin typeface="Courier"/>
              </a:rPr>
              <a:t>cond_signal</a:t>
            </a:r>
            <a:r>
              <a:rPr lang="en-US" b="0" i="0" u="none" strike="noStrike" baseline="0" dirty="0">
                <a:latin typeface="Courier"/>
              </a:rPr>
              <a:t> (</a:t>
            </a:r>
            <a:r>
              <a:rPr lang="en-US" b="0" i="0" u="none" strike="noStrike" baseline="0" dirty="0" err="1">
                <a:latin typeface="Courier"/>
              </a:rPr>
              <a:t>cond_t</a:t>
            </a:r>
            <a:r>
              <a:rPr lang="en-US" b="0" i="0" u="none" strike="noStrike" baseline="0" dirty="0">
                <a:latin typeface="Courier"/>
              </a:rPr>
              <a:t> *c);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/>
            <a:r>
              <a:rPr lang="en-US" b="0" i="0" u="none" strike="noStrike" baseline="0" dirty="0">
                <a:latin typeface="Courier"/>
              </a:rPr>
              <a:t>void </a:t>
            </a:r>
            <a:r>
              <a:rPr lang="en-US" b="0" i="0" u="none" strike="noStrike" baseline="0" dirty="0" err="1">
                <a:latin typeface="Courier"/>
              </a:rPr>
              <a:t>cond_broadcast</a:t>
            </a:r>
            <a:r>
              <a:rPr lang="en-US" b="0" i="0" u="none" strike="noStrike" baseline="0" dirty="0">
                <a:latin typeface="Courier"/>
              </a:rPr>
              <a:t> (</a:t>
            </a:r>
            <a:r>
              <a:rPr lang="en-US" b="0" i="0" u="none" strike="noStrike" baseline="0" dirty="0" err="1">
                <a:latin typeface="Courier"/>
              </a:rPr>
              <a:t>cond_t</a:t>
            </a:r>
            <a:r>
              <a:rPr lang="en-US" b="0" i="0" u="none" strike="noStrike" baseline="0" dirty="0">
                <a:latin typeface="Courier"/>
              </a:rPr>
              <a:t> *c);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Wake one/all threads waiting on c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monitor ≈ a module whose state includes a C/V and a lock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Difference is syntactic; with monitors, compiler adds the code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“just as if” each procedure in the module calls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acquire()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on entry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release()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 exit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But can be done anywhere in procedure, at finer granularity</a:t>
            </a: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With C/Vs, the module methods may wait and signal on independent conditions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606135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585F2-7246-573F-6759-A90C3E47C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D6FCF13-7F9D-8D8A-CED5-A73CC850F4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Condition Variables and 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5CB3A3-C8C3-E4AA-ECC5-DD1E42CE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69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C5E9CE0-0B10-4BF8-E811-4ED2B152A62E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8993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must </a:t>
            </a:r>
            <a:r>
              <a:rPr lang="fr-FR" b="0" i="0" u="none" strike="noStrike" baseline="0" dirty="0" err="1">
                <a:latin typeface="Courier"/>
              </a:rPr>
              <a:t>cond_wait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both release </a:t>
            </a:r>
            <a:r>
              <a:rPr lang="fr-FR" b="0" i="0" u="none" strike="noStrike" baseline="0" dirty="0" err="1">
                <a:latin typeface="Courier"/>
              </a:rPr>
              <a:t>mutex_t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sleep?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 algn="just"/>
            <a:r>
              <a:rPr lang="fr-FR" b="0" i="0" u="none" strike="noStrike" baseline="0" dirty="0" err="1">
                <a:latin typeface="Courier"/>
              </a:rPr>
              <a:t>void</a:t>
            </a:r>
            <a:r>
              <a:rPr lang="fr-FR" b="0" i="0" u="none" strike="noStrike" baseline="0" dirty="0">
                <a:latin typeface="Courier"/>
              </a:rPr>
              <a:t> </a:t>
            </a:r>
            <a:r>
              <a:rPr lang="fr-FR" b="0" i="0" u="none" strike="noStrike" baseline="0" dirty="0" err="1">
                <a:latin typeface="Courier"/>
              </a:rPr>
              <a:t>cond_wait</a:t>
            </a:r>
            <a:r>
              <a:rPr lang="fr-FR" b="0" i="0" u="none" strike="noStrike" baseline="0" dirty="0">
                <a:latin typeface="Courier"/>
              </a:rPr>
              <a:t> (</a:t>
            </a:r>
            <a:r>
              <a:rPr lang="fr-FR" b="0" i="0" u="none" strike="noStrike" baseline="0" dirty="0" err="1">
                <a:latin typeface="Courier"/>
              </a:rPr>
              <a:t>cond_t</a:t>
            </a:r>
            <a:r>
              <a:rPr lang="fr-FR" b="0" i="0" u="none" strike="noStrike" baseline="0" dirty="0">
                <a:latin typeface="Courier"/>
              </a:rPr>
              <a:t> *c, </a:t>
            </a:r>
            <a:r>
              <a:rPr lang="fr-FR" b="0" i="0" u="none" strike="noStrike" baseline="0" dirty="0" err="1">
                <a:latin typeface="Courier"/>
              </a:rPr>
              <a:t>mutex_t</a:t>
            </a:r>
            <a:r>
              <a:rPr lang="fr-FR" b="0" i="0" u="none" strike="noStrike" baseline="0" dirty="0">
                <a:latin typeface="Courier"/>
              </a:rPr>
              <a:t> *m);</a:t>
            </a:r>
          </a:p>
          <a:p>
            <a:pPr lvl="2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Why not separate mutexes and condition variables?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257197-B50C-B849-3AF9-620CF39F4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5080" y="3540966"/>
            <a:ext cx="4367217" cy="2993184"/>
          </a:xfrm>
          <a:prstGeom prst="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while(count == BUFFER_SIZE)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mutex_unlock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(&amp;mutex);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cond_wait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not_full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(&amp;mutex);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CEEDC4-688F-1206-432C-76562B002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9524" y="4193384"/>
            <a:ext cx="4046678" cy="1455576"/>
          </a:xfrm>
          <a:prstGeom prst="rect">
            <a:avLst/>
          </a:prstGeom>
          <a:solidFill>
            <a:srgbClr val="99FF33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mutex_lock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(&amp;mutex);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count--;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cond_signal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not_full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}</a:t>
            </a: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1F05958C-2CDB-04A6-523D-635CAFBDC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6402" y="3133677"/>
            <a:ext cx="1108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 dirty="0"/>
              <a:t>Producer</a:t>
            </a:r>
          </a:p>
        </p:txBody>
      </p:sp>
      <p:sp>
        <p:nvSpPr>
          <p:cNvPr id="6" name="Text Box 14">
            <a:extLst>
              <a:ext uri="{FF2B5EF4-FFF2-40B4-BE49-F238E27FC236}">
                <a16:creationId xmlns:a16="http://schemas.microsoft.com/office/drawing/2014/main" id="{A7CE8E28-F0BF-57C6-7BCA-3DE4F395E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5325" y="3787945"/>
            <a:ext cx="123507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 type="none" w="lg" len="lg"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en-US" b="0" dirty="0"/>
              <a:t>Consumer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7390257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F48F0-4D78-C3D1-32AD-D97C1ACE9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6EE2601-78D2-6717-E9CF-74C24DF86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Using Condition Variables and Locks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2FEABB-7F1F-3E47-A6CD-627BB0B0D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70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E8FDD3B7-D8D5-21A9-A3CC-93895D639CE2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89939" cy="1177994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Alternation of two threads (ping-pong)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 algn="just"/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Each executes the following: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BDA3D1-8A07-DFE5-ABF7-39799E072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6504" y="2631235"/>
            <a:ext cx="4591155" cy="4002833"/>
          </a:xfrm>
          <a:prstGeom prst="rect">
            <a:avLst/>
          </a:prstGeom>
          <a:solidFill>
            <a:srgbClr val="FFCCCC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Condition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eaLnBrk="1" hangingPunct="1">
              <a:spcBef>
                <a:spcPct val="20000"/>
              </a:spcBef>
            </a:pPr>
            <a:endParaRPr lang="en-US" altLang="en-US" dirty="0">
              <a:solidFill>
                <a:srgbClr val="00206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ping_pong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acquire(lock);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while(1) {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(“ping or pong\n”);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signal(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wait(</a:t>
            </a:r>
            <a:r>
              <a:rPr lang="en-US" altLang="en-US" dirty="0" err="1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cond</a:t>
            </a: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lock);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release(lock);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en-US" dirty="0">
                <a:solidFill>
                  <a:srgbClr val="00206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A57248-7D8F-B582-165E-24E970555FDD}"/>
              </a:ext>
            </a:extLst>
          </p:cNvPr>
          <p:cNvSpPr txBox="1"/>
          <p:nvPr/>
        </p:nvSpPr>
        <p:spPr>
          <a:xfrm>
            <a:off x="6402728" y="4462047"/>
            <a:ext cx="4719362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 atomically releases lock and blocks until </a:t>
            </a:r>
            <a:r>
              <a:rPr lang="en-US" sz="1600" b="1" dirty="0">
                <a:solidFill>
                  <a:srgbClr val="FF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signal()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93AC6D-EE3E-4F2A-78A1-F95B4349C2A2}"/>
              </a:ext>
            </a:extLst>
          </p:cNvPr>
          <p:cNvSpPr txBox="1"/>
          <p:nvPr/>
        </p:nvSpPr>
        <p:spPr>
          <a:xfrm>
            <a:off x="6402728" y="5900165"/>
            <a:ext cx="471936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Wait atomically acquires lock before it returns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5355F1-04CF-EA27-930E-495575D0A219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6001286" y="4754435"/>
            <a:ext cx="4014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C320A58-7647-7342-9CD2-CFFD2BD4C222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6001286" y="6069442"/>
            <a:ext cx="4014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9452B81-A330-5CFB-93F7-B75B71B523AE}"/>
              </a:ext>
            </a:extLst>
          </p:cNvPr>
          <p:cNvCxnSpPr>
            <a:cxnSpLocks/>
          </p:cNvCxnSpPr>
          <p:nvPr/>
        </p:nvCxnSpPr>
        <p:spPr>
          <a:xfrm flipH="1">
            <a:off x="4534678" y="4754435"/>
            <a:ext cx="1466608" cy="6743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2903F07-0649-3C64-323A-7B0AE63AADDE}"/>
              </a:ext>
            </a:extLst>
          </p:cNvPr>
          <p:cNvCxnSpPr>
            <a:cxnSpLocks/>
          </p:cNvCxnSpPr>
          <p:nvPr/>
        </p:nvCxnSpPr>
        <p:spPr>
          <a:xfrm flipH="1" flipV="1">
            <a:off x="4534678" y="5484267"/>
            <a:ext cx="1466608" cy="5851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4FD7A98-E78A-776A-E1E2-D6F683DC53F9}"/>
              </a:ext>
            </a:extLst>
          </p:cNvPr>
          <p:cNvSpPr txBox="1"/>
          <p:nvPr/>
        </p:nvSpPr>
        <p:spPr>
          <a:xfrm>
            <a:off x="6402728" y="3084745"/>
            <a:ext cx="471936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i="1" dirty="0">
                <a:solidFill>
                  <a:srgbClr val="FF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Must acquire lock before you can wait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B38F1C7-81DD-FFFB-2E89-39DCC03C88B6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6001286" y="3254022"/>
            <a:ext cx="40144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1C12D41-A686-5670-7C90-DF39A2F9946E}"/>
              </a:ext>
            </a:extLst>
          </p:cNvPr>
          <p:cNvCxnSpPr>
            <a:cxnSpLocks/>
          </p:cNvCxnSpPr>
          <p:nvPr/>
        </p:nvCxnSpPr>
        <p:spPr>
          <a:xfrm flipH="1">
            <a:off x="3713395" y="3254022"/>
            <a:ext cx="2287891" cy="8493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27036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F3363-6102-A769-2AE1-89565B97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A92F1CB3-C67A-0934-4589-EEF3ACDC4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Monitors and Java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98B4AC-41FE-15C0-1F07-6F5C0840A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71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F8CCDAA8-E352-C848-F97A-4EC205C48E2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8993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lock and condition variable are in every Java object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 explicit classes for locks or condition variables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object is/has a monitor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 most one thread can be inside an object’s monitor</a:t>
            </a:r>
            <a:endParaRPr lang="en-US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thread enters an object’s monitor by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Executing a method declared “synchronized”</a:t>
            </a:r>
          </a:p>
          <a:p>
            <a:pPr lvl="3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mix synchronized/unsynchronized methods in same class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Executing the body of a “synchronized” statement</a:t>
            </a:r>
          </a:p>
          <a:p>
            <a:pPr lvl="3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Supports finer-grained locking than an entire procedure</a:t>
            </a:r>
          </a:p>
          <a:p>
            <a:pPr lvl="3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Identical to the Modula-2 “LOCK (m) DO” construct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compiler generates code to acquire the object’s lock at the start of the method and release it just before returning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lock itself is implicit, programmers do not worry about it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97961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359B-8152-0A23-CDCD-626640316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2DFFF410-A414-799B-3D8A-59BD05D9F2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Monitors and Java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052F02-53EF-486E-298E-0B88635AD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72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50DB5F9C-86CD-6C44-081A-C2A78C46A97C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8993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Every object can be treated as a condition variable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Half of Object’s methods are for synchronization!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Take a look at the Java Object class:</a:t>
            </a:r>
          </a:p>
          <a:p>
            <a:pPr lvl="1" algn="just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Object.wait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(*)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Condition::wait()</a:t>
            </a:r>
          </a:p>
          <a:p>
            <a:pPr lvl="1" algn="just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Object.notify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Condition::signal()</a:t>
            </a:r>
          </a:p>
          <a:p>
            <a:pPr lvl="1" algn="just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Object.notifyAll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Condition::broadcast()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29446052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9DF0A-13BD-94AA-5864-0A475569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FCDC48D-0B00-F3EF-1A98-E0108084C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Desirable Properties of Synchronization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15EAD5D-4AEC-76A2-FAC5-124F6CE3D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73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40340007-372F-C7D4-3056-56D5EBF0DE4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1"/>
            <a:ext cx="10410988" cy="5252357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Fair: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several processes waiting, let each in eventually</a:t>
            </a: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Efficient: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don’t use up substantial number of resources when waiting.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no busy waiting</a:t>
            </a:r>
          </a:p>
          <a:p>
            <a:pPr algn="just"/>
            <a:endParaRPr lang="en-US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should be easy to use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e.g. just bracket the critical sections</a:t>
            </a:r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225328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67BA7-EFB8-956A-54E4-9A416F40A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7C27388-E1D4-2A7F-AB8E-30CBF9A7E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9971690" cy="407507"/>
          </a:xfrm>
        </p:spPr>
        <p:txBody>
          <a:bodyPr/>
          <a:lstStyle/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CEA45B-8F99-9957-9F30-DAB67F417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74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0D7E099E-2945-4209-A0A2-139935CE8155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8993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Semaphores</a:t>
            </a:r>
          </a:p>
          <a:p>
            <a:pPr lvl="1" algn="just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wait()/signal()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implement blocking mutual exclusion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Also used as atomic counters (counting semaphores)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 be inconvenient to use</a:t>
            </a:r>
          </a:p>
          <a:p>
            <a:pPr algn="just"/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Monitors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Synchronizes execution within procedures that manipulate encapsulated data shared among procedures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one thread can execute within a monitor at a time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Relies upon high-level language support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Condition variables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Used by threads as a synchronization point to wait for events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Inside monitors, or outside with locks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966593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1F42E-09C5-6FBC-836A-E843A14CD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6EA3D5C-5D6B-1B4D-98B9-A5120DD7D3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881360" cy="407507"/>
          </a:xfrm>
        </p:spPr>
        <p:txBody>
          <a:bodyPr/>
          <a:lstStyle/>
          <a:p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Concurrency Bugs Cause Serious Consequences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9DD443-B5A5-8631-2644-0EB763936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75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DCC6C310-AED5-ED14-6E41-599123116953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3589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 lnSpcReduction="10000"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Cooperating threads are inherently non-deterministic and non-reproducible hence, multithreaded programs must work for all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interleavings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Really hard to debug unless carefully designed!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Race condition in the Therac-25 radiation therapy machine caused massive overdose and resulted in patient deaths and serious injuries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dual mode, software-controlled machine fired beams of low energy electron and high energy Xray photons.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software consists of several routines running concurrently.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Data Entry and Keyboard Handler routines share a variable, which recorded whether the technician had completed entering commands.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race condition bug of this shared variable cause the UI to display the wrong mode to operators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Incident report, horrible tragedies.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Exercise extra cautions when dealing with concurrency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3070219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47EB-6A02-89B3-46D3-243C27E24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18FDDC5-79CA-D911-FFED-74F352CB21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4620" y="554038"/>
            <a:ext cx="10881360" cy="407507"/>
          </a:xfrm>
        </p:spPr>
        <p:txBody>
          <a:bodyPr/>
          <a:lstStyle/>
          <a:p>
            <a:r>
              <a:rPr lang="en-US" sz="3900" dirty="0">
                <a:latin typeface="Arial" panose="020B0604020202020204" pitchFamily="34" charset="0"/>
                <a:cs typeface="Arial" panose="020B0604020202020204" pitchFamily="34" charset="0"/>
              </a:rPr>
              <a:t>Concurrency Bugs Cause Serious Consequences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7AD59F-446E-C652-5991-FB457074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5D9CA-6DAA-4C3C-A3E2-EDEA918D5F89}" type="slidenum">
              <a:rPr lang="en-US">
                <a:latin typeface="Calibri"/>
              </a:rPr>
              <a:pPr/>
              <a:t>76</a:t>
            </a:fld>
            <a:endParaRPr lang="en-US">
              <a:latin typeface="Calibri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DBDB5DC-479C-9869-6FA6-D17C7E84C598}"/>
              </a:ext>
            </a:extLst>
          </p:cNvPr>
          <p:cNvSpPr txBox="1">
            <a:spLocks noChangeArrowheads="1"/>
          </p:cNvSpPr>
          <p:nvPr/>
        </p:nvSpPr>
        <p:spPr>
          <a:xfrm>
            <a:off x="632151" y="1453240"/>
            <a:ext cx="10493049" cy="5264801"/>
          </a:xfrm>
          <a:prstGeom prst="rect">
            <a:avLst/>
          </a:prstGeom>
          <a:ln w="15875"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 eaLnBrk="1" latinLnBrk="0" hangingPunct="1">
              <a:spcBef>
                <a:spcPct val="20000"/>
              </a:spcBef>
              <a:buClr>
                <a:schemeClr val="accent5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 eaLnBrk="1" latinLnBrk="0" hangingPunct="1">
              <a:spcBef>
                <a:spcPct val="20000"/>
              </a:spcBef>
              <a:buClr>
                <a:schemeClr val="accent2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 eaLnBrk="1" latinLnBrk="0" hangingPunct="1">
              <a:spcBef>
                <a:spcPct val="20000"/>
              </a:spcBef>
              <a:buClr>
                <a:schemeClr val="accent3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 eaLnBrk="1" latinLnBrk="0" hangingPunct="1">
              <a:spcBef>
                <a:spcPct val="20000"/>
              </a:spcBef>
              <a:buClr>
                <a:schemeClr val="accent4"/>
              </a:buClr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Example: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Space Shuttle launch aborted 20 minutes before scheduled launch. Shuttle has five computers, four run “Primary Avionics Software System” (PASS) and the fifth run the “Backup Flight System” (BFS).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PASS runs all of the control systems asynchronously and in real-time. Results synchronized and compared every 3 to 4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BFS stays synchronized in case it is needed and is written by completely different team than PASS</a:t>
            </a:r>
          </a:p>
          <a:p>
            <a:pPr algn="just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Countdown aborted because BFS disagreed with PASS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1/67 chance that PASS was out of sync one cycle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Bug due to modifications in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initialization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code of PASS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 delayed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init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request placed into timer queue</a:t>
            </a:r>
          </a:p>
          <a:p>
            <a:pPr lvl="2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 a result, timer queue not empty at expected time to force use of hardware clock</a:t>
            </a:r>
          </a:p>
          <a:p>
            <a:pPr lvl="1" algn="just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Bug not found during extensive simulation</a:t>
            </a: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just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11480" lvl="1" indent="0" algn="just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3A10D1-9446-AF32-99B5-1E904B3AEA59}"/>
              </a:ext>
            </a:extLst>
          </p:cNvPr>
          <p:cNvGrpSpPr/>
          <p:nvPr/>
        </p:nvGrpSpPr>
        <p:grpSpPr>
          <a:xfrm>
            <a:off x="8305800" y="3745822"/>
            <a:ext cx="2819400" cy="1658938"/>
            <a:chOff x="6096000" y="1600200"/>
            <a:chExt cx="2819400" cy="1658938"/>
          </a:xfrm>
        </p:grpSpPr>
        <p:grpSp>
          <p:nvGrpSpPr>
            <p:cNvPr id="421920" name="Group 32"/>
            <p:cNvGrpSpPr>
              <a:grpSpLocks/>
            </p:cNvGrpSpPr>
            <p:nvPr/>
          </p:nvGrpSpPr>
          <p:grpSpPr bwMode="auto">
            <a:xfrm>
              <a:off x="6096000" y="1600200"/>
              <a:ext cx="1828800" cy="1658938"/>
              <a:chOff x="3408" y="704"/>
              <a:chExt cx="1152" cy="1045"/>
            </a:xfrm>
          </p:grpSpPr>
          <p:grpSp>
            <p:nvGrpSpPr>
              <p:cNvPr id="5130" name="Group 5"/>
              <p:cNvGrpSpPr>
                <a:grpSpLocks/>
              </p:cNvGrpSpPr>
              <p:nvPr/>
            </p:nvGrpSpPr>
            <p:grpSpPr bwMode="auto">
              <a:xfrm>
                <a:off x="4176" y="1376"/>
                <a:ext cx="384" cy="373"/>
                <a:chOff x="4176" y="2736"/>
                <a:chExt cx="384" cy="373"/>
              </a:xfrm>
            </p:grpSpPr>
            <p:sp>
              <p:nvSpPr>
                <p:cNvPr id="5149" name="Rectangle 6"/>
                <p:cNvSpPr>
                  <a:spLocks noChangeArrowheads="1"/>
                </p:cNvSpPr>
                <p:nvPr/>
              </p:nvSpPr>
              <p:spPr bwMode="auto">
                <a:xfrm>
                  <a:off x="4176" y="2736"/>
                  <a:ext cx="384" cy="373"/>
                </a:xfrm>
                <a:prstGeom prst="rect">
                  <a:avLst/>
                </a:prstGeom>
                <a:solidFill>
                  <a:srgbClr val="FF66CC"/>
                </a:solidFill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150" name="tower"/>
                <p:cNvSpPr>
                  <a:spLocks noEditPoints="1" noChangeArrowheads="1"/>
                </p:cNvSpPr>
                <p:nvPr/>
              </p:nvSpPr>
              <p:spPr bwMode="auto">
                <a:xfrm>
                  <a:off x="4272" y="2784"/>
                  <a:ext cx="217" cy="288"/>
                </a:xfrm>
                <a:custGeom>
                  <a:avLst/>
                  <a:gdLst>
                    <a:gd name="T0" fmla="*/ 0 w 21600"/>
                    <a:gd name="T1" fmla="*/ 29 h 21600"/>
                    <a:gd name="T2" fmla="*/ 67 w 21600"/>
                    <a:gd name="T3" fmla="*/ 0 h 21600"/>
                    <a:gd name="T4" fmla="*/ 109 w 21600"/>
                    <a:gd name="T5" fmla="*/ 0 h 21600"/>
                    <a:gd name="T6" fmla="*/ 217 w 21600"/>
                    <a:gd name="T7" fmla="*/ 0 h 21600"/>
                    <a:gd name="T8" fmla="*/ 217 w 21600"/>
                    <a:gd name="T9" fmla="*/ 155 h 21600"/>
                    <a:gd name="T10" fmla="*/ 217 w 21600"/>
                    <a:gd name="T11" fmla="*/ 259 h 21600"/>
                    <a:gd name="T12" fmla="*/ 152 w 21600"/>
                    <a:gd name="T13" fmla="*/ 288 h 21600"/>
                    <a:gd name="T14" fmla="*/ 106 w 21600"/>
                    <a:gd name="T15" fmla="*/ 288 h 21600"/>
                    <a:gd name="T16" fmla="*/ 0 w 21600"/>
                    <a:gd name="T17" fmla="*/ 288 h 21600"/>
                    <a:gd name="T18" fmla="*/ 0 w 21600"/>
                    <a:gd name="T19" fmla="*/ 154 h 216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498 w 21600"/>
                    <a:gd name="T31" fmla="*/ 22575 h 21600"/>
                    <a:gd name="T32" fmla="*/ 21500 w 21600"/>
                    <a:gd name="T33" fmla="*/ 27000 h 2160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1600" h="21600" extrusionOk="0">
                      <a:moveTo>
                        <a:pt x="0" y="2184"/>
                      </a:moveTo>
                      <a:lnTo>
                        <a:pt x="6664" y="0"/>
                      </a:lnTo>
                      <a:lnTo>
                        <a:pt x="10800" y="0"/>
                      </a:lnTo>
                      <a:lnTo>
                        <a:pt x="21600" y="0"/>
                      </a:lnTo>
                      <a:lnTo>
                        <a:pt x="21600" y="11649"/>
                      </a:lnTo>
                      <a:lnTo>
                        <a:pt x="21600" y="19416"/>
                      </a:lnTo>
                      <a:lnTo>
                        <a:pt x="15166" y="21600"/>
                      </a:lnTo>
                      <a:lnTo>
                        <a:pt x="10570" y="21600"/>
                      </a:lnTo>
                      <a:lnTo>
                        <a:pt x="0" y="21600"/>
                      </a:lnTo>
                      <a:lnTo>
                        <a:pt x="0" y="11528"/>
                      </a:lnTo>
                      <a:lnTo>
                        <a:pt x="0" y="2184"/>
                      </a:lnTo>
                      <a:close/>
                    </a:path>
                    <a:path w="21600" h="21600" extrusionOk="0">
                      <a:moveTo>
                        <a:pt x="0" y="2184"/>
                      </a:moveTo>
                      <a:lnTo>
                        <a:pt x="0" y="2184"/>
                      </a:lnTo>
                      <a:lnTo>
                        <a:pt x="14706" y="2184"/>
                      </a:lnTo>
                      <a:lnTo>
                        <a:pt x="21600" y="0"/>
                      </a:lnTo>
                      <a:moveTo>
                        <a:pt x="0" y="2184"/>
                      </a:moveTo>
                      <a:lnTo>
                        <a:pt x="14706" y="2184"/>
                      </a:lnTo>
                      <a:lnTo>
                        <a:pt x="14706" y="5339"/>
                      </a:lnTo>
                      <a:lnTo>
                        <a:pt x="14706" y="17474"/>
                      </a:lnTo>
                      <a:lnTo>
                        <a:pt x="14706" y="21600"/>
                      </a:lnTo>
                      <a:moveTo>
                        <a:pt x="1149" y="3034"/>
                      </a:moveTo>
                      <a:lnTo>
                        <a:pt x="13328" y="3034"/>
                      </a:lnTo>
                      <a:lnTo>
                        <a:pt x="13328" y="3519"/>
                      </a:lnTo>
                      <a:lnTo>
                        <a:pt x="1149" y="3519"/>
                      </a:lnTo>
                      <a:lnTo>
                        <a:pt x="1149" y="3034"/>
                      </a:lnTo>
                      <a:moveTo>
                        <a:pt x="1149" y="4490"/>
                      </a:moveTo>
                      <a:lnTo>
                        <a:pt x="13328" y="4490"/>
                      </a:lnTo>
                      <a:lnTo>
                        <a:pt x="13328" y="4854"/>
                      </a:lnTo>
                      <a:lnTo>
                        <a:pt x="1149" y="4854"/>
                      </a:lnTo>
                      <a:lnTo>
                        <a:pt x="1149" y="4490"/>
                      </a:lnTo>
                      <a:moveTo>
                        <a:pt x="1149" y="5946"/>
                      </a:moveTo>
                      <a:lnTo>
                        <a:pt x="13328" y="5946"/>
                      </a:lnTo>
                      <a:lnTo>
                        <a:pt x="13328" y="6310"/>
                      </a:lnTo>
                      <a:lnTo>
                        <a:pt x="1149" y="6310"/>
                      </a:lnTo>
                      <a:lnTo>
                        <a:pt x="1149" y="5946"/>
                      </a:lnTo>
                    </a:path>
                  </a:pathLst>
                </a:custGeom>
                <a:solidFill>
                  <a:srgbClr val="FF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31" name="Group 8"/>
              <p:cNvGrpSpPr>
                <a:grpSpLocks/>
              </p:cNvGrpSpPr>
              <p:nvPr/>
            </p:nvGrpSpPr>
            <p:grpSpPr bwMode="auto">
              <a:xfrm>
                <a:off x="4176" y="704"/>
                <a:ext cx="384" cy="373"/>
                <a:chOff x="4176" y="2736"/>
                <a:chExt cx="384" cy="373"/>
              </a:xfrm>
            </p:grpSpPr>
            <p:sp>
              <p:nvSpPr>
                <p:cNvPr id="5147" name="Rectangle 9"/>
                <p:cNvSpPr>
                  <a:spLocks noChangeArrowheads="1"/>
                </p:cNvSpPr>
                <p:nvPr/>
              </p:nvSpPr>
              <p:spPr bwMode="auto">
                <a:xfrm>
                  <a:off x="4176" y="2736"/>
                  <a:ext cx="384" cy="373"/>
                </a:xfrm>
                <a:prstGeom prst="rect">
                  <a:avLst/>
                </a:prstGeom>
                <a:solidFill>
                  <a:srgbClr val="FF66CC"/>
                </a:solidFill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148" name="tower"/>
                <p:cNvSpPr>
                  <a:spLocks noEditPoints="1" noChangeArrowheads="1"/>
                </p:cNvSpPr>
                <p:nvPr/>
              </p:nvSpPr>
              <p:spPr bwMode="auto">
                <a:xfrm>
                  <a:off x="4272" y="2784"/>
                  <a:ext cx="217" cy="288"/>
                </a:xfrm>
                <a:custGeom>
                  <a:avLst/>
                  <a:gdLst>
                    <a:gd name="T0" fmla="*/ 0 w 21600"/>
                    <a:gd name="T1" fmla="*/ 29 h 21600"/>
                    <a:gd name="T2" fmla="*/ 67 w 21600"/>
                    <a:gd name="T3" fmla="*/ 0 h 21600"/>
                    <a:gd name="T4" fmla="*/ 109 w 21600"/>
                    <a:gd name="T5" fmla="*/ 0 h 21600"/>
                    <a:gd name="T6" fmla="*/ 217 w 21600"/>
                    <a:gd name="T7" fmla="*/ 0 h 21600"/>
                    <a:gd name="T8" fmla="*/ 217 w 21600"/>
                    <a:gd name="T9" fmla="*/ 155 h 21600"/>
                    <a:gd name="T10" fmla="*/ 217 w 21600"/>
                    <a:gd name="T11" fmla="*/ 259 h 21600"/>
                    <a:gd name="T12" fmla="*/ 152 w 21600"/>
                    <a:gd name="T13" fmla="*/ 288 h 21600"/>
                    <a:gd name="T14" fmla="*/ 106 w 21600"/>
                    <a:gd name="T15" fmla="*/ 288 h 21600"/>
                    <a:gd name="T16" fmla="*/ 0 w 21600"/>
                    <a:gd name="T17" fmla="*/ 288 h 21600"/>
                    <a:gd name="T18" fmla="*/ 0 w 21600"/>
                    <a:gd name="T19" fmla="*/ 154 h 216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498 w 21600"/>
                    <a:gd name="T31" fmla="*/ 22575 h 21600"/>
                    <a:gd name="T32" fmla="*/ 21500 w 21600"/>
                    <a:gd name="T33" fmla="*/ 27000 h 2160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1600" h="21600" extrusionOk="0">
                      <a:moveTo>
                        <a:pt x="0" y="2184"/>
                      </a:moveTo>
                      <a:lnTo>
                        <a:pt x="6664" y="0"/>
                      </a:lnTo>
                      <a:lnTo>
                        <a:pt x="10800" y="0"/>
                      </a:lnTo>
                      <a:lnTo>
                        <a:pt x="21600" y="0"/>
                      </a:lnTo>
                      <a:lnTo>
                        <a:pt x="21600" y="11649"/>
                      </a:lnTo>
                      <a:lnTo>
                        <a:pt x="21600" y="19416"/>
                      </a:lnTo>
                      <a:lnTo>
                        <a:pt x="15166" y="21600"/>
                      </a:lnTo>
                      <a:lnTo>
                        <a:pt x="10570" y="21600"/>
                      </a:lnTo>
                      <a:lnTo>
                        <a:pt x="0" y="21600"/>
                      </a:lnTo>
                      <a:lnTo>
                        <a:pt x="0" y="11528"/>
                      </a:lnTo>
                      <a:lnTo>
                        <a:pt x="0" y="2184"/>
                      </a:lnTo>
                      <a:close/>
                    </a:path>
                    <a:path w="21600" h="21600" extrusionOk="0">
                      <a:moveTo>
                        <a:pt x="0" y="2184"/>
                      </a:moveTo>
                      <a:lnTo>
                        <a:pt x="0" y="2184"/>
                      </a:lnTo>
                      <a:lnTo>
                        <a:pt x="14706" y="2184"/>
                      </a:lnTo>
                      <a:lnTo>
                        <a:pt x="21600" y="0"/>
                      </a:lnTo>
                      <a:moveTo>
                        <a:pt x="0" y="2184"/>
                      </a:moveTo>
                      <a:lnTo>
                        <a:pt x="14706" y="2184"/>
                      </a:lnTo>
                      <a:lnTo>
                        <a:pt x="14706" y="5339"/>
                      </a:lnTo>
                      <a:lnTo>
                        <a:pt x="14706" y="17474"/>
                      </a:lnTo>
                      <a:lnTo>
                        <a:pt x="14706" y="21600"/>
                      </a:lnTo>
                      <a:moveTo>
                        <a:pt x="1149" y="3034"/>
                      </a:moveTo>
                      <a:lnTo>
                        <a:pt x="13328" y="3034"/>
                      </a:lnTo>
                      <a:lnTo>
                        <a:pt x="13328" y="3519"/>
                      </a:lnTo>
                      <a:lnTo>
                        <a:pt x="1149" y="3519"/>
                      </a:lnTo>
                      <a:lnTo>
                        <a:pt x="1149" y="3034"/>
                      </a:lnTo>
                      <a:moveTo>
                        <a:pt x="1149" y="4490"/>
                      </a:moveTo>
                      <a:lnTo>
                        <a:pt x="13328" y="4490"/>
                      </a:lnTo>
                      <a:lnTo>
                        <a:pt x="13328" y="4854"/>
                      </a:lnTo>
                      <a:lnTo>
                        <a:pt x="1149" y="4854"/>
                      </a:lnTo>
                      <a:lnTo>
                        <a:pt x="1149" y="4490"/>
                      </a:lnTo>
                      <a:moveTo>
                        <a:pt x="1149" y="5946"/>
                      </a:moveTo>
                      <a:lnTo>
                        <a:pt x="13328" y="5946"/>
                      </a:lnTo>
                      <a:lnTo>
                        <a:pt x="13328" y="6310"/>
                      </a:lnTo>
                      <a:lnTo>
                        <a:pt x="1149" y="6310"/>
                      </a:lnTo>
                      <a:lnTo>
                        <a:pt x="1149" y="5946"/>
                      </a:lnTo>
                    </a:path>
                  </a:pathLst>
                </a:custGeom>
                <a:solidFill>
                  <a:srgbClr val="FF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32" name="Group 11"/>
              <p:cNvGrpSpPr>
                <a:grpSpLocks/>
              </p:cNvGrpSpPr>
              <p:nvPr/>
            </p:nvGrpSpPr>
            <p:grpSpPr bwMode="auto">
              <a:xfrm>
                <a:off x="3408" y="1376"/>
                <a:ext cx="384" cy="373"/>
                <a:chOff x="4176" y="2736"/>
                <a:chExt cx="384" cy="373"/>
              </a:xfrm>
            </p:grpSpPr>
            <p:sp>
              <p:nvSpPr>
                <p:cNvPr id="5145" name="Rectangle 12"/>
                <p:cNvSpPr>
                  <a:spLocks noChangeArrowheads="1"/>
                </p:cNvSpPr>
                <p:nvPr/>
              </p:nvSpPr>
              <p:spPr bwMode="auto">
                <a:xfrm>
                  <a:off x="4176" y="2736"/>
                  <a:ext cx="384" cy="373"/>
                </a:xfrm>
                <a:prstGeom prst="rect">
                  <a:avLst/>
                </a:prstGeom>
                <a:solidFill>
                  <a:srgbClr val="FF66CC"/>
                </a:solidFill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146" name="tower"/>
                <p:cNvSpPr>
                  <a:spLocks noEditPoints="1" noChangeArrowheads="1"/>
                </p:cNvSpPr>
                <p:nvPr/>
              </p:nvSpPr>
              <p:spPr bwMode="auto">
                <a:xfrm>
                  <a:off x="4272" y="2784"/>
                  <a:ext cx="217" cy="288"/>
                </a:xfrm>
                <a:custGeom>
                  <a:avLst/>
                  <a:gdLst>
                    <a:gd name="T0" fmla="*/ 0 w 21600"/>
                    <a:gd name="T1" fmla="*/ 29 h 21600"/>
                    <a:gd name="T2" fmla="*/ 67 w 21600"/>
                    <a:gd name="T3" fmla="*/ 0 h 21600"/>
                    <a:gd name="T4" fmla="*/ 109 w 21600"/>
                    <a:gd name="T5" fmla="*/ 0 h 21600"/>
                    <a:gd name="T6" fmla="*/ 217 w 21600"/>
                    <a:gd name="T7" fmla="*/ 0 h 21600"/>
                    <a:gd name="T8" fmla="*/ 217 w 21600"/>
                    <a:gd name="T9" fmla="*/ 155 h 21600"/>
                    <a:gd name="T10" fmla="*/ 217 w 21600"/>
                    <a:gd name="T11" fmla="*/ 259 h 21600"/>
                    <a:gd name="T12" fmla="*/ 152 w 21600"/>
                    <a:gd name="T13" fmla="*/ 288 h 21600"/>
                    <a:gd name="T14" fmla="*/ 106 w 21600"/>
                    <a:gd name="T15" fmla="*/ 288 h 21600"/>
                    <a:gd name="T16" fmla="*/ 0 w 21600"/>
                    <a:gd name="T17" fmla="*/ 288 h 21600"/>
                    <a:gd name="T18" fmla="*/ 0 w 21600"/>
                    <a:gd name="T19" fmla="*/ 154 h 216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498 w 21600"/>
                    <a:gd name="T31" fmla="*/ 22575 h 21600"/>
                    <a:gd name="T32" fmla="*/ 21500 w 21600"/>
                    <a:gd name="T33" fmla="*/ 27000 h 2160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1600" h="21600" extrusionOk="0">
                      <a:moveTo>
                        <a:pt x="0" y="2184"/>
                      </a:moveTo>
                      <a:lnTo>
                        <a:pt x="6664" y="0"/>
                      </a:lnTo>
                      <a:lnTo>
                        <a:pt x="10800" y="0"/>
                      </a:lnTo>
                      <a:lnTo>
                        <a:pt x="21600" y="0"/>
                      </a:lnTo>
                      <a:lnTo>
                        <a:pt x="21600" y="11649"/>
                      </a:lnTo>
                      <a:lnTo>
                        <a:pt x="21600" y="19416"/>
                      </a:lnTo>
                      <a:lnTo>
                        <a:pt x="15166" y="21600"/>
                      </a:lnTo>
                      <a:lnTo>
                        <a:pt x="10570" y="21600"/>
                      </a:lnTo>
                      <a:lnTo>
                        <a:pt x="0" y="21600"/>
                      </a:lnTo>
                      <a:lnTo>
                        <a:pt x="0" y="11528"/>
                      </a:lnTo>
                      <a:lnTo>
                        <a:pt x="0" y="2184"/>
                      </a:lnTo>
                      <a:close/>
                    </a:path>
                    <a:path w="21600" h="21600" extrusionOk="0">
                      <a:moveTo>
                        <a:pt x="0" y="2184"/>
                      </a:moveTo>
                      <a:lnTo>
                        <a:pt x="0" y="2184"/>
                      </a:lnTo>
                      <a:lnTo>
                        <a:pt x="14706" y="2184"/>
                      </a:lnTo>
                      <a:lnTo>
                        <a:pt x="21600" y="0"/>
                      </a:lnTo>
                      <a:moveTo>
                        <a:pt x="0" y="2184"/>
                      </a:moveTo>
                      <a:lnTo>
                        <a:pt x="14706" y="2184"/>
                      </a:lnTo>
                      <a:lnTo>
                        <a:pt x="14706" y="5339"/>
                      </a:lnTo>
                      <a:lnTo>
                        <a:pt x="14706" y="17474"/>
                      </a:lnTo>
                      <a:lnTo>
                        <a:pt x="14706" y="21600"/>
                      </a:lnTo>
                      <a:moveTo>
                        <a:pt x="1149" y="3034"/>
                      </a:moveTo>
                      <a:lnTo>
                        <a:pt x="13328" y="3034"/>
                      </a:lnTo>
                      <a:lnTo>
                        <a:pt x="13328" y="3519"/>
                      </a:lnTo>
                      <a:lnTo>
                        <a:pt x="1149" y="3519"/>
                      </a:lnTo>
                      <a:lnTo>
                        <a:pt x="1149" y="3034"/>
                      </a:lnTo>
                      <a:moveTo>
                        <a:pt x="1149" y="4490"/>
                      </a:moveTo>
                      <a:lnTo>
                        <a:pt x="13328" y="4490"/>
                      </a:lnTo>
                      <a:lnTo>
                        <a:pt x="13328" y="4854"/>
                      </a:lnTo>
                      <a:lnTo>
                        <a:pt x="1149" y="4854"/>
                      </a:lnTo>
                      <a:lnTo>
                        <a:pt x="1149" y="4490"/>
                      </a:lnTo>
                      <a:moveTo>
                        <a:pt x="1149" y="5946"/>
                      </a:moveTo>
                      <a:lnTo>
                        <a:pt x="13328" y="5946"/>
                      </a:lnTo>
                      <a:lnTo>
                        <a:pt x="13328" y="6310"/>
                      </a:lnTo>
                      <a:lnTo>
                        <a:pt x="1149" y="6310"/>
                      </a:lnTo>
                      <a:lnTo>
                        <a:pt x="1149" y="5946"/>
                      </a:lnTo>
                    </a:path>
                  </a:pathLst>
                </a:custGeom>
                <a:solidFill>
                  <a:srgbClr val="FF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33" name="Group 14"/>
              <p:cNvGrpSpPr>
                <a:grpSpLocks/>
              </p:cNvGrpSpPr>
              <p:nvPr/>
            </p:nvGrpSpPr>
            <p:grpSpPr bwMode="auto">
              <a:xfrm>
                <a:off x="3408" y="704"/>
                <a:ext cx="384" cy="373"/>
                <a:chOff x="4176" y="2736"/>
                <a:chExt cx="384" cy="373"/>
              </a:xfrm>
            </p:grpSpPr>
            <p:sp>
              <p:nvSpPr>
                <p:cNvPr id="5143" name="Rectangle 15"/>
                <p:cNvSpPr>
                  <a:spLocks noChangeArrowheads="1"/>
                </p:cNvSpPr>
                <p:nvPr/>
              </p:nvSpPr>
              <p:spPr bwMode="auto">
                <a:xfrm>
                  <a:off x="4176" y="2736"/>
                  <a:ext cx="384" cy="373"/>
                </a:xfrm>
                <a:prstGeom prst="rect">
                  <a:avLst/>
                </a:prstGeom>
                <a:solidFill>
                  <a:srgbClr val="FF66CC"/>
                </a:solidFill>
                <a:ln w="38100" algn="ctr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>
                  <a:lvl1pPr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b="1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endParaRPr lang="en-US" altLang="en-US"/>
                </a:p>
              </p:txBody>
            </p:sp>
            <p:sp>
              <p:nvSpPr>
                <p:cNvPr id="5144" name="tower"/>
                <p:cNvSpPr>
                  <a:spLocks noEditPoints="1" noChangeArrowheads="1"/>
                </p:cNvSpPr>
                <p:nvPr/>
              </p:nvSpPr>
              <p:spPr bwMode="auto">
                <a:xfrm>
                  <a:off x="4272" y="2784"/>
                  <a:ext cx="217" cy="288"/>
                </a:xfrm>
                <a:custGeom>
                  <a:avLst/>
                  <a:gdLst>
                    <a:gd name="T0" fmla="*/ 0 w 21600"/>
                    <a:gd name="T1" fmla="*/ 29 h 21600"/>
                    <a:gd name="T2" fmla="*/ 67 w 21600"/>
                    <a:gd name="T3" fmla="*/ 0 h 21600"/>
                    <a:gd name="T4" fmla="*/ 109 w 21600"/>
                    <a:gd name="T5" fmla="*/ 0 h 21600"/>
                    <a:gd name="T6" fmla="*/ 217 w 21600"/>
                    <a:gd name="T7" fmla="*/ 0 h 21600"/>
                    <a:gd name="T8" fmla="*/ 217 w 21600"/>
                    <a:gd name="T9" fmla="*/ 155 h 21600"/>
                    <a:gd name="T10" fmla="*/ 217 w 21600"/>
                    <a:gd name="T11" fmla="*/ 259 h 21600"/>
                    <a:gd name="T12" fmla="*/ 152 w 21600"/>
                    <a:gd name="T13" fmla="*/ 288 h 21600"/>
                    <a:gd name="T14" fmla="*/ 106 w 21600"/>
                    <a:gd name="T15" fmla="*/ 288 h 21600"/>
                    <a:gd name="T16" fmla="*/ 0 w 21600"/>
                    <a:gd name="T17" fmla="*/ 288 h 21600"/>
                    <a:gd name="T18" fmla="*/ 0 w 21600"/>
                    <a:gd name="T19" fmla="*/ 154 h 21600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498 w 21600"/>
                    <a:gd name="T31" fmla="*/ 22575 h 21600"/>
                    <a:gd name="T32" fmla="*/ 21500 w 21600"/>
                    <a:gd name="T33" fmla="*/ 27000 h 21600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T30" t="T31" r="T32" b="T33"/>
                  <a:pathLst>
                    <a:path w="21600" h="21600" extrusionOk="0">
                      <a:moveTo>
                        <a:pt x="0" y="2184"/>
                      </a:moveTo>
                      <a:lnTo>
                        <a:pt x="6664" y="0"/>
                      </a:lnTo>
                      <a:lnTo>
                        <a:pt x="10800" y="0"/>
                      </a:lnTo>
                      <a:lnTo>
                        <a:pt x="21600" y="0"/>
                      </a:lnTo>
                      <a:lnTo>
                        <a:pt x="21600" y="11649"/>
                      </a:lnTo>
                      <a:lnTo>
                        <a:pt x="21600" y="19416"/>
                      </a:lnTo>
                      <a:lnTo>
                        <a:pt x="15166" y="21600"/>
                      </a:lnTo>
                      <a:lnTo>
                        <a:pt x="10570" y="21600"/>
                      </a:lnTo>
                      <a:lnTo>
                        <a:pt x="0" y="21600"/>
                      </a:lnTo>
                      <a:lnTo>
                        <a:pt x="0" y="11528"/>
                      </a:lnTo>
                      <a:lnTo>
                        <a:pt x="0" y="2184"/>
                      </a:lnTo>
                      <a:close/>
                    </a:path>
                    <a:path w="21600" h="21600" extrusionOk="0">
                      <a:moveTo>
                        <a:pt x="0" y="2184"/>
                      </a:moveTo>
                      <a:lnTo>
                        <a:pt x="0" y="2184"/>
                      </a:lnTo>
                      <a:lnTo>
                        <a:pt x="14706" y="2184"/>
                      </a:lnTo>
                      <a:lnTo>
                        <a:pt x="21600" y="0"/>
                      </a:lnTo>
                      <a:moveTo>
                        <a:pt x="0" y="2184"/>
                      </a:moveTo>
                      <a:lnTo>
                        <a:pt x="14706" y="2184"/>
                      </a:lnTo>
                      <a:lnTo>
                        <a:pt x="14706" y="5339"/>
                      </a:lnTo>
                      <a:lnTo>
                        <a:pt x="14706" y="17474"/>
                      </a:lnTo>
                      <a:lnTo>
                        <a:pt x="14706" y="21600"/>
                      </a:lnTo>
                      <a:moveTo>
                        <a:pt x="1149" y="3034"/>
                      </a:moveTo>
                      <a:lnTo>
                        <a:pt x="13328" y="3034"/>
                      </a:lnTo>
                      <a:lnTo>
                        <a:pt x="13328" y="3519"/>
                      </a:lnTo>
                      <a:lnTo>
                        <a:pt x="1149" y="3519"/>
                      </a:lnTo>
                      <a:lnTo>
                        <a:pt x="1149" y="3034"/>
                      </a:lnTo>
                      <a:moveTo>
                        <a:pt x="1149" y="4490"/>
                      </a:moveTo>
                      <a:lnTo>
                        <a:pt x="13328" y="4490"/>
                      </a:lnTo>
                      <a:lnTo>
                        <a:pt x="13328" y="4854"/>
                      </a:lnTo>
                      <a:lnTo>
                        <a:pt x="1149" y="4854"/>
                      </a:lnTo>
                      <a:lnTo>
                        <a:pt x="1149" y="4490"/>
                      </a:lnTo>
                      <a:moveTo>
                        <a:pt x="1149" y="5946"/>
                      </a:moveTo>
                      <a:lnTo>
                        <a:pt x="13328" y="5946"/>
                      </a:lnTo>
                      <a:lnTo>
                        <a:pt x="13328" y="6310"/>
                      </a:lnTo>
                      <a:lnTo>
                        <a:pt x="1149" y="6310"/>
                      </a:lnTo>
                      <a:lnTo>
                        <a:pt x="1149" y="5946"/>
                      </a:lnTo>
                    </a:path>
                  </a:pathLst>
                </a:custGeom>
                <a:solidFill>
                  <a:srgbClr val="FFFFCC"/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5134" name="Group 17"/>
              <p:cNvGrpSpPr>
                <a:grpSpLocks/>
              </p:cNvGrpSpPr>
              <p:nvPr/>
            </p:nvGrpSpPr>
            <p:grpSpPr bwMode="auto">
              <a:xfrm>
                <a:off x="3712" y="971"/>
                <a:ext cx="564" cy="501"/>
                <a:chOff x="1680" y="3120"/>
                <a:chExt cx="672" cy="577"/>
              </a:xfrm>
            </p:grpSpPr>
            <p:sp>
              <p:nvSpPr>
                <p:cNvPr id="5137" name="Line 18"/>
                <p:cNvSpPr>
                  <a:spLocks noChangeShapeType="1"/>
                </p:cNvSpPr>
                <p:nvPr/>
              </p:nvSpPr>
              <p:spPr bwMode="auto">
                <a:xfrm>
                  <a:off x="1680" y="3120"/>
                  <a:ext cx="672" cy="57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5138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680" y="3120"/>
                  <a:ext cx="672" cy="577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5139" name="Line 20"/>
                <p:cNvSpPr>
                  <a:spLocks noChangeShapeType="1"/>
                </p:cNvSpPr>
                <p:nvPr/>
              </p:nvSpPr>
              <p:spPr bwMode="auto">
                <a:xfrm>
                  <a:off x="2352" y="3216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5140" name="Line 21"/>
                <p:cNvSpPr>
                  <a:spLocks noChangeShapeType="1"/>
                </p:cNvSpPr>
                <p:nvPr/>
              </p:nvSpPr>
              <p:spPr bwMode="auto">
                <a:xfrm flipH="1">
                  <a:off x="1776" y="3120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5141" name="Line 22"/>
                <p:cNvSpPr>
                  <a:spLocks noChangeShapeType="1"/>
                </p:cNvSpPr>
                <p:nvPr/>
              </p:nvSpPr>
              <p:spPr bwMode="auto">
                <a:xfrm>
                  <a:off x="1680" y="3216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  <p:sp>
              <p:nvSpPr>
                <p:cNvPr id="5142" name="Line 23"/>
                <p:cNvSpPr>
                  <a:spLocks noChangeShapeType="1"/>
                </p:cNvSpPr>
                <p:nvPr/>
              </p:nvSpPr>
              <p:spPr bwMode="auto">
                <a:xfrm flipV="1">
                  <a:off x="1776" y="3696"/>
                  <a:ext cx="480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stealth" w="med" len="med"/>
                  <a:tailEnd type="stealth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eaVert"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5135" name="Rectangle 25"/>
              <p:cNvSpPr>
                <a:spLocks noChangeArrowheads="1"/>
              </p:cNvSpPr>
              <p:nvPr/>
            </p:nvSpPr>
            <p:spPr bwMode="auto">
              <a:xfrm>
                <a:off x="3696" y="962"/>
                <a:ext cx="591" cy="510"/>
              </a:xfrm>
              <a:prstGeom prst="rect">
                <a:avLst/>
              </a:prstGeom>
              <a:solidFill>
                <a:srgbClr val="618FFD">
                  <a:alpha val="50195"/>
                </a:srgbClr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36" name="Text Box 28"/>
              <p:cNvSpPr txBox="1">
                <a:spLocks noChangeArrowheads="1"/>
              </p:cNvSpPr>
              <p:nvPr/>
            </p:nvSpPr>
            <p:spPr bwMode="auto">
              <a:xfrm>
                <a:off x="3744" y="1104"/>
                <a:ext cx="498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r>
                  <a:rPr lang="en-US" altLang="en-US"/>
                  <a:t>PASS</a:t>
                </a:r>
              </a:p>
            </p:txBody>
          </p:sp>
        </p:grpSp>
        <p:grpSp>
          <p:nvGrpSpPr>
            <p:cNvPr id="421921" name="Group 33"/>
            <p:cNvGrpSpPr>
              <a:grpSpLocks/>
            </p:cNvGrpSpPr>
            <p:nvPr/>
          </p:nvGrpSpPr>
          <p:grpSpPr bwMode="auto">
            <a:xfrm>
              <a:off x="7467600" y="2133600"/>
              <a:ext cx="1447800" cy="976313"/>
              <a:chOff x="4272" y="1040"/>
              <a:chExt cx="912" cy="615"/>
            </a:xfrm>
          </p:grpSpPr>
          <p:sp>
            <p:nvSpPr>
              <p:cNvPr id="5126" name="Line 24"/>
              <p:cNvSpPr>
                <a:spLocks noChangeShapeType="1"/>
              </p:cNvSpPr>
              <p:nvPr/>
            </p:nvSpPr>
            <p:spPr bwMode="auto">
              <a:xfrm>
                <a:off x="4272" y="1221"/>
                <a:ext cx="5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stealth" w="med" len="med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/>
              <a:p>
                <a:endParaRPr lang="en-US"/>
              </a:p>
            </p:txBody>
          </p:sp>
          <p:sp>
            <p:nvSpPr>
              <p:cNvPr id="5127" name="Rectangle 26"/>
              <p:cNvSpPr>
                <a:spLocks noChangeArrowheads="1"/>
              </p:cNvSpPr>
              <p:nvPr/>
            </p:nvSpPr>
            <p:spPr bwMode="auto">
              <a:xfrm>
                <a:off x="4800" y="1040"/>
                <a:ext cx="384" cy="373"/>
              </a:xfrm>
              <a:prstGeom prst="rect">
                <a:avLst/>
              </a:prstGeom>
              <a:solidFill>
                <a:srgbClr val="FF66CC"/>
              </a:solidFill>
              <a:ln w="38100" algn="ctr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eaVert" wrap="none" anchor="ctr"/>
              <a:lstStyle>
                <a:lvl1pPr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5128" name="tower"/>
              <p:cNvSpPr>
                <a:spLocks noEditPoints="1" noChangeArrowheads="1"/>
              </p:cNvSpPr>
              <p:nvPr/>
            </p:nvSpPr>
            <p:spPr bwMode="auto">
              <a:xfrm>
                <a:off x="4896" y="1088"/>
                <a:ext cx="217" cy="288"/>
              </a:xfrm>
              <a:custGeom>
                <a:avLst/>
                <a:gdLst>
                  <a:gd name="T0" fmla="*/ 0 w 21600"/>
                  <a:gd name="T1" fmla="*/ 29 h 21600"/>
                  <a:gd name="T2" fmla="*/ 67 w 21600"/>
                  <a:gd name="T3" fmla="*/ 0 h 21600"/>
                  <a:gd name="T4" fmla="*/ 109 w 21600"/>
                  <a:gd name="T5" fmla="*/ 0 h 21600"/>
                  <a:gd name="T6" fmla="*/ 217 w 21600"/>
                  <a:gd name="T7" fmla="*/ 0 h 21600"/>
                  <a:gd name="T8" fmla="*/ 217 w 21600"/>
                  <a:gd name="T9" fmla="*/ 155 h 21600"/>
                  <a:gd name="T10" fmla="*/ 217 w 21600"/>
                  <a:gd name="T11" fmla="*/ 259 h 21600"/>
                  <a:gd name="T12" fmla="*/ 152 w 21600"/>
                  <a:gd name="T13" fmla="*/ 288 h 21600"/>
                  <a:gd name="T14" fmla="*/ 106 w 21600"/>
                  <a:gd name="T15" fmla="*/ 288 h 21600"/>
                  <a:gd name="T16" fmla="*/ 0 w 21600"/>
                  <a:gd name="T17" fmla="*/ 288 h 21600"/>
                  <a:gd name="T18" fmla="*/ 0 w 21600"/>
                  <a:gd name="T19" fmla="*/ 154 h 2160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498 w 21600"/>
                  <a:gd name="T31" fmla="*/ 22575 h 21600"/>
                  <a:gd name="T32" fmla="*/ 21500 w 21600"/>
                  <a:gd name="T33" fmla="*/ 27000 h 2160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1600" h="21600" extrusionOk="0">
                    <a:moveTo>
                      <a:pt x="0" y="2184"/>
                    </a:moveTo>
                    <a:lnTo>
                      <a:pt x="6664" y="0"/>
                    </a:lnTo>
                    <a:lnTo>
                      <a:pt x="10800" y="0"/>
                    </a:lnTo>
                    <a:lnTo>
                      <a:pt x="21600" y="0"/>
                    </a:lnTo>
                    <a:lnTo>
                      <a:pt x="21600" y="11649"/>
                    </a:lnTo>
                    <a:lnTo>
                      <a:pt x="21600" y="19416"/>
                    </a:lnTo>
                    <a:lnTo>
                      <a:pt x="15166" y="21600"/>
                    </a:lnTo>
                    <a:lnTo>
                      <a:pt x="10570" y="21600"/>
                    </a:lnTo>
                    <a:lnTo>
                      <a:pt x="0" y="21600"/>
                    </a:lnTo>
                    <a:lnTo>
                      <a:pt x="0" y="11528"/>
                    </a:lnTo>
                    <a:lnTo>
                      <a:pt x="0" y="2184"/>
                    </a:lnTo>
                    <a:close/>
                  </a:path>
                  <a:path w="21600" h="21600" extrusionOk="0">
                    <a:moveTo>
                      <a:pt x="0" y="2184"/>
                    </a:moveTo>
                    <a:lnTo>
                      <a:pt x="0" y="2184"/>
                    </a:lnTo>
                    <a:lnTo>
                      <a:pt x="14706" y="2184"/>
                    </a:lnTo>
                    <a:lnTo>
                      <a:pt x="21600" y="0"/>
                    </a:lnTo>
                    <a:moveTo>
                      <a:pt x="0" y="2184"/>
                    </a:moveTo>
                    <a:lnTo>
                      <a:pt x="14706" y="2184"/>
                    </a:lnTo>
                    <a:lnTo>
                      <a:pt x="14706" y="5339"/>
                    </a:lnTo>
                    <a:lnTo>
                      <a:pt x="14706" y="17474"/>
                    </a:lnTo>
                    <a:lnTo>
                      <a:pt x="14706" y="21600"/>
                    </a:lnTo>
                    <a:moveTo>
                      <a:pt x="1149" y="3034"/>
                    </a:moveTo>
                    <a:lnTo>
                      <a:pt x="13328" y="3034"/>
                    </a:lnTo>
                    <a:lnTo>
                      <a:pt x="13328" y="3519"/>
                    </a:lnTo>
                    <a:lnTo>
                      <a:pt x="1149" y="3519"/>
                    </a:lnTo>
                    <a:lnTo>
                      <a:pt x="1149" y="3034"/>
                    </a:lnTo>
                    <a:moveTo>
                      <a:pt x="1149" y="4490"/>
                    </a:moveTo>
                    <a:lnTo>
                      <a:pt x="13328" y="4490"/>
                    </a:lnTo>
                    <a:lnTo>
                      <a:pt x="13328" y="4854"/>
                    </a:lnTo>
                    <a:lnTo>
                      <a:pt x="1149" y="4854"/>
                    </a:lnTo>
                    <a:lnTo>
                      <a:pt x="1149" y="4490"/>
                    </a:lnTo>
                    <a:moveTo>
                      <a:pt x="1149" y="5946"/>
                    </a:moveTo>
                    <a:lnTo>
                      <a:pt x="13328" y="5946"/>
                    </a:lnTo>
                    <a:lnTo>
                      <a:pt x="13328" y="6310"/>
                    </a:lnTo>
                    <a:lnTo>
                      <a:pt x="1149" y="6310"/>
                    </a:lnTo>
                    <a:lnTo>
                      <a:pt x="1149" y="5946"/>
                    </a:lnTo>
                  </a:path>
                </a:pathLst>
              </a:custGeom>
              <a:solidFill>
                <a:srgbClr val="53FB25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29" name="Text Box 29"/>
              <p:cNvSpPr txBox="1">
                <a:spLocks noChangeArrowheads="1"/>
              </p:cNvSpPr>
              <p:nvPr/>
            </p:nvSpPr>
            <p:spPr bwMode="auto">
              <a:xfrm>
                <a:off x="4756" y="1424"/>
                <a:ext cx="394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66CC"/>
                    </a:solidFill>
                  </a14:hiddenFill>
                </a:ext>
                <a:ext uri="{91240B29-F687-4F45-9708-019B960494DF}">
                  <a14:hiddenLine xmlns:a14="http://schemas.microsoft.com/office/drawing/2010/main" w="3810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r>
                  <a:rPr lang="en-US" altLang="en-US"/>
                  <a:t>BFS</a:t>
                </a:r>
              </a:p>
            </p:txBody>
          </p: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9864709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37229</TotalTime>
  <Words>8070</Words>
  <Application>Microsoft Office PowerPoint</Application>
  <PresentationFormat>Widescreen</PresentationFormat>
  <Paragraphs>1263</Paragraphs>
  <Slides>76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86" baseType="lpstr">
      <vt:lpstr>ＭＳ Ｐゴシック</vt:lpstr>
      <vt:lpstr>Arial</vt:lpstr>
      <vt:lpstr>Calibri</vt:lpstr>
      <vt:lpstr>Cambria</vt:lpstr>
      <vt:lpstr>Cambria Math</vt:lpstr>
      <vt:lpstr>Courier</vt:lpstr>
      <vt:lpstr>Courier New</vt:lpstr>
      <vt:lpstr>Garamond</vt:lpstr>
      <vt:lpstr>Monotype Sorts</vt:lpstr>
      <vt:lpstr>Adjacency</vt:lpstr>
      <vt:lpstr>CSC 323 – Principles of Operating Systems</vt:lpstr>
      <vt:lpstr>Before we start …: Exercise # 1</vt:lpstr>
      <vt:lpstr>Before we start …: Exercise # 1</vt:lpstr>
      <vt:lpstr>Atomic Operations</vt:lpstr>
      <vt:lpstr>Synchronization Motivation</vt:lpstr>
      <vt:lpstr>Shared Resources</vt:lpstr>
      <vt:lpstr>Classic Example: Bank Account Balance</vt:lpstr>
      <vt:lpstr>Classic Example: Bank Account Balance</vt:lpstr>
      <vt:lpstr>Classic Example: Bank Account Balance</vt:lpstr>
      <vt:lpstr>How Interleaved Can It Get?</vt:lpstr>
      <vt:lpstr>Shared Resources</vt:lpstr>
      <vt:lpstr>When Are Resources Shared?</vt:lpstr>
      <vt:lpstr>Mutual Exclusion</vt:lpstr>
      <vt:lpstr>Critical-Section Requirements</vt:lpstr>
      <vt:lpstr>“Too Much Milk” Problem</vt:lpstr>
      <vt:lpstr>“Too Much Milk” Problem</vt:lpstr>
      <vt:lpstr>“Too Much Milk” Problem: Solution #1</vt:lpstr>
      <vt:lpstr>“Too Much Milk” Problem: Solution #2</vt:lpstr>
      <vt:lpstr>“Too Much Milk” Problem: Solution #3</vt:lpstr>
      <vt:lpstr>“Too Much Milk” Problem: Solution #3</vt:lpstr>
      <vt:lpstr>Mechanisms For Building Critical Sections</vt:lpstr>
      <vt:lpstr>Mutex with Atomic R/W: Try # 1</vt:lpstr>
      <vt:lpstr>Mutex with Atomic R/W: Peterson’s Algorithm</vt:lpstr>
      <vt:lpstr>Mutex with Atomic R/W: Peterson’s Algorithm</vt:lpstr>
      <vt:lpstr>Mutex with Atomic R/W: Bakery Algorithm</vt:lpstr>
      <vt:lpstr>Mutex with Atomic R/W: Bakery Algorithm</vt:lpstr>
      <vt:lpstr>Locks</vt:lpstr>
      <vt:lpstr>Locks</vt:lpstr>
      <vt:lpstr>Using Locks</vt:lpstr>
      <vt:lpstr>“Too Much Milk” Problem: Solution #4</vt:lpstr>
      <vt:lpstr>Implementing Locks</vt:lpstr>
      <vt:lpstr>Implementing Locks</vt:lpstr>
      <vt:lpstr>Atomic Instructions: Test-And-Set</vt:lpstr>
      <vt:lpstr>Using Test-And-Set</vt:lpstr>
      <vt:lpstr>Atomic Instructions: Compare-And-Swap</vt:lpstr>
      <vt:lpstr>Using Compare-And-Swap</vt:lpstr>
      <vt:lpstr>Bounded-waiting with Compare-And-Swap</vt:lpstr>
      <vt:lpstr>Atomic Variables</vt:lpstr>
      <vt:lpstr>Problems with Spinlocks</vt:lpstr>
      <vt:lpstr>Disabling Interrupts</vt:lpstr>
      <vt:lpstr>On Disabling Interrupts</vt:lpstr>
      <vt:lpstr>Summarize Where We Are</vt:lpstr>
      <vt:lpstr>Implementing Locks</vt:lpstr>
      <vt:lpstr>Higher-Level Synchronization</vt:lpstr>
      <vt:lpstr>Semaphores</vt:lpstr>
      <vt:lpstr>Blocking in Semaphores</vt:lpstr>
      <vt:lpstr>Semaphore Types</vt:lpstr>
      <vt:lpstr>Semaphores Implementation</vt:lpstr>
      <vt:lpstr>Implementation With No Busy Waiting</vt:lpstr>
      <vt:lpstr>Using Semaphores</vt:lpstr>
      <vt:lpstr>“Too Much Milk” Problem: Binary Semaphores</vt:lpstr>
      <vt:lpstr>Example: Counting Semaphores</vt:lpstr>
      <vt:lpstr>Using Semaphores: Other Synchronization Problems</vt:lpstr>
      <vt:lpstr>Semaphore Exercise</vt:lpstr>
      <vt:lpstr>Semaphore Exercise</vt:lpstr>
      <vt:lpstr>Problems with Semaphore</vt:lpstr>
      <vt:lpstr>Problems with Semaphore</vt:lpstr>
      <vt:lpstr>Problems with Semaphore</vt:lpstr>
      <vt:lpstr>Semaphore Summary</vt:lpstr>
      <vt:lpstr>Monitors</vt:lpstr>
      <vt:lpstr>Monitor Semantics</vt:lpstr>
      <vt:lpstr>Account Example</vt:lpstr>
      <vt:lpstr>Condition Variables</vt:lpstr>
      <vt:lpstr>Condition Variables</vt:lpstr>
      <vt:lpstr>Condition Variables != Semaphores</vt:lpstr>
      <vt:lpstr>Signal Semantics</vt:lpstr>
      <vt:lpstr>Hoare vs. Mesa Monitors</vt:lpstr>
      <vt:lpstr>Condition Variables and Locks</vt:lpstr>
      <vt:lpstr>Condition Variables and Locks</vt:lpstr>
      <vt:lpstr>Using Condition Variables and Locks</vt:lpstr>
      <vt:lpstr>Monitors and Java</vt:lpstr>
      <vt:lpstr>Monitors and Java</vt:lpstr>
      <vt:lpstr>Desirable Properties of Synchronization</vt:lpstr>
      <vt:lpstr>Summary</vt:lpstr>
      <vt:lpstr>Concurrency Bugs Cause Serious Consequences</vt:lpstr>
      <vt:lpstr>Concurrency Bugs Cause Serious Consequences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 323 – Principles of Operating Systems</dc:title>
  <dc:creator>Hasan Jamal</dc:creator>
  <cp:lastModifiedBy>Mamoona Tasadduq</cp:lastModifiedBy>
  <cp:revision>153</cp:revision>
  <dcterms:created xsi:type="dcterms:W3CDTF">2020-06-08T03:46:58Z</dcterms:created>
  <dcterms:modified xsi:type="dcterms:W3CDTF">2025-09-15T07:12:13Z</dcterms:modified>
</cp:coreProperties>
</file>