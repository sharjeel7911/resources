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7" r:id="rId1"/>
  </p:sldMasterIdLst>
  <p:notesMasterIdLst>
    <p:notesMasterId r:id="rId44"/>
  </p:notesMasterIdLst>
  <p:handoutMasterIdLst>
    <p:handoutMasterId r:id="rId45"/>
  </p:handoutMasterIdLst>
  <p:sldIdLst>
    <p:sldId id="299" r:id="rId2"/>
    <p:sldId id="257" r:id="rId3"/>
    <p:sldId id="258" r:id="rId4"/>
    <p:sldId id="259" r:id="rId5"/>
    <p:sldId id="261" r:id="rId6"/>
    <p:sldId id="316" r:id="rId7"/>
    <p:sldId id="262" r:id="rId8"/>
    <p:sldId id="263" r:id="rId9"/>
    <p:sldId id="264" r:id="rId10"/>
    <p:sldId id="265" r:id="rId11"/>
    <p:sldId id="266" r:id="rId12"/>
    <p:sldId id="267" r:id="rId13"/>
    <p:sldId id="260" r:id="rId14"/>
    <p:sldId id="269" r:id="rId15"/>
    <p:sldId id="268" r:id="rId16"/>
    <p:sldId id="270" r:id="rId17"/>
    <p:sldId id="317" r:id="rId18"/>
    <p:sldId id="271" r:id="rId19"/>
    <p:sldId id="272" r:id="rId20"/>
    <p:sldId id="315" r:id="rId21"/>
    <p:sldId id="273" r:id="rId22"/>
    <p:sldId id="318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6" r:id="rId34"/>
    <p:sldId id="288" r:id="rId35"/>
    <p:sldId id="289" r:id="rId36"/>
    <p:sldId id="291" r:id="rId37"/>
    <p:sldId id="292" r:id="rId38"/>
    <p:sldId id="293" r:id="rId39"/>
    <p:sldId id="294" r:id="rId40"/>
    <p:sldId id="295" r:id="rId41"/>
    <p:sldId id="297" r:id="rId42"/>
    <p:sldId id="298" r:id="rId43"/>
  </p:sldIdLst>
  <p:sldSz cx="9144000" cy="6858000" type="screen4x3"/>
  <p:notesSz cx="6997700" cy="92837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Helvetica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Helvetica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Helvetica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Helvetica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Helvetica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Helvetica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Helvetica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Helvetica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Helvetica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88">
          <p15:clr>
            <a:srgbClr val="A4A3A4"/>
          </p15:clr>
        </p15:guide>
        <p15:guide id="2" pos="503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1498" y="62"/>
      </p:cViewPr>
      <p:guideLst>
        <p:guide orient="horz" pos="788"/>
        <p:guide pos="50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02" name="Rectangle 2">
            <a:extLst>
              <a:ext uri="{FF2B5EF4-FFF2-40B4-BE49-F238E27FC236}">
                <a16:creationId xmlns:a16="http://schemas.microsoft.com/office/drawing/2014/main" id="{CEBD51DB-B468-DF80-1679-C91ABDB40125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3713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446" tIns="46223" rIns="92446" bIns="46223" numCol="1" anchor="t" anchorCtr="0" compatLnSpc="1">
            <a:prstTxWarp prst="textNoShape">
              <a:avLst/>
            </a:prstTxWarp>
          </a:bodyPr>
          <a:lstStyle>
            <a:lvl1pPr defTabSz="923925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Times New Roman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9203" name="Rectangle 3">
            <a:extLst>
              <a:ext uri="{FF2B5EF4-FFF2-40B4-BE49-F238E27FC236}">
                <a16:creationId xmlns:a16="http://schemas.microsoft.com/office/drawing/2014/main" id="{A33C082E-4E87-86C1-0A5A-CBA07BA54D38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62400" y="0"/>
            <a:ext cx="3033713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446" tIns="46223" rIns="92446" bIns="46223" numCol="1" anchor="t" anchorCtr="0" compatLnSpc="1">
            <a:prstTxWarp prst="textNoShape">
              <a:avLst/>
            </a:prstTxWarp>
          </a:bodyPr>
          <a:lstStyle>
            <a:lvl1pPr algn="r" defTabSz="923925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Times New Roman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9204" name="Rectangle 4">
            <a:extLst>
              <a:ext uri="{FF2B5EF4-FFF2-40B4-BE49-F238E27FC236}">
                <a16:creationId xmlns:a16="http://schemas.microsoft.com/office/drawing/2014/main" id="{197CE658-B71F-B0F9-BC32-97A4D1BC450E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16975"/>
            <a:ext cx="3033713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446" tIns="46223" rIns="92446" bIns="46223" numCol="1" anchor="b" anchorCtr="0" compatLnSpc="1">
            <a:prstTxWarp prst="textNoShape">
              <a:avLst/>
            </a:prstTxWarp>
          </a:bodyPr>
          <a:lstStyle>
            <a:lvl1pPr defTabSz="923925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Times New Roman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9205" name="Rectangle 5">
            <a:extLst>
              <a:ext uri="{FF2B5EF4-FFF2-40B4-BE49-F238E27FC236}">
                <a16:creationId xmlns:a16="http://schemas.microsoft.com/office/drawing/2014/main" id="{3C55DC19-9EF3-1EEA-7638-7A3DA919A4E7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62400" y="8816975"/>
            <a:ext cx="3033713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446" tIns="46223" rIns="92446" bIns="46223" numCol="1" anchor="b" anchorCtr="0" compatLnSpc="1">
            <a:prstTxWarp prst="textNoShape">
              <a:avLst/>
            </a:prstTxWarp>
          </a:bodyPr>
          <a:lstStyle>
            <a:lvl1pPr algn="r" defTabSz="923925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23C069F8-10B7-4733-8781-44F25922FAB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2">
            <a:extLst>
              <a:ext uri="{FF2B5EF4-FFF2-40B4-BE49-F238E27FC236}">
                <a16:creationId xmlns:a16="http://schemas.microsoft.com/office/drawing/2014/main" id="{764E76D0-418B-9274-AE2E-7FAA9B154A7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3713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446" tIns="46223" rIns="92446" bIns="46223" numCol="1" anchor="t" anchorCtr="0" compatLnSpc="1">
            <a:prstTxWarp prst="textNoShape">
              <a:avLst/>
            </a:prstTxWarp>
          </a:bodyPr>
          <a:lstStyle>
            <a:lvl1pPr defTabSz="923925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Times New Roman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5171" name="Rectangle 3">
            <a:extLst>
              <a:ext uri="{FF2B5EF4-FFF2-40B4-BE49-F238E27FC236}">
                <a16:creationId xmlns:a16="http://schemas.microsoft.com/office/drawing/2014/main" id="{21F53C10-73C6-5586-F313-55262F3DD132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962400" y="0"/>
            <a:ext cx="3033713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446" tIns="46223" rIns="92446" bIns="46223" numCol="1" anchor="t" anchorCtr="0" compatLnSpc="1">
            <a:prstTxWarp prst="textNoShape">
              <a:avLst/>
            </a:prstTxWarp>
          </a:bodyPr>
          <a:lstStyle>
            <a:lvl1pPr algn="r" defTabSz="923925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Times New Roman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316" name="Rectangle 4">
            <a:extLst>
              <a:ext uri="{FF2B5EF4-FFF2-40B4-BE49-F238E27FC236}">
                <a16:creationId xmlns:a16="http://schemas.microsoft.com/office/drawing/2014/main" id="{9552EEE6-3947-4C6A-683D-775E89E142EA}"/>
              </a:ext>
            </a:extLst>
          </p:cNvPr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177925" y="695325"/>
            <a:ext cx="4641850" cy="34813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5173" name="Rectangle 5">
            <a:extLst>
              <a:ext uri="{FF2B5EF4-FFF2-40B4-BE49-F238E27FC236}">
                <a16:creationId xmlns:a16="http://schemas.microsoft.com/office/drawing/2014/main" id="{6EFF2895-5266-30F3-F28A-181EF22D8C7F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0088" y="4410075"/>
            <a:ext cx="5599112" cy="417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446" tIns="46223" rIns="92446" bIns="462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5174" name="Rectangle 6">
            <a:extLst>
              <a:ext uri="{FF2B5EF4-FFF2-40B4-BE49-F238E27FC236}">
                <a16:creationId xmlns:a16="http://schemas.microsoft.com/office/drawing/2014/main" id="{FB138DDA-A537-38B3-301B-05ADBC11D5D9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16975"/>
            <a:ext cx="3033713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446" tIns="46223" rIns="92446" bIns="46223" numCol="1" anchor="b" anchorCtr="0" compatLnSpc="1">
            <a:prstTxWarp prst="textNoShape">
              <a:avLst/>
            </a:prstTxWarp>
          </a:bodyPr>
          <a:lstStyle>
            <a:lvl1pPr defTabSz="923925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Times New Roman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5175" name="Rectangle 7">
            <a:extLst>
              <a:ext uri="{FF2B5EF4-FFF2-40B4-BE49-F238E27FC236}">
                <a16:creationId xmlns:a16="http://schemas.microsoft.com/office/drawing/2014/main" id="{111DD315-EAE2-CEAB-47DA-1FBBB779A78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62400" y="8816975"/>
            <a:ext cx="3033713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446" tIns="46223" rIns="92446" bIns="46223" numCol="1" anchor="b" anchorCtr="0" compatLnSpc="1">
            <a:prstTxWarp prst="textNoShape">
              <a:avLst/>
            </a:prstTxWarp>
          </a:bodyPr>
          <a:lstStyle>
            <a:lvl1pPr algn="r" defTabSz="923925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828B1390-D031-4DE6-A56A-CCF8E41B6E2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itchFamily="34" charset="-128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>
            <a:extLst>
              <a:ext uri="{FF2B5EF4-FFF2-40B4-BE49-F238E27FC236}">
                <a16:creationId xmlns:a16="http://schemas.microsoft.com/office/drawing/2014/main" id="{715879B3-07F3-B666-DC34-F63FFA1D9CC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defTabSz="9239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defTabSz="9239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defTabSz="9239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defTabSz="9239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6C23F667-6B86-4169-8664-C07046C39ECB}" type="slidenum">
              <a:rPr lang="en-US" altLang="en-US" smtClean="0">
                <a:latin typeface="Times New Roman" panose="02020603050405020304" pitchFamily="18" charset="0"/>
                <a:ea typeface="MS PGothic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</a:t>
            </a:fld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9D868469-E6DF-7183-8228-4D5355EF10AD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C84C41A7-0DB3-AC99-DD40-94C55E5FA06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>
            <a:extLst>
              <a:ext uri="{FF2B5EF4-FFF2-40B4-BE49-F238E27FC236}">
                <a16:creationId xmlns:a16="http://schemas.microsoft.com/office/drawing/2014/main" id="{DBD2F289-8732-11F1-8E15-F7414AFA6AB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defTabSz="9239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defTabSz="9239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defTabSz="9239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defTabSz="9239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E39F8CBB-1324-40C8-A2B4-CCC7FAE15B71}" type="slidenum">
              <a:rPr lang="en-US" altLang="en-US" smtClean="0">
                <a:latin typeface="Times New Roman" panose="02020603050405020304" pitchFamily="18" charset="0"/>
                <a:ea typeface="MS PGothic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</a:t>
            </a:fld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F6C448EA-EE12-2D4B-D6EE-ECBD2FBD3926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219C42D2-82D9-DA37-4353-250C38C3481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>
            <a:extLst>
              <a:ext uri="{FF2B5EF4-FFF2-40B4-BE49-F238E27FC236}">
                <a16:creationId xmlns:a16="http://schemas.microsoft.com/office/drawing/2014/main" id="{60EE1B08-2AB2-D27E-8C3B-FB4703961C0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defTabSz="9239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defTabSz="9239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defTabSz="9239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defTabSz="9239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AFE7703-B8BB-4564-B113-F86D2DC7408B}" type="slidenum">
              <a:rPr lang="en-US" altLang="en-US" smtClean="0">
                <a:latin typeface="Times New Roman" panose="02020603050405020304" pitchFamily="18" charset="0"/>
                <a:ea typeface="MS PGothic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</a:t>
            </a:fld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  <p:sp>
        <p:nvSpPr>
          <p:cNvPr id="20483" name="Rectangle 2">
            <a:extLst>
              <a:ext uri="{FF2B5EF4-FFF2-40B4-BE49-F238E27FC236}">
                <a16:creationId xmlns:a16="http://schemas.microsoft.com/office/drawing/2014/main" id="{F23A35ED-21CE-50CE-404E-5AD4283990FD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4" name="Rectangle 3">
            <a:extLst>
              <a:ext uri="{FF2B5EF4-FFF2-40B4-BE49-F238E27FC236}">
                <a16:creationId xmlns:a16="http://schemas.microsoft.com/office/drawing/2014/main" id="{110D1D4A-8070-4E32-D91E-ED500A4FE75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>
            <a:extLst>
              <a:ext uri="{FF2B5EF4-FFF2-40B4-BE49-F238E27FC236}">
                <a16:creationId xmlns:a16="http://schemas.microsoft.com/office/drawing/2014/main" id="{181FCE2B-82DD-E71B-63C6-9F60FB2B3F1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defTabSz="9239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defTabSz="9239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defTabSz="9239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defTabSz="9239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419620C2-B3EF-4BF0-BEC8-8F55A68638BF}" type="slidenum">
              <a:rPr lang="en-US" altLang="en-US" smtClean="0">
                <a:latin typeface="Times New Roman" panose="02020603050405020304" pitchFamily="18" charset="0"/>
                <a:ea typeface="MS PGothic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4</a:t>
            </a:fld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  <p:sp>
        <p:nvSpPr>
          <p:cNvPr id="22531" name="Rectangle 2">
            <a:extLst>
              <a:ext uri="{FF2B5EF4-FFF2-40B4-BE49-F238E27FC236}">
                <a16:creationId xmlns:a16="http://schemas.microsoft.com/office/drawing/2014/main" id="{5297831A-719D-CF43-9E4D-AED2B3D5AE63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2" name="Rectangle 3">
            <a:extLst>
              <a:ext uri="{FF2B5EF4-FFF2-40B4-BE49-F238E27FC236}">
                <a16:creationId xmlns:a16="http://schemas.microsoft.com/office/drawing/2014/main" id="{E14558FB-AE9E-FB8E-FDA2-9EC5481D935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>
            <a:extLst>
              <a:ext uri="{FF2B5EF4-FFF2-40B4-BE49-F238E27FC236}">
                <a16:creationId xmlns:a16="http://schemas.microsoft.com/office/drawing/2014/main" id="{083F65CE-F93D-E345-D8AA-D17BA9B62EE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defTabSz="9239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defTabSz="9239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defTabSz="9239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defTabSz="9239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BDA2A1D-9FB6-498E-99B6-6D7BBC69747E}" type="slidenum">
              <a:rPr lang="en-US" altLang="en-US" smtClean="0">
                <a:latin typeface="Times New Roman" panose="02020603050405020304" pitchFamily="18" charset="0"/>
                <a:ea typeface="MS PGothic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5</a:t>
            </a:fld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0CA2696B-8A7C-B5BA-9687-41DA8A8E647D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>
            <a:extLst>
              <a:ext uri="{FF2B5EF4-FFF2-40B4-BE49-F238E27FC236}">
                <a16:creationId xmlns:a16="http://schemas.microsoft.com/office/drawing/2014/main" id="{8C0589C9-F2F6-DCEE-6D9B-5FD3ED9A653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>
            <a:extLst>
              <a:ext uri="{FF2B5EF4-FFF2-40B4-BE49-F238E27FC236}">
                <a16:creationId xmlns:a16="http://schemas.microsoft.com/office/drawing/2014/main" id="{8972CAE5-DA07-6534-1D85-013B06D7355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defTabSz="9239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defTabSz="9239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defTabSz="9239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defTabSz="9239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85F82A84-9E35-4954-9A51-C5D6E5FB905D}" type="slidenum">
              <a:rPr lang="en-US" altLang="en-US" smtClean="0">
                <a:latin typeface="Times New Roman" panose="02020603050405020304" pitchFamily="18" charset="0"/>
                <a:ea typeface="MS PGothic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6</a:t>
            </a:fld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  <p:sp>
        <p:nvSpPr>
          <p:cNvPr id="26627" name="Rectangle 2">
            <a:extLst>
              <a:ext uri="{FF2B5EF4-FFF2-40B4-BE49-F238E27FC236}">
                <a16:creationId xmlns:a16="http://schemas.microsoft.com/office/drawing/2014/main" id="{6932D52C-1B75-67FD-FC28-42497BD564F4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>
            <a:extLst>
              <a:ext uri="{FF2B5EF4-FFF2-40B4-BE49-F238E27FC236}">
                <a16:creationId xmlns:a16="http://schemas.microsoft.com/office/drawing/2014/main" id="{5B7CBC3E-9E1D-933A-0664-752E63860EE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>
            <a:extLst>
              <a:ext uri="{FF2B5EF4-FFF2-40B4-BE49-F238E27FC236}">
                <a16:creationId xmlns:a16="http://schemas.microsoft.com/office/drawing/2014/main" id="{3636FFDD-79E4-91DF-7432-3A9790DC580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defTabSz="9239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defTabSz="9239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defTabSz="9239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defTabSz="9239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879D66B9-62E4-486B-BE81-0C2833E7343C}" type="slidenum">
              <a:rPr lang="en-US" altLang="en-US" smtClean="0">
                <a:latin typeface="Times New Roman" panose="02020603050405020304" pitchFamily="18" charset="0"/>
                <a:ea typeface="MS PGothic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7</a:t>
            </a:fld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  <p:sp>
        <p:nvSpPr>
          <p:cNvPr id="28675" name="Rectangle 2">
            <a:extLst>
              <a:ext uri="{FF2B5EF4-FFF2-40B4-BE49-F238E27FC236}">
                <a16:creationId xmlns:a16="http://schemas.microsoft.com/office/drawing/2014/main" id="{CE632BE0-D8D4-E655-C9DF-CF0134DD4DB2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6" name="Rectangle 3">
            <a:extLst>
              <a:ext uri="{FF2B5EF4-FFF2-40B4-BE49-F238E27FC236}">
                <a16:creationId xmlns:a16="http://schemas.microsoft.com/office/drawing/2014/main" id="{F2828499-2849-A8AE-9492-E24C4170258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>
            <a:extLst>
              <a:ext uri="{FF2B5EF4-FFF2-40B4-BE49-F238E27FC236}">
                <a16:creationId xmlns:a16="http://schemas.microsoft.com/office/drawing/2014/main" id="{2F95D61D-017A-23A4-E43C-CF5B4E76A46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defTabSz="9239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defTabSz="9239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defTabSz="9239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defTabSz="9239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BD84273B-88AF-4DCA-91B5-4D8B9FA3E817}" type="slidenum">
              <a:rPr lang="en-US" altLang="en-US" smtClean="0">
                <a:latin typeface="Times New Roman" panose="02020603050405020304" pitchFamily="18" charset="0"/>
                <a:ea typeface="MS PGothic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8</a:t>
            </a:fld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C4F6C840-FEE3-48BA-AEFF-4437D4944D41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>
            <a:extLst>
              <a:ext uri="{FF2B5EF4-FFF2-40B4-BE49-F238E27FC236}">
                <a16:creationId xmlns:a16="http://schemas.microsoft.com/office/drawing/2014/main" id="{CAFD10CA-29E1-0264-4B50-5098965345D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>
            <a:extLst>
              <a:ext uri="{FF2B5EF4-FFF2-40B4-BE49-F238E27FC236}">
                <a16:creationId xmlns:a16="http://schemas.microsoft.com/office/drawing/2014/main" id="{CB6EE996-3C9E-93E4-ED73-23770C1DB0C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defTabSz="9239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defTabSz="9239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defTabSz="9239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defTabSz="9239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2ABB069-4DB2-47B3-883D-DBCE54FFFFB6}" type="slidenum">
              <a:rPr lang="en-US" altLang="en-US" smtClean="0">
                <a:latin typeface="Times New Roman" panose="02020603050405020304" pitchFamily="18" charset="0"/>
                <a:ea typeface="MS PGothic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9</a:t>
            </a:fld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  <p:sp>
        <p:nvSpPr>
          <p:cNvPr id="32771" name="Rectangle 2">
            <a:extLst>
              <a:ext uri="{FF2B5EF4-FFF2-40B4-BE49-F238E27FC236}">
                <a16:creationId xmlns:a16="http://schemas.microsoft.com/office/drawing/2014/main" id="{25B61141-8A59-5BEC-2D50-F316D6E2FB07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>
            <a:extLst>
              <a:ext uri="{FF2B5EF4-FFF2-40B4-BE49-F238E27FC236}">
                <a16:creationId xmlns:a16="http://schemas.microsoft.com/office/drawing/2014/main" id="{2225A34B-D8FC-0FC9-8D8B-B2819DE1F7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>
            <a:extLst>
              <a:ext uri="{FF2B5EF4-FFF2-40B4-BE49-F238E27FC236}">
                <a16:creationId xmlns:a16="http://schemas.microsoft.com/office/drawing/2014/main" id="{A8030BE6-8938-EA78-CB86-5C3135D5F2A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defTabSz="9239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defTabSz="9239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defTabSz="9239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defTabSz="9239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5D96936C-7A09-4D9E-B083-5EBCEF14B114}" type="slidenum">
              <a:rPr lang="en-US" altLang="en-US" smtClean="0">
                <a:latin typeface="Times New Roman" panose="02020603050405020304" pitchFamily="18" charset="0"/>
                <a:ea typeface="MS PGothic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10</a:t>
            </a:fld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  <p:sp>
        <p:nvSpPr>
          <p:cNvPr id="34819" name="Rectangle 2">
            <a:extLst>
              <a:ext uri="{FF2B5EF4-FFF2-40B4-BE49-F238E27FC236}">
                <a16:creationId xmlns:a16="http://schemas.microsoft.com/office/drawing/2014/main" id="{87C84439-3CDE-7D5C-E7D1-B6BC3D15E1FE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>
            <a:extLst>
              <a:ext uri="{FF2B5EF4-FFF2-40B4-BE49-F238E27FC236}">
                <a16:creationId xmlns:a16="http://schemas.microsoft.com/office/drawing/2014/main" id="{BC930BDB-88F2-E979-31E6-5E8F4EDE24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>
            <a:extLst>
              <a:ext uri="{FF2B5EF4-FFF2-40B4-BE49-F238E27FC236}">
                <a16:creationId xmlns:a16="http://schemas.microsoft.com/office/drawing/2014/main" id="{688ECD03-DC01-72B3-CDFF-A36A72FD96F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defTabSz="9239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defTabSz="9239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defTabSz="9239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defTabSz="9239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3BAC707-12AB-4CC1-8A7B-66A432529959}" type="slidenum">
              <a:rPr lang="en-US" altLang="en-US" smtClean="0">
                <a:latin typeface="Times New Roman" panose="02020603050405020304" pitchFamily="18" charset="0"/>
                <a:ea typeface="MS PGothic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11</a:t>
            </a:fld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  <p:sp>
        <p:nvSpPr>
          <p:cNvPr id="36867" name="Rectangle 2">
            <a:extLst>
              <a:ext uri="{FF2B5EF4-FFF2-40B4-BE49-F238E27FC236}">
                <a16:creationId xmlns:a16="http://schemas.microsoft.com/office/drawing/2014/main" id="{A5DB1F57-03A9-D5BC-C080-0C5BD9DB4AB0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8" name="Rectangle 3">
            <a:extLst>
              <a:ext uri="{FF2B5EF4-FFF2-40B4-BE49-F238E27FC236}">
                <a16:creationId xmlns:a16="http://schemas.microsoft.com/office/drawing/2014/main" id="{B993482D-1803-94ED-12CF-72DCE5C006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>
            <a:extLst>
              <a:ext uri="{FF2B5EF4-FFF2-40B4-BE49-F238E27FC236}">
                <a16:creationId xmlns:a16="http://schemas.microsoft.com/office/drawing/2014/main" id="{5E48E2DB-6DCC-7D3A-85D6-AD72BEA3BC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defTabSz="9239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defTabSz="9239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defTabSz="9239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defTabSz="9239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62A1202F-7903-4F10-A868-D62D4489F5C9}" type="slidenum">
              <a:rPr lang="en-US" altLang="en-US" smtClean="0">
                <a:latin typeface="Times New Roman" panose="02020603050405020304" pitchFamily="18" charset="0"/>
                <a:ea typeface="MS PGothic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12</a:t>
            </a:fld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  <p:sp>
        <p:nvSpPr>
          <p:cNvPr id="38915" name="Rectangle 2">
            <a:extLst>
              <a:ext uri="{FF2B5EF4-FFF2-40B4-BE49-F238E27FC236}">
                <a16:creationId xmlns:a16="http://schemas.microsoft.com/office/drawing/2014/main" id="{A7F60966-F8F6-B474-4CF5-70794A7D2230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6" name="Rectangle 3">
            <a:extLst>
              <a:ext uri="{FF2B5EF4-FFF2-40B4-BE49-F238E27FC236}">
                <a16:creationId xmlns:a16="http://schemas.microsoft.com/office/drawing/2014/main" id="{8A1136EB-32AF-5A63-5CE1-E5DC6F7C45C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>
            <a:extLst>
              <a:ext uri="{FF2B5EF4-FFF2-40B4-BE49-F238E27FC236}">
                <a16:creationId xmlns:a16="http://schemas.microsoft.com/office/drawing/2014/main" id="{A2114E7B-C4E6-74C6-EA94-9C284480BA9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defTabSz="9239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defTabSz="9239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defTabSz="9239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defTabSz="9239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B526D17C-039A-4B8B-ABB1-6AD7F27150D4}" type="slidenum">
              <a:rPr lang="en-US" altLang="en-US" smtClean="0">
                <a:latin typeface="Times New Roman" panose="02020603050405020304" pitchFamily="18" charset="0"/>
                <a:ea typeface="MS PGothic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13</a:t>
            </a:fld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  <p:sp>
        <p:nvSpPr>
          <p:cNvPr id="40963" name="Rectangle 2">
            <a:extLst>
              <a:ext uri="{FF2B5EF4-FFF2-40B4-BE49-F238E27FC236}">
                <a16:creationId xmlns:a16="http://schemas.microsoft.com/office/drawing/2014/main" id="{9864C5A5-5346-4BC7-C487-79C66FB86481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>
            <a:extLst>
              <a:ext uri="{FF2B5EF4-FFF2-40B4-BE49-F238E27FC236}">
                <a16:creationId xmlns:a16="http://schemas.microsoft.com/office/drawing/2014/main" id="{740E3602-7B85-B6B5-BC47-2366755C477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>
            <a:extLst>
              <a:ext uri="{FF2B5EF4-FFF2-40B4-BE49-F238E27FC236}">
                <a16:creationId xmlns:a16="http://schemas.microsoft.com/office/drawing/2014/main" id="{444887F8-A73C-E33C-29EA-8C743FFBF34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defTabSz="9239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defTabSz="9239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defTabSz="9239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defTabSz="9239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50BB737C-1662-4803-8F75-E2305D870890}" type="slidenum">
              <a:rPr lang="en-US" altLang="en-US" smtClean="0">
                <a:latin typeface="Times New Roman" panose="02020603050405020304" pitchFamily="18" charset="0"/>
                <a:ea typeface="MS PGothic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14</a:t>
            </a:fld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  <p:sp>
        <p:nvSpPr>
          <p:cNvPr id="43011" name="Rectangle 2">
            <a:extLst>
              <a:ext uri="{FF2B5EF4-FFF2-40B4-BE49-F238E27FC236}">
                <a16:creationId xmlns:a16="http://schemas.microsoft.com/office/drawing/2014/main" id="{EFF984B7-5C08-1CD9-8F0E-1C10F9A24E1D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2" name="Rectangle 3">
            <a:extLst>
              <a:ext uri="{FF2B5EF4-FFF2-40B4-BE49-F238E27FC236}">
                <a16:creationId xmlns:a16="http://schemas.microsoft.com/office/drawing/2014/main" id="{A07C4D16-3549-74A6-8DE0-8E9D6C450D9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>
            <a:extLst>
              <a:ext uri="{FF2B5EF4-FFF2-40B4-BE49-F238E27FC236}">
                <a16:creationId xmlns:a16="http://schemas.microsoft.com/office/drawing/2014/main" id="{3366E7F1-7C9C-654C-94FB-7D05ED3D602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defTabSz="9239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defTabSz="9239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defTabSz="9239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defTabSz="9239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3FF45C7C-5EA9-4B7E-A533-CDD1D6C97657}" type="slidenum">
              <a:rPr lang="en-US" altLang="en-US" smtClean="0">
                <a:latin typeface="Times New Roman" panose="02020603050405020304" pitchFamily="18" charset="0"/>
                <a:ea typeface="MS PGothic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15</a:t>
            </a:fld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  <p:sp>
        <p:nvSpPr>
          <p:cNvPr id="45059" name="Rectangle 2">
            <a:extLst>
              <a:ext uri="{FF2B5EF4-FFF2-40B4-BE49-F238E27FC236}">
                <a16:creationId xmlns:a16="http://schemas.microsoft.com/office/drawing/2014/main" id="{B3E19ABA-5CE3-2F70-3B2E-51EC1B25BFEF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60" name="Rectangle 3">
            <a:extLst>
              <a:ext uri="{FF2B5EF4-FFF2-40B4-BE49-F238E27FC236}">
                <a16:creationId xmlns:a16="http://schemas.microsoft.com/office/drawing/2014/main" id="{A17A41EE-B62E-7E4C-C731-0FDD28A3387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>
            <a:extLst>
              <a:ext uri="{FF2B5EF4-FFF2-40B4-BE49-F238E27FC236}">
                <a16:creationId xmlns:a16="http://schemas.microsoft.com/office/drawing/2014/main" id="{A96DF1E5-4369-DA72-48F2-EA42CA53D16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defTabSz="9239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defTabSz="9239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defTabSz="9239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defTabSz="9239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C6F6A621-B9D9-46FC-A677-D6DF842A4B8C}" type="slidenum">
              <a:rPr lang="en-US" altLang="en-US" smtClean="0">
                <a:latin typeface="Times New Roman" panose="02020603050405020304" pitchFamily="18" charset="0"/>
                <a:ea typeface="MS PGothic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16</a:t>
            </a:fld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  <p:sp>
        <p:nvSpPr>
          <p:cNvPr id="47107" name="Rectangle 2">
            <a:extLst>
              <a:ext uri="{FF2B5EF4-FFF2-40B4-BE49-F238E27FC236}">
                <a16:creationId xmlns:a16="http://schemas.microsoft.com/office/drawing/2014/main" id="{A63439C5-D15F-FD7C-7ADE-71C1106D156A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8" name="Rectangle 3">
            <a:extLst>
              <a:ext uri="{FF2B5EF4-FFF2-40B4-BE49-F238E27FC236}">
                <a16:creationId xmlns:a16="http://schemas.microsoft.com/office/drawing/2014/main" id="{BCB25A11-B505-606E-B90B-B2B116A3B4A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>
            <a:extLst>
              <a:ext uri="{FF2B5EF4-FFF2-40B4-BE49-F238E27FC236}">
                <a16:creationId xmlns:a16="http://schemas.microsoft.com/office/drawing/2014/main" id="{097005C4-36AA-99A4-88D9-FE47F73A20D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defTabSz="9239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defTabSz="9239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defTabSz="9239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defTabSz="9239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FA6B771B-E853-4354-89C3-B05DCF062FCE}" type="slidenum">
              <a:rPr lang="en-US" altLang="en-US" smtClean="0">
                <a:latin typeface="Times New Roman" panose="02020603050405020304" pitchFamily="18" charset="0"/>
                <a:ea typeface="MS PGothic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17</a:t>
            </a:fld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  <p:sp>
        <p:nvSpPr>
          <p:cNvPr id="49155" name="Rectangle 2">
            <a:extLst>
              <a:ext uri="{FF2B5EF4-FFF2-40B4-BE49-F238E27FC236}">
                <a16:creationId xmlns:a16="http://schemas.microsoft.com/office/drawing/2014/main" id="{72960B36-BD5D-988D-5637-90E171B6851E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6" name="Rectangle 3">
            <a:extLst>
              <a:ext uri="{FF2B5EF4-FFF2-40B4-BE49-F238E27FC236}">
                <a16:creationId xmlns:a16="http://schemas.microsoft.com/office/drawing/2014/main" id="{9B6A42A2-E519-A8F8-A28A-20752944510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>
            <a:extLst>
              <a:ext uri="{FF2B5EF4-FFF2-40B4-BE49-F238E27FC236}">
                <a16:creationId xmlns:a16="http://schemas.microsoft.com/office/drawing/2014/main" id="{E6C16870-6A1A-D3BF-3464-21410A4AE06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defTabSz="9239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defTabSz="9239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defTabSz="9239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defTabSz="9239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0A05A678-CF54-4D6F-905A-B3739CE8D601}" type="slidenum">
              <a:rPr lang="en-US" altLang="en-US" smtClean="0">
                <a:latin typeface="Times New Roman" panose="02020603050405020304" pitchFamily="18" charset="0"/>
                <a:ea typeface="MS PGothic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18</a:t>
            </a:fld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  <p:sp>
        <p:nvSpPr>
          <p:cNvPr id="51203" name="Rectangle 2">
            <a:extLst>
              <a:ext uri="{FF2B5EF4-FFF2-40B4-BE49-F238E27FC236}">
                <a16:creationId xmlns:a16="http://schemas.microsoft.com/office/drawing/2014/main" id="{46D08926-3088-E253-1845-A847BD14D938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4" name="Rectangle 3">
            <a:extLst>
              <a:ext uri="{FF2B5EF4-FFF2-40B4-BE49-F238E27FC236}">
                <a16:creationId xmlns:a16="http://schemas.microsoft.com/office/drawing/2014/main" id="{18583D0E-4EEB-0B69-A5D9-FB1DCE6CAE7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>
            <a:extLst>
              <a:ext uri="{FF2B5EF4-FFF2-40B4-BE49-F238E27FC236}">
                <a16:creationId xmlns:a16="http://schemas.microsoft.com/office/drawing/2014/main" id="{BFF79A89-84D3-67C7-D7D5-AFC0D5A9807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defTabSz="9239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defTabSz="9239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defTabSz="9239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defTabSz="9239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07436F79-D574-4DA9-8B9A-A176E1A841A1}" type="slidenum">
              <a:rPr lang="en-US" altLang="en-US" smtClean="0">
                <a:latin typeface="Times New Roman" panose="02020603050405020304" pitchFamily="18" charset="0"/>
                <a:ea typeface="MS PGothic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19</a:t>
            </a:fld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  <p:sp>
        <p:nvSpPr>
          <p:cNvPr id="53251" name="Rectangle 2">
            <a:extLst>
              <a:ext uri="{FF2B5EF4-FFF2-40B4-BE49-F238E27FC236}">
                <a16:creationId xmlns:a16="http://schemas.microsoft.com/office/drawing/2014/main" id="{C334ECC9-C9A4-542F-96D9-2241798B952A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2" name="Rectangle 3">
            <a:extLst>
              <a:ext uri="{FF2B5EF4-FFF2-40B4-BE49-F238E27FC236}">
                <a16:creationId xmlns:a16="http://schemas.microsoft.com/office/drawing/2014/main" id="{8A3B07AC-9E05-F828-1D26-E7D30BE9502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>
            <a:extLst>
              <a:ext uri="{FF2B5EF4-FFF2-40B4-BE49-F238E27FC236}">
                <a16:creationId xmlns:a16="http://schemas.microsoft.com/office/drawing/2014/main" id="{5AE0F85C-98E4-61F6-3B3D-75D911E936A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defTabSz="9239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defTabSz="9239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defTabSz="9239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defTabSz="9239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A6D88FF9-EE3E-41BF-B15E-B99781E81AFB}" type="slidenum">
              <a:rPr lang="en-US" altLang="en-US" smtClean="0">
                <a:latin typeface="Times New Roman" panose="02020603050405020304" pitchFamily="18" charset="0"/>
                <a:ea typeface="MS PGothic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20</a:t>
            </a:fld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  <p:sp>
        <p:nvSpPr>
          <p:cNvPr id="55299" name="Rectangle 2">
            <a:extLst>
              <a:ext uri="{FF2B5EF4-FFF2-40B4-BE49-F238E27FC236}">
                <a16:creationId xmlns:a16="http://schemas.microsoft.com/office/drawing/2014/main" id="{5C9B8498-137A-ACB6-F06C-D381FCC162A4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300" name="Rectangle 3">
            <a:extLst>
              <a:ext uri="{FF2B5EF4-FFF2-40B4-BE49-F238E27FC236}">
                <a16:creationId xmlns:a16="http://schemas.microsoft.com/office/drawing/2014/main" id="{0F799B5C-3C13-D3E2-644D-B2B01F6CDA2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>
            <a:extLst>
              <a:ext uri="{FF2B5EF4-FFF2-40B4-BE49-F238E27FC236}">
                <a16:creationId xmlns:a16="http://schemas.microsoft.com/office/drawing/2014/main" id="{72C0DB8B-8B39-7026-0538-AF64FFC8EB3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defTabSz="9239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defTabSz="9239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defTabSz="9239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defTabSz="9239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3423F734-F55C-4BC1-A770-FDC03ABE756F}" type="slidenum">
              <a:rPr lang="en-US" altLang="en-US" smtClean="0">
                <a:latin typeface="Times New Roman" panose="02020603050405020304" pitchFamily="18" charset="0"/>
                <a:ea typeface="MS PGothic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21</a:t>
            </a:fld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  <p:sp>
        <p:nvSpPr>
          <p:cNvPr id="57347" name="Rectangle 2">
            <a:extLst>
              <a:ext uri="{FF2B5EF4-FFF2-40B4-BE49-F238E27FC236}">
                <a16:creationId xmlns:a16="http://schemas.microsoft.com/office/drawing/2014/main" id="{2FDBA220-F617-E9E3-DDC9-E97B4C46A6C1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8" name="Rectangle 3">
            <a:extLst>
              <a:ext uri="{FF2B5EF4-FFF2-40B4-BE49-F238E27FC236}">
                <a16:creationId xmlns:a16="http://schemas.microsoft.com/office/drawing/2014/main" id="{808CD390-18AE-FA51-9B42-F6438F4112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>
            <a:extLst>
              <a:ext uri="{FF2B5EF4-FFF2-40B4-BE49-F238E27FC236}">
                <a16:creationId xmlns:a16="http://schemas.microsoft.com/office/drawing/2014/main" id="{3044CD52-8A68-C4D2-FE28-80DCF6EED5E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defTabSz="9239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defTabSz="9239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defTabSz="9239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defTabSz="9239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39D36D0-F72F-45C8-AE83-0E4681F970C8}" type="slidenum">
              <a:rPr lang="en-US" altLang="en-US" smtClean="0">
                <a:latin typeface="Times New Roman" panose="02020603050405020304" pitchFamily="18" charset="0"/>
                <a:ea typeface="MS PGothic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22</a:t>
            </a:fld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  <p:sp>
        <p:nvSpPr>
          <p:cNvPr id="59395" name="Rectangle 2">
            <a:extLst>
              <a:ext uri="{FF2B5EF4-FFF2-40B4-BE49-F238E27FC236}">
                <a16:creationId xmlns:a16="http://schemas.microsoft.com/office/drawing/2014/main" id="{4D5C1217-6CA2-D89C-A7CA-F917169C6672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>
            <a:extLst>
              <a:ext uri="{FF2B5EF4-FFF2-40B4-BE49-F238E27FC236}">
                <a16:creationId xmlns:a16="http://schemas.microsoft.com/office/drawing/2014/main" id="{CADDF0D0-C8A3-80C7-70A8-AE45206009C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>
            <a:extLst>
              <a:ext uri="{FF2B5EF4-FFF2-40B4-BE49-F238E27FC236}">
                <a16:creationId xmlns:a16="http://schemas.microsoft.com/office/drawing/2014/main" id="{CE375C8B-F0A9-FCD4-8AB7-40615B54668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defTabSz="9239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defTabSz="9239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defTabSz="9239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defTabSz="9239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B2980D1-DABE-4F80-B0DB-F77E4938C9A6}" type="slidenum">
              <a:rPr lang="en-US" altLang="en-US" smtClean="0">
                <a:latin typeface="Times New Roman" panose="02020603050405020304" pitchFamily="18" charset="0"/>
                <a:ea typeface="MS PGothic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23</a:t>
            </a:fld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  <p:sp>
        <p:nvSpPr>
          <p:cNvPr id="61443" name="Rectangle 2">
            <a:extLst>
              <a:ext uri="{FF2B5EF4-FFF2-40B4-BE49-F238E27FC236}">
                <a16:creationId xmlns:a16="http://schemas.microsoft.com/office/drawing/2014/main" id="{66835FBE-DBF5-36F3-64A4-35BA888ED608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4" name="Rectangle 3">
            <a:extLst>
              <a:ext uri="{FF2B5EF4-FFF2-40B4-BE49-F238E27FC236}">
                <a16:creationId xmlns:a16="http://schemas.microsoft.com/office/drawing/2014/main" id="{7EB64581-83F2-F194-1378-3B2FCB91C43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>
            <a:extLst>
              <a:ext uri="{FF2B5EF4-FFF2-40B4-BE49-F238E27FC236}">
                <a16:creationId xmlns:a16="http://schemas.microsoft.com/office/drawing/2014/main" id="{8D4347A3-B443-4246-D61D-0F525219591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defTabSz="9239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defTabSz="9239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defTabSz="9239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defTabSz="9239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6F80156-7C40-46CD-B15A-403B7E61742D}" type="slidenum">
              <a:rPr lang="en-US" altLang="en-US" smtClean="0">
                <a:latin typeface="Times New Roman" panose="02020603050405020304" pitchFamily="18" charset="0"/>
                <a:ea typeface="MS PGothic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24</a:t>
            </a:fld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  <p:sp>
        <p:nvSpPr>
          <p:cNvPr id="63491" name="Rectangle 2">
            <a:extLst>
              <a:ext uri="{FF2B5EF4-FFF2-40B4-BE49-F238E27FC236}">
                <a16:creationId xmlns:a16="http://schemas.microsoft.com/office/drawing/2014/main" id="{0C8BF88E-09FF-F326-C4AF-82DED62DDE1B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>
            <a:extLst>
              <a:ext uri="{FF2B5EF4-FFF2-40B4-BE49-F238E27FC236}">
                <a16:creationId xmlns:a16="http://schemas.microsoft.com/office/drawing/2014/main" id="{1E1B66A9-8908-209B-4602-68AC23A1BDD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>
            <a:extLst>
              <a:ext uri="{FF2B5EF4-FFF2-40B4-BE49-F238E27FC236}">
                <a16:creationId xmlns:a16="http://schemas.microsoft.com/office/drawing/2014/main" id="{B1E16CC7-FB49-0543-E896-125959E3053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defTabSz="9239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defTabSz="9239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defTabSz="9239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defTabSz="9239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3400D209-51FE-4480-A91A-7E157020F833}" type="slidenum">
              <a:rPr lang="en-US" altLang="en-US" smtClean="0">
                <a:latin typeface="Times New Roman" panose="02020603050405020304" pitchFamily="18" charset="0"/>
                <a:ea typeface="MS PGothic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25</a:t>
            </a:fld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  <p:sp>
        <p:nvSpPr>
          <p:cNvPr id="65539" name="Rectangle 2">
            <a:extLst>
              <a:ext uri="{FF2B5EF4-FFF2-40B4-BE49-F238E27FC236}">
                <a16:creationId xmlns:a16="http://schemas.microsoft.com/office/drawing/2014/main" id="{56757051-E639-9B76-4299-C7771663C5F6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40" name="Rectangle 3">
            <a:extLst>
              <a:ext uri="{FF2B5EF4-FFF2-40B4-BE49-F238E27FC236}">
                <a16:creationId xmlns:a16="http://schemas.microsoft.com/office/drawing/2014/main" id="{83974D96-7634-23C7-4705-57C6E9871DD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>
            <a:extLst>
              <a:ext uri="{FF2B5EF4-FFF2-40B4-BE49-F238E27FC236}">
                <a16:creationId xmlns:a16="http://schemas.microsoft.com/office/drawing/2014/main" id="{7C844911-9701-1893-1E22-128A3B252F1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defTabSz="9239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defTabSz="9239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defTabSz="9239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defTabSz="9239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A21D1ED0-5D02-4B36-8310-D143D7342ECD}" type="slidenum">
              <a:rPr lang="en-US" altLang="en-US" smtClean="0">
                <a:latin typeface="Times New Roman" panose="02020603050405020304" pitchFamily="18" charset="0"/>
                <a:ea typeface="MS PGothic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26</a:t>
            </a:fld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  <p:sp>
        <p:nvSpPr>
          <p:cNvPr id="67587" name="Rectangle 2">
            <a:extLst>
              <a:ext uri="{FF2B5EF4-FFF2-40B4-BE49-F238E27FC236}">
                <a16:creationId xmlns:a16="http://schemas.microsoft.com/office/drawing/2014/main" id="{C9E02F04-8D4A-1C64-DC4A-50E64B193A94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8" name="Rectangle 3">
            <a:extLst>
              <a:ext uri="{FF2B5EF4-FFF2-40B4-BE49-F238E27FC236}">
                <a16:creationId xmlns:a16="http://schemas.microsoft.com/office/drawing/2014/main" id="{505586D3-E333-3768-EA78-19BECB33B79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>
            <a:extLst>
              <a:ext uri="{FF2B5EF4-FFF2-40B4-BE49-F238E27FC236}">
                <a16:creationId xmlns:a16="http://schemas.microsoft.com/office/drawing/2014/main" id="{C66C6223-2D27-61A4-BCA9-B09F091A607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defTabSz="9239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defTabSz="9239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defTabSz="9239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defTabSz="9239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BFEC01A0-D4E9-4F86-AC5E-858FA407C3DC}" type="slidenum">
              <a:rPr lang="en-US" altLang="en-US" smtClean="0">
                <a:latin typeface="Times New Roman" panose="02020603050405020304" pitchFamily="18" charset="0"/>
                <a:ea typeface="MS PGothic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27</a:t>
            </a:fld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  <p:sp>
        <p:nvSpPr>
          <p:cNvPr id="69635" name="Rectangle 2">
            <a:extLst>
              <a:ext uri="{FF2B5EF4-FFF2-40B4-BE49-F238E27FC236}">
                <a16:creationId xmlns:a16="http://schemas.microsoft.com/office/drawing/2014/main" id="{577E0359-7AE5-14D7-E336-7FA9186AEE39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6" name="Rectangle 3">
            <a:extLst>
              <a:ext uri="{FF2B5EF4-FFF2-40B4-BE49-F238E27FC236}">
                <a16:creationId xmlns:a16="http://schemas.microsoft.com/office/drawing/2014/main" id="{9CA2E5A5-9D02-1413-FBFC-FDAEE3B7E42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>
            <a:extLst>
              <a:ext uri="{FF2B5EF4-FFF2-40B4-BE49-F238E27FC236}">
                <a16:creationId xmlns:a16="http://schemas.microsoft.com/office/drawing/2014/main" id="{3C04AFD4-46EF-712C-E2B6-D32F91AFCBA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defTabSz="9239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defTabSz="9239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defTabSz="9239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defTabSz="9239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1D6961F1-B6C1-430E-85A6-708C6E6508A3}" type="slidenum">
              <a:rPr lang="en-US" altLang="en-US" smtClean="0">
                <a:latin typeface="Times New Roman" panose="02020603050405020304" pitchFamily="18" charset="0"/>
                <a:ea typeface="MS PGothic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28</a:t>
            </a:fld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  <p:sp>
        <p:nvSpPr>
          <p:cNvPr id="71683" name="Rectangle 2">
            <a:extLst>
              <a:ext uri="{FF2B5EF4-FFF2-40B4-BE49-F238E27FC236}">
                <a16:creationId xmlns:a16="http://schemas.microsoft.com/office/drawing/2014/main" id="{D554C9AC-75EF-A8C7-0F42-5EDFA7999502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4" name="Rectangle 3">
            <a:extLst>
              <a:ext uri="{FF2B5EF4-FFF2-40B4-BE49-F238E27FC236}">
                <a16:creationId xmlns:a16="http://schemas.microsoft.com/office/drawing/2014/main" id="{D4AA4DF2-D430-3B88-1EC0-96281BD36D2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>
            <a:extLst>
              <a:ext uri="{FF2B5EF4-FFF2-40B4-BE49-F238E27FC236}">
                <a16:creationId xmlns:a16="http://schemas.microsoft.com/office/drawing/2014/main" id="{F75399A2-459B-C8DC-2C13-380928FCE35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defTabSz="9239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defTabSz="9239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defTabSz="9239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defTabSz="9239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66054B65-EE1B-4C31-887A-A440CB58B210}" type="slidenum">
              <a:rPr lang="en-US" altLang="en-US" smtClean="0">
                <a:latin typeface="Times New Roman" panose="02020603050405020304" pitchFamily="18" charset="0"/>
                <a:ea typeface="MS PGothic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29</a:t>
            </a:fld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  <p:sp>
        <p:nvSpPr>
          <p:cNvPr id="73731" name="Rectangle 2">
            <a:extLst>
              <a:ext uri="{FF2B5EF4-FFF2-40B4-BE49-F238E27FC236}">
                <a16:creationId xmlns:a16="http://schemas.microsoft.com/office/drawing/2014/main" id="{8DDE1EC2-E4D2-1BBA-F18D-E7F76DBD52DB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2" name="Rectangle 3">
            <a:extLst>
              <a:ext uri="{FF2B5EF4-FFF2-40B4-BE49-F238E27FC236}">
                <a16:creationId xmlns:a16="http://schemas.microsoft.com/office/drawing/2014/main" id="{D26A384C-2A7B-6FD5-8479-2DA16E4BCE0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>
            <a:extLst>
              <a:ext uri="{FF2B5EF4-FFF2-40B4-BE49-F238E27FC236}">
                <a16:creationId xmlns:a16="http://schemas.microsoft.com/office/drawing/2014/main" id="{00FBFDEC-BB52-BA44-E1EB-A72186E1A0F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defTabSz="9239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defTabSz="9239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defTabSz="9239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defTabSz="9239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FA15796E-C759-4A27-BE58-6BDCA4F1D46B}" type="slidenum">
              <a:rPr lang="en-US" altLang="en-US" smtClean="0">
                <a:latin typeface="Times New Roman" panose="02020603050405020304" pitchFamily="18" charset="0"/>
                <a:ea typeface="MS PGothic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30</a:t>
            </a:fld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  <p:sp>
        <p:nvSpPr>
          <p:cNvPr id="75779" name="Rectangle 2">
            <a:extLst>
              <a:ext uri="{FF2B5EF4-FFF2-40B4-BE49-F238E27FC236}">
                <a16:creationId xmlns:a16="http://schemas.microsoft.com/office/drawing/2014/main" id="{75D028E8-25F7-25F2-22CD-85C1E7BA9E38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>
            <a:extLst>
              <a:ext uri="{FF2B5EF4-FFF2-40B4-BE49-F238E27FC236}">
                <a16:creationId xmlns:a16="http://schemas.microsoft.com/office/drawing/2014/main" id="{62EE900C-6C76-C9A0-EC03-4DE9CF21E1B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>
            <a:extLst>
              <a:ext uri="{FF2B5EF4-FFF2-40B4-BE49-F238E27FC236}">
                <a16:creationId xmlns:a16="http://schemas.microsoft.com/office/drawing/2014/main" id="{52E840AE-76D4-D407-BD33-1957AE17830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defTabSz="9239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defTabSz="9239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defTabSz="9239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defTabSz="9239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FEF5ED97-F255-4BB5-821C-03A1F4694006}" type="slidenum">
              <a:rPr lang="en-US" altLang="en-US" smtClean="0">
                <a:latin typeface="Times New Roman" panose="02020603050405020304" pitchFamily="18" charset="0"/>
                <a:ea typeface="MS PGothic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31</a:t>
            </a:fld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  <p:sp>
        <p:nvSpPr>
          <p:cNvPr id="77827" name="Rectangle 2">
            <a:extLst>
              <a:ext uri="{FF2B5EF4-FFF2-40B4-BE49-F238E27FC236}">
                <a16:creationId xmlns:a16="http://schemas.microsoft.com/office/drawing/2014/main" id="{29E1EA47-8524-60E8-CB46-1761FA0439CA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8" name="Rectangle 3">
            <a:extLst>
              <a:ext uri="{FF2B5EF4-FFF2-40B4-BE49-F238E27FC236}">
                <a16:creationId xmlns:a16="http://schemas.microsoft.com/office/drawing/2014/main" id="{CEDAE760-0702-B324-47A3-C3A6144AD86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>
            <a:extLst>
              <a:ext uri="{FF2B5EF4-FFF2-40B4-BE49-F238E27FC236}">
                <a16:creationId xmlns:a16="http://schemas.microsoft.com/office/drawing/2014/main" id="{51367818-DFF3-E613-37C5-6ADDCA9F1AF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defTabSz="9239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defTabSz="9239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defTabSz="9239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defTabSz="9239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A26E3A2A-B439-4EC3-B357-D2A0CD616F2D}" type="slidenum">
              <a:rPr lang="en-US" altLang="en-US" smtClean="0">
                <a:latin typeface="Times New Roman" panose="02020603050405020304" pitchFamily="18" charset="0"/>
                <a:ea typeface="MS PGothic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32</a:t>
            </a:fld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  <p:sp>
        <p:nvSpPr>
          <p:cNvPr id="79875" name="Rectangle 2">
            <a:extLst>
              <a:ext uri="{FF2B5EF4-FFF2-40B4-BE49-F238E27FC236}">
                <a16:creationId xmlns:a16="http://schemas.microsoft.com/office/drawing/2014/main" id="{2588A241-5223-E5FA-57D2-B1B90ABEC5C5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6" name="Rectangle 3">
            <a:extLst>
              <a:ext uri="{FF2B5EF4-FFF2-40B4-BE49-F238E27FC236}">
                <a16:creationId xmlns:a16="http://schemas.microsoft.com/office/drawing/2014/main" id="{5A7F8706-3A17-8875-82BD-D005AD39BB1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7">
            <a:extLst>
              <a:ext uri="{FF2B5EF4-FFF2-40B4-BE49-F238E27FC236}">
                <a16:creationId xmlns:a16="http://schemas.microsoft.com/office/drawing/2014/main" id="{37D02728-404A-D348-9ABF-1A4CD72A292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defTabSz="9239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defTabSz="9239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defTabSz="9239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defTabSz="9239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B604FFB1-F932-4978-BC6B-112224BED34B}" type="slidenum">
              <a:rPr lang="en-US" altLang="en-US" smtClean="0">
                <a:latin typeface="Times New Roman" panose="02020603050405020304" pitchFamily="18" charset="0"/>
                <a:ea typeface="MS PGothic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33</a:t>
            </a:fld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  <p:sp>
        <p:nvSpPr>
          <p:cNvPr id="81923" name="Rectangle 2">
            <a:extLst>
              <a:ext uri="{FF2B5EF4-FFF2-40B4-BE49-F238E27FC236}">
                <a16:creationId xmlns:a16="http://schemas.microsoft.com/office/drawing/2014/main" id="{561B689D-FBEC-8491-1FBC-C1E47FA8B450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4" name="Rectangle 3">
            <a:extLst>
              <a:ext uri="{FF2B5EF4-FFF2-40B4-BE49-F238E27FC236}">
                <a16:creationId xmlns:a16="http://schemas.microsoft.com/office/drawing/2014/main" id="{702FD064-B8E9-796B-757E-C8EDBE488D3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7">
            <a:extLst>
              <a:ext uri="{FF2B5EF4-FFF2-40B4-BE49-F238E27FC236}">
                <a16:creationId xmlns:a16="http://schemas.microsoft.com/office/drawing/2014/main" id="{0000264F-A157-00C7-6F9D-D4DA15F43F9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defTabSz="9239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defTabSz="9239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defTabSz="9239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defTabSz="9239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CEC46DD4-8524-4988-AE9B-CB9150CD7AC2}" type="slidenum">
              <a:rPr lang="en-US" altLang="en-US" smtClean="0">
                <a:latin typeface="Times New Roman" panose="02020603050405020304" pitchFamily="18" charset="0"/>
                <a:ea typeface="MS PGothic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34</a:t>
            </a:fld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  <p:sp>
        <p:nvSpPr>
          <p:cNvPr id="83971" name="Rectangle 2">
            <a:extLst>
              <a:ext uri="{FF2B5EF4-FFF2-40B4-BE49-F238E27FC236}">
                <a16:creationId xmlns:a16="http://schemas.microsoft.com/office/drawing/2014/main" id="{1CB33ABA-0296-08F8-7634-19DDFEFA20E4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2" name="Rectangle 3">
            <a:extLst>
              <a:ext uri="{FF2B5EF4-FFF2-40B4-BE49-F238E27FC236}">
                <a16:creationId xmlns:a16="http://schemas.microsoft.com/office/drawing/2014/main" id="{BD8FF396-661C-6175-CBBA-6208CEECB8D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7">
            <a:extLst>
              <a:ext uri="{FF2B5EF4-FFF2-40B4-BE49-F238E27FC236}">
                <a16:creationId xmlns:a16="http://schemas.microsoft.com/office/drawing/2014/main" id="{6D66F52D-E88D-415A-B09E-EC83BBEF5F3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defTabSz="9239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defTabSz="9239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defTabSz="9239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defTabSz="9239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ABDC833-CDBC-4A7F-B7E8-521038F34549}" type="slidenum">
              <a:rPr lang="en-US" altLang="en-US" smtClean="0">
                <a:latin typeface="Times New Roman" panose="02020603050405020304" pitchFamily="18" charset="0"/>
                <a:ea typeface="MS PGothic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35</a:t>
            </a:fld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  <p:sp>
        <p:nvSpPr>
          <p:cNvPr id="86019" name="Rectangle 2">
            <a:extLst>
              <a:ext uri="{FF2B5EF4-FFF2-40B4-BE49-F238E27FC236}">
                <a16:creationId xmlns:a16="http://schemas.microsoft.com/office/drawing/2014/main" id="{B6AC1150-1C48-CB8E-09D2-F47C59FD5D57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20" name="Rectangle 3">
            <a:extLst>
              <a:ext uri="{FF2B5EF4-FFF2-40B4-BE49-F238E27FC236}">
                <a16:creationId xmlns:a16="http://schemas.microsoft.com/office/drawing/2014/main" id="{F611A3A0-ED39-4F34-38F3-0BFFFACB6CE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7">
            <a:extLst>
              <a:ext uri="{FF2B5EF4-FFF2-40B4-BE49-F238E27FC236}">
                <a16:creationId xmlns:a16="http://schemas.microsoft.com/office/drawing/2014/main" id="{6703955D-A69F-1DD5-4E52-13F2D962887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defTabSz="9239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defTabSz="9239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defTabSz="9239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defTabSz="9239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F99078F-DE2E-45A6-A03C-8FB86E833364}" type="slidenum">
              <a:rPr lang="en-US" altLang="en-US" smtClean="0">
                <a:latin typeface="Times New Roman" panose="02020603050405020304" pitchFamily="18" charset="0"/>
                <a:ea typeface="MS PGothic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36</a:t>
            </a:fld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  <p:sp>
        <p:nvSpPr>
          <p:cNvPr id="88067" name="Rectangle 2">
            <a:extLst>
              <a:ext uri="{FF2B5EF4-FFF2-40B4-BE49-F238E27FC236}">
                <a16:creationId xmlns:a16="http://schemas.microsoft.com/office/drawing/2014/main" id="{17B151FF-B78F-BBA6-D21A-080A88173EA2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8" name="Rectangle 3">
            <a:extLst>
              <a:ext uri="{FF2B5EF4-FFF2-40B4-BE49-F238E27FC236}">
                <a16:creationId xmlns:a16="http://schemas.microsoft.com/office/drawing/2014/main" id="{8CA3B711-C7C4-594C-0AE0-609AA34674C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7">
            <a:extLst>
              <a:ext uri="{FF2B5EF4-FFF2-40B4-BE49-F238E27FC236}">
                <a16:creationId xmlns:a16="http://schemas.microsoft.com/office/drawing/2014/main" id="{843DF834-63A3-713B-E3AB-5AB8F9DC16B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defTabSz="9239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defTabSz="9239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defTabSz="9239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defTabSz="9239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6012430-8345-47CC-8EB5-AA671496C628}" type="slidenum">
              <a:rPr lang="en-US" altLang="en-US" smtClean="0">
                <a:latin typeface="Times New Roman" panose="02020603050405020304" pitchFamily="18" charset="0"/>
                <a:ea typeface="MS PGothic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37</a:t>
            </a:fld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  <p:sp>
        <p:nvSpPr>
          <p:cNvPr id="90115" name="Rectangle 2">
            <a:extLst>
              <a:ext uri="{FF2B5EF4-FFF2-40B4-BE49-F238E27FC236}">
                <a16:creationId xmlns:a16="http://schemas.microsoft.com/office/drawing/2014/main" id="{DA62F581-9809-D5BE-812D-132BC5D8C0D9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6" name="Rectangle 3">
            <a:extLst>
              <a:ext uri="{FF2B5EF4-FFF2-40B4-BE49-F238E27FC236}">
                <a16:creationId xmlns:a16="http://schemas.microsoft.com/office/drawing/2014/main" id="{A715FDA8-3209-BF90-04CE-A8D9311F53A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7">
            <a:extLst>
              <a:ext uri="{FF2B5EF4-FFF2-40B4-BE49-F238E27FC236}">
                <a16:creationId xmlns:a16="http://schemas.microsoft.com/office/drawing/2014/main" id="{F4072A21-DE61-AB7A-3DF8-3B093452DF9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defTabSz="9239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defTabSz="9239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defTabSz="9239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defTabSz="9239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8371E303-E68A-458E-8FE4-D02B5ED64FB6}" type="slidenum">
              <a:rPr lang="en-US" altLang="en-US" smtClean="0">
                <a:latin typeface="Times New Roman" panose="02020603050405020304" pitchFamily="18" charset="0"/>
                <a:ea typeface="MS PGothic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38</a:t>
            </a:fld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  <p:sp>
        <p:nvSpPr>
          <p:cNvPr id="92163" name="Rectangle 2">
            <a:extLst>
              <a:ext uri="{FF2B5EF4-FFF2-40B4-BE49-F238E27FC236}">
                <a16:creationId xmlns:a16="http://schemas.microsoft.com/office/drawing/2014/main" id="{938312CC-9329-B2E9-D915-4A04195118FA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4" name="Rectangle 3">
            <a:extLst>
              <a:ext uri="{FF2B5EF4-FFF2-40B4-BE49-F238E27FC236}">
                <a16:creationId xmlns:a16="http://schemas.microsoft.com/office/drawing/2014/main" id="{BEC4F914-7FC8-E334-1837-D3C572FC72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7">
            <a:extLst>
              <a:ext uri="{FF2B5EF4-FFF2-40B4-BE49-F238E27FC236}">
                <a16:creationId xmlns:a16="http://schemas.microsoft.com/office/drawing/2014/main" id="{F2405AE9-BFA6-49FA-F244-79F8FEDE676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defTabSz="9239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defTabSz="9239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defTabSz="9239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defTabSz="9239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E287D4DF-9F90-4BF6-A829-B340FA045172}" type="slidenum">
              <a:rPr lang="en-US" altLang="en-US" smtClean="0">
                <a:latin typeface="Times New Roman" panose="02020603050405020304" pitchFamily="18" charset="0"/>
                <a:ea typeface="MS PGothic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39</a:t>
            </a:fld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  <p:sp>
        <p:nvSpPr>
          <p:cNvPr id="94211" name="Rectangle 2">
            <a:extLst>
              <a:ext uri="{FF2B5EF4-FFF2-40B4-BE49-F238E27FC236}">
                <a16:creationId xmlns:a16="http://schemas.microsoft.com/office/drawing/2014/main" id="{B487CD2E-DE43-1247-821D-C47374B088EF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212" name="Rectangle 3">
            <a:extLst>
              <a:ext uri="{FF2B5EF4-FFF2-40B4-BE49-F238E27FC236}">
                <a16:creationId xmlns:a16="http://schemas.microsoft.com/office/drawing/2014/main" id="{844C9D73-C79C-0CE6-EFDC-9E3E4BCF358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7">
            <a:extLst>
              <a:ext uri="{FF2B5EF4-FFF2-40B4-BE49-F238E27FC236}">
                <a16:creationId xmlns:a16="http://schemas.microsoft.com/office/drawing/2014/main" id="{6D3775DD-C6D9-C5D1-733D-AA906AC2CE0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defTabSz="9239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defTabSz="9239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defTabSz="9239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defTabSz="9239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1EC6DAF1-95C0-4215-BB49-7CC87E21AFD4}" type="slidenum">
              <a:rPr lang="en-US" altLang="en-US" smtClean="0">
                <a:latin typeface="Times New Roman" panose="02020603050405020304" pitchFamily="18" charset="0"/>
                <a:ea typeface="MS PGothic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40</a:t>
            </a:fld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  <p:sp>
        <p:nvSpPr>
          <p:cNvPr id="96259" name="Rectangle 2">
            <a:extLst>
              <a:ext uri="{FF2B5EF4-FFF2-40B4-BE49-F238E27FC236}">
                <a16:creationId xmlns:a16="http://schemas.microsoft.com/office/drawing/2014/main" id="{BA1CD6F9-41D2-7DF5-9C1C-B8EE9B785D63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60" name="Rectangle 3">
            <a:extLst>
              <a:ext uri="{FF2B5EF4-FFF2-40B4-BE49-F238E27FC236}">
                <a16:creationId xmlns:a16="http://schemas.microsoft.com/office/drawing/2014/main" id="{C4A69979-6A49-4049-3791-DB25BFC111F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>
            <a:extLst>
              <a:ext uri="{FF2B5EF4-FFF2-40B4-BE49-F238E27FC236}">
                <a16:creationId xmlns:a16="http://schemas.microsoft.com/office/drawing/2014/main" id="{F95C4BA9-B8F6-20E1-EB5E-9A5D74E54A4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defTabSz="9239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defTabSz="9239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defTabSz="9239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defTabSz="9239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5D9FDB1B-D1D3-4D72-904D-F8687C2CAFF3}" type="slidenum">
              <a:rPr lang="en-US" altLang="en-US" smtClean="0">
                <a:latin typeface="Times New Roman" panose="02020603050405020304" pitchFamily="18" charset="0"/>
                <a:ea typeface="MS PGothic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41</a:t>
            </a:fld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  <p:sp>
        <p:nvSpPr>
          <p:cNvPr id="98307" name="Rectangle 2">
            <a:extLst>
              <a:ext uri="{FF2B5EF4-FFF2-40B4-BE49-F238E27FC236}">
                <a16:creationId xmlns:a16="http://schemas.microsoft.com/office/drawing/2014/main" id="{92ECA387-9646-C42E-0CC7-F2E2F8E49743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>
            <a:extLst>
              <a:ext uri="{FF2B5EF4-FFF2-40B4-BE49-F238E27FC236}">
                <a16:creationId xmlns:a16="http://schemas.microsoft.com/office/drawing/2014/main" id="{ABA39310-0ADF-4FCA-EEE9-E431986D6C4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7">
            <a:extLst>
              <a:ext uri="{FF2B5EF4-FFF2-40B4-BE49-F238E27FC236}">
                <a16:creationId xmlns:a16="http://schemas.microsoft.com/office/drawing/2014/main" id="{7C5FAD0C-C187-C452-08D9-A2EA1C5146F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defTabSz="9239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defTabSz="9239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defTabSz="9239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defTabSz="9239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B540051B-6985-421E-BF21-03C55DABBE6A}" type="slidenum">
              <a:rPr lang="en-US" altLang="en-US" smtClean="0">
                <a:latin typeface="Times New Roman" panose="02020603050405020304" pitchFamily="18" charset="0"/>
                <a:ea typeface="MS PGothic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42</a:t>
            </a:fld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  <p:sp>
        <p:nvSpPr>
          <p:cNvPr id="100355" name="Rectangle 2">
            <a:extLst>
              <a:ext uri="{FF2B5EF4-FFF2-40B4-BE49-F238E27FC236}">
                <a16:creationId xmlns:a16="http://schemas.microsoft.com/office/drawing/2014/main" id="{79E5FF66-4DC8-618A-92E8-761F5B65BD55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356" name="Rectangle 3">
            <a:extLst>
              <a:ext uri="{FF2B5EF4-FFF2-40B4-BE49-F238E27FC236}">
                <a16:creationId xmlns:a16="http://schemas.microsoft.com/office/drawing/2014/main" id="{2507F4D2-D742-5008-FA13-20D7427C0C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685800"/>
            <a:ext cx="7772400" cy="2127250"/>
          </a:xfrm>
        </p:spPr>
        <p:txBody>
          <a:bodyPr/>
          <a:lstStyle>
            <a:lvl1pPr>
              <a:defRPr sz="43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940660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885978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177" indent="0">
              <a:buNone/>
              <a:defRPr sz="1800"/>
            </a:lvl2pPr>
            <a:lvl3pPr marL="914354" indent="0">
              <a:buNone/>
              <a:defRPr sz="1600"/>
            </a:lvl3pPr>
            <a:lvl4pPr marL="1371532" indent="0">
              <a:buNone/>
              <a:defRPr sz="1400"/>
            </a:lvl4pPr>
            <a:lvl5pPr marL="1828709" indent="0">
              <a:buNone/>
              <a:defRPr sz="1400"/>
            </a:lvl5pPr>
            <a:lvl6pPr marL="2285886" indent="0">
              <a:buNone/>
              <a:defRPr sz="1400"/>
            </a:lvl6pPr>
            <a:lvl7pPr marL="2743063" indent="0">
              <a:buNone/>
              <a:defRPr sz="1400"/>
            </a:lvl7pPr>
            <a:lvl8pPr marL="3200240" indent="0">
              <a:buNone/>
              <a:defRPr sz="1400"/>
            </a:lvl8pPr>
            <a:lvl9pPr marL="3657417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467019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06450" y="1233489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97450" y="1233489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029854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7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3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7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7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3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7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844556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528010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83146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77" indent="0">
              <a:buNone/>
              <a:defRPr sz="1200"/>
            </a:lvl2pPr>
            <a:lvl3pPr marL="914354" indent="0">
              <a:buNone/>
              <a:defRPr sz="1000"/>
            </a:lvl3pPr>
            <a:lvl4pPr marL="1371532" indent="0">
              <a:buNone/>
              <a:defRPr sz="900"/>
            </a:lvl4pPr>
            <a:lvl5pPr marL="1828709" indent="0">
              <a:buNone/>
              <a:defRPr sz="900"/>
            </a:lvl5pPr>
            <a:lvl6pPr marL="2285886" indent="0">
              <a:buNone/>
              <a:defRPr sz="900"/>
            </a:lvl6pPr>
            <a:lvl7pPr marL="2743063" indent="0">
              <a:buNone/>
              <a:defRPr sz="900"/>
            </a:lvl7pPr>
            <a:lvl8pPr marL="3200240" indent="0">
              <a:buNone/>
              <a:defRPr sz="900"/>
            </a:lvl8pPr>
            <a:lvl9pPr marL="3657417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28886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77" indent="0">
              <a:buNone/>
              <a:defRPr sz="2800"/>
            </a:lvl2pPr>
            <a:lvl3pPr marL="914354" indent="0">
              <a:buNone/>
              <a:defRPr sz="2400"/>
            </a:lvl3pPr>
            <a:lvl4pPr marL="1371532" indent="0">
              <a:buNone/>
              <a:defRPr sz="2000"/>
            </a:lvl4pPr>
            <a:lvl5pPr marL="1828709" indent="0">
              <a:buNone/>
              <a:defRPr sz="2000"/>
            </a:lvl5pPr>
            <a:lvl6pPr marL="2285886" indent="0">
              <a:buNone/>
              <a:defRPr sz="2000"/>
            </a:lvl6pPr>
            <a:lvl7pPr marL="2743063" indent="0">
              <a:buNone/>
              <a:defRPr sz="2000"/>
            </a:lvl7pPr>
            <a:lvl8pPr marL="3200240" indent="0">
              <a:buNone/>
              <a:defRPr sz="2000"/>
            </a:lvl8pPr>
            <a:lvl9pPr marL="3657417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177" indent="0">
              <a:buNone/>
              <a:defRPr sz="1200"/>
            </a:lvl2pPr>
            <a:lvl3pPr marL="914354" indent="0">
              <a:buNone/>
              <a:defRPr sz="1000"/>
            </a:lvl3pPr>
            <a:lvl4pPr marL="1371532" indent="0">
              <a:buNone/>
              <a:defRPr sz="900"/>
            </a:lvl4pPr>
            <a:lvl5pPr marL="1828709" indent="0">
              <a:buNone/>
              <a:defRPr sz="900"/>
            </a:lvl5pPr>
            <a:lvl6pPr marL="2285886" indent="0">
              <a:buNone/>
              <a:defRPr sz="900"/>
            </a:lvl6pPr>
            <a:lvl7pPr marL="2743063" indent="0">
              <a:buNone/>
              <a:defRPr sz="900"/>
            </a:lvl7pPr>
            <a:lvl8pPr marL="3200240" indent="0">
              <a:buNone/>
              <a:defRPr sz="900"/>
            </a:lvl8pPr>
            <a:lvl9pPr marL="3657417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648318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56510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91338" y="277813"/>
            <a:ext cx="2144712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281738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048062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>
            <a:extLst>
              <a:ext uri="{FF2B5EF4-FFF2-40B4-BE49-F238E27FC236}">
                <a16:creationId xmlns:a16="http://schemas.microsoft.com/office/drawing/2014/main" id="{CA6B4FCA-1C06-989D-0049-4CD84A7997D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5" tIns="45718" rIns="91435" bIns="45718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4">
            <a:extLst>
              <a:ext uri="{FF2B5EF4-FFF2-40B4-BE49-F238E27FC236}">
                <a16:creationId xmlns:a16="http://schemas.microsoft.com/office/drawing/2014/main" id="{675498C9-8D2A-2398-FF84-CF64BB7B129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06450" y="1233488"/>
            <a:ext cx="8229600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5" tIns="45718" rIns="91435" bIns="4571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Line 6">
            <a:extLst>
              <a:ext uri="{FF2B5EF4-FFF2-40B4-BE49-F238E27FC236}">
                <a16:creationId xmlns:a16="http://schemas.microsoft.com/office/drawing/2014/main" id="{541C3DFB-9546-F951-CAEE-E65661332643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860425"/>
            <a:ext cx="8077200" cy="0"/>
          </a:xfrm>
          <a:prstGeom prst="line">
            <a:avLst/>
          </a:prstGeom>
          <a:noFill/>
          <a:ln w="19050">
            <a:solidFill>
              <a:srgbClr val="3366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1435" tIns="45718" rIns="91435" bIns="45718"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0" r:id="rId1"/>
    <p:sldLayoutId id="2147483821" r:id="rId2"/>
    <p:sldLayoutId id="2147483822" r:id="rId3"/>
    <p:sldLayoutId id="2147483823" r:id="rId4"/>
    <p:sldLayoutId id="2147483824" r:id="rId5"/>
    <p:sldLayoutId id="2147483825" r:id="rId6"/>
    <p:sldLayoutId id="2147483826" r:id="rId7"/>
    <p:sldLayoutId id="2147483827" r:id="rId8"/>
    <p:sldLayoutId id="2147483828" r:id="rId9"/>
    <p:sldLayoutId id="2147483829" r:id="rId10"/>
    <p:sldLayoutId id="2147483830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Garamond" pitchFamily="18" charset="0"/>
          <a:ea typeface="MS PGothic" panose="020B0600070205080204" pitchFamily="34" charset="-128"/>
          <a:cs typeface="Garamond" pitchFamily="18" charset="0"/>
        </a:defRPr>
      </a:lvl1pPr>
      <a:lvl2pPr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Garamond" pitchFamily="18" charset="0"/>
          <a:ea typeface="MS PGothic" panose="020B0600070205080204" pitchFamily="34" charset="-128"/>
          <a:cs typeface="Garamond" pitchFamily="18" charset="0"/>
        </a:defRPr>
      </a:lvl2pPr>
      <a:lvl3pPr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Garamond" pitchFamily="18" charset="0"/>
          <a:ea typeface="MS PGothic" panose="020B0600070205080204" pitchFamily="34" charset="-128"/>
          <a:cs typeface="Garamond" pitchFamily="18" charset="0"/>
        </a:defRPr>
      </a:lvl3pPr>
      <a:lvl4pPr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Garamond" pitchFamily="18" charset="0"/>
          <a:ea typeface="MS PGothic" panose="020B0600070205080204" pitchFamily="34" charset="-128"/>
          <a:cs typeface="Garamond" pitchFamily="18" charset="0"/>
        </a:defRPr>
      </a:lvl4pPr>
      <a:lvl5pPr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Garamond" pitchFamily="18" charset="0"/>
          <a:ea typeface="MS PGothic" panose="020B0600070205080204" pitchFamily="34" charset="-128"/>
          <a:cs typeface="Garamond" pitchFamily="18" charset="0"/>
        </a:defRPr>
      </a:lvl5pPr>
      <a:lvl6pPr marL="457177" algn="ctr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6pPr>
      <a:lvl7pPr marL="914354" algn="ctr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7pPr>
      <a:lvl8pPr marL="1371532" algn="ctr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8pPr>
      <a:lvl9pPr marL="1828709" algn="ctr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9pPr>
    </p:titleStyle>
    <p:bodyStyle>
      <a:lvl1pPr marL="341313" indent="-341313" algn="l" rtl="0" fontAlgn="base">
        <a:spcBef>
          <a:spcPct val="35000"/>
        </a:spcBef>
        <a:spcAft>
          <a:spcPct val="0"/>
        </a:spcAft>
        <a:buClr>
          <a:srgbClr val="993300"/>
        </a:buClr>
        <a:buSzPct val="90000"/>
        <a:buFont typeface="Monotype Sorts" pitchFamily="-84" charset="2"/>
        <a:buChar char="n"/>
        <a:defRPr kumimoji="1" sz="2000">
          <a:solidFill>
            <a:schemeClr val="tx1"/>
          </a:solidFill>
          <a:latin typeface="Garamond" pitchFamily="18" charset="0"/>
          <a:ea typeface="MS PGothic" panose="020B0600070205080204" pitchFamily="34" charset="-128"/>
          <a:cs typeface="Garamond" pitchFamily="18" charset="0"/>
        </a:defRPr>
      </a:lvl1pPr>
      <a:lvl2pPr marL="741363" indent="-284163" algn="l" rtl="0" fontAlgn="base">
        <a:spcBef>
          <a:spcPct val="35000"/>
        </a:spcBef>
        <a:spcAft>
          <a:spcPct val="0"/>
        </a:spcAft>
        <a:buClr>
          <a:srgbClr val="CC6600"/>
        </a:buClr>
        <a:buSzPct val="80000"/>
        <a:buFont typeface="Monotype Sorts" pitchFamily="-84" charset="2"/>
        <a:buChar char="l"/>
        <a:defRPr kumimoji="1" sz="2000">
          <a:solidFill>
            <a:schemeClr val="tx1"/>
          </a:solidFill>
          <a:latin typeface="Garamond" pitchFamily="18" charset="0"/>
          <a:ea typeface="MS PGothic" panose="020B0600070205080204" pitchFamily="34" charset="-128"/>
        </a:defRPr>
      </a:lvl2pPr>
      <a:lvl3pPr marL="1084263" indent="-227013" algn="l" rtl="0" fontAlgn="base">
        <a:spcBef>
          <a:spcPct val="35000"/>
        </a:spcBef>
        <a:spcAft>
          <a:spcPct val="0"/>
        </a:spcAft>
        <a:buClr>
          <a:srgbClr val="009900"/>
        </a:buClr>
        <a:buSzPct val="75000"/>
        <a:buFont typeface="Webdings" panose="05030102010509060703" pitchFamily="18" charset="2"/>
        <a:buChar char="4"/>
        <a:defRPr kumimoji="1" sz="2000">
          <a:solidFill>
            <a:schemeClr val="tx1"/>
          </a:solidFill>
          <a:latin typeface="Garamond" pitchFamily="18" charset="0"/>
          <a:ea typeface="MS PGothic" panose="020B0600070205080204" pitchFamily="34" charset="-128"/>
        </a:defRPr>
      </a:lvl3pPr>
      <a:lvl4pPr marL="1427163" indent="-227013" algn="l" rtl="0" fontAlgn="base">
        <a:spcBef>
          <a:spcPct val="35000"/>
        </a:spcBef>
        <a:spcAft>
          <a:spcPct val="0"/>
        </a:spcAft>
        <a:buClr>
          <a:schemeClr val="hlink"/>
        </a:buClr>
        <a:buSzPct val="75000"/>
        <a:buChar char="–"/>
        <a:defRPr kumimoji="1" sz="2000">
          <a:solidFill>
            <a:schemeClr val="tx1"/>
          </a:solidFill>
          <a:latin typeface="Garamond" pitchFamily="18" charset="0"/>
          <a:ea typeface="MS PGothic" panose="020B0600070205080204" pitchFamily="34" charset="-128"/>
        </a:defRPr>
      </a:lvl4pPr>
      <a:lvl5pPr marL="1770063" indent="-227013" algn="l" rtl="0" fontAlgn="base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 sz="2000">
          <a:solidFill>
            <a:schemeClr val="tx1"/>
          </a:solidFill>
          <a:latin typeface="Garamond" pitchFamily="18" charset="0"/>
          <a:ea typeface="MS PGothic" panose="020B0600070205080204" pitchFamily="34" charset="-128"/>
        </a:defRPr>
      </a:lvl5pPr>
      <a:lvl6pPr marL="2228738" indent="-228589" algn="l" rtl="0" eaLnBrk="1" fontAlgn="base" hangingPunct="1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6pPr>
      <a:lvl7pPr marL="2685915" indent="-228589" algn="l" rtl="0" eaLnBrk="1" fontAlgn="base" hangingPunct="1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7pPr>
      <a:lvl8pPr marL="3143093" indent="-228589" algn="l" rtl="0" eaLnBrk="1" fontAlgn="base" hangingPunct="1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8pPr>
      <a:lvl9pPr marL="3600270" indent="-228589" algn="l" rtl="0" eaLnBrk="1" fontAlgn="base" hangingPunct="1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1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7" algn="l" defTabSz="4571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4571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4571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4571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4571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3" algn="l" defTabSz="4571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4571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7" algn="l" defTabSz="4571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47EEC0BF-75C3-5E69-77D8-D369B090DA22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1770063"/>
            <a:ext cx="7772400" cy="2127250"/>
          </a:xfrm>
        </p:spPr>
        <p:txBody>
          <a:bodyPr/>
          <a:lstStyle/>
          <a:p>
            <a:r>
              <a:rPr lang="en-US" altLang="en-US"/>
              <a:t>Chapter 11:  </a:t>
            </a:r>
            <a:br>
              <a:rPr lang="en-US" altLang="en-US"/>
            </a:br>
            <a:r>
              <a:rPr lang="en-US" altLang="en-US"/>
              <a:t>File-System Interface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06BC66D8-0151-98CC-D748-79E50536ED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68375" y="193675"/>
            <a:ext cx="7929563" cy="576263"/>
          </a:xfrm>
        </p:spPr>
        <p:txBody>
          <a:bodyPr/>
          <a:lstStyle/>
          <a:p>
            <a:r>
              <a:rPr lang="en-US" altLang="en-US"/>
              <a:t>Chapter 11:  File-System Interface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C9CFDC61-CCF2-1491-CD7F-1B632866E69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06450" y="1233488"/>
            <a:ext cx="5705475" cy="3494087"/>
          </a:xfrm>
        </p:spPr>
        <p:txBody>
          <a:bodyPr/>
          <a:lstStyle/>
          <a:p>
            <a:r>
              <a:rPr lang="en-US" altLang="en-US"/>
              <a:t>File Concept</a:t>
            </a:r>
          </a:p>
          <a:p>
            <a:r>
              <a:rPr lang="en-US" altLang="en-US"/>
              <a:t>Access Methods</a:t>
            </a:r>
          </a:p>
          <a:p>
            <a:r>
              <a:rPr lang="en-US" altLang="en-US"/>
              <a:t>Disk and Directory Structure</a:t>
            </a:r>
          </a:p>
          <a:p>
            <a:r>
              <a:rPr lang="en-US" altLang="en-US"/>
              <a:t>File-System Mounting</a:t>
            </a:r>
          </a:p>
          <a:p>
            <a:r>
              <a:rPr lang="en-US" altLang="en-US"/>
              <a:t>File Sharing</a:t>
            </a:r>
          </a:p>
          <a:p>
            <a:r>
              <a:rPr lang="en-US" altLang="en-US"/>
              <a:t>Protection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53B16768-B82A-3F1B-2ED9-8437DE8CE1D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65100"/>
            <a:ext cx="8229600" cy="576263"/>
          </a:xfrm>
        </p:spPr>
        <p:txBody>
          <a:bodyPr/>
          <a:lstStyle/>
          <a:p>
            <a:r>
              <a:rPr lang="en-US" altLang="en-US"/>
              <a:t>Objectives</a:t>
            </a:r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E93AE2E2-5F24-60C9-79BE-27E1F1CB088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06450" y="1233488"/>
            <a:ext cx="6719888" cy="4530725"/>
          </a:xfrm>
        </p:spPr>
        <p:txBody>
          <a:bodyPr/>
          <a:lstStyle/>
          <a:p>
            <a:r>
              <a:rPr lang="en-US" altLang="en-US"/>
              <a:t>To explain the function of file systems</a:t>
            </a:r>
          </a:p>
          <a:p>
            <a:r>
              <a:rPr lang="en-US" altLang="en-US"/>
              <a:t>To describe the interfaces to file systems</a:t>
            </a:r>
          </a:p>
          <a:p>
            <a:r>
              <a:rPr lang="en-US" altLang="en-US"/>
              <a:t>To discuss file-system design tradeoffs, including access methods, file sharing, file locking, and directory structures</a:t>
            </a:r>
          </a:p>
          <a:p>
            <a:r>
              <a:rPr lang="en-US" altLang="en-US"/>
              <a:t>To explore file-system protection</a:t>
            </a:r>
          </a:p>
          <a:p>
            <a:endParaRPr lang="en-US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58430A30-3778-2480-1248-C51661F5480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93675"/>
            <a:ext cx="8229600" cy="576263"/>
          </a:xfrm>
        </p:spPr>
        <p:txBody>
          <a:bodyPr/>
          <a:lstStyle/>
          <a:p>
            <a:r>
              <a:rPr lang="en-US" altLang="en-US"/>
              <a:t>File Concept</a:t>
            </a: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E239B4C1-8A43-DB59-744C-C8B9CDE7CEA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62013" y="1120775"/>
            <a:ext cx="7648575" cy="4530725"/>
          </a:xfrm>
        </p:spPr>
        <p:txBody>
          <a:bodyPr/>
          <a:lstStyle/>
          <a:p>
            <a:r>
              <a:rPr lang="en-US" altLang="en-US"/>
              <a:t>Contiguous logical address space</a:t>
            </a:r>
          </a:p>
          <a:p>
            <a:r>
              <a:rPr lang="en-US" altLang="en-US"/>
              <a:t>Types: </a:t>
            </a:r>
          </a:p>
          <a:p>
            <a:pPr lvl="1"/>
            <a:r>
              <a:rPr lang="en-US" altLang="en-US"/>
              <a:t>Data</a:t>
            </a:r>
          </a:p>
          <a:p>
            <a:pPr lvl="2"/>
            <a:r>
              <a:rPr lang="en-US" altLang="en-US"/>
              <a:t>numeric</a:t>
            </a:r>
          </a:p>
          <a:p>
            <a:pPr lvl="2"/>
            <a:r>
              <a:rPr lang="en-US" altLang="en-US"/>
              <a:t>character</a:t>
            </a:r>
          </a:p>
          <a:p>
            <a:pPr lvl="2"/>
            <a:r>
              <a:rPr lang="en-US" altLang="en-US"/>
              <a:t>binary</a:t>
            </a:r>
          </a:p>
          <a:p>
            <a:pPr lvl="1"/>
            <a:r>
              <a:rPr lang="en-US" altLang="en-US"/>
              <a:t>Program</a:t>
            </a:r>
          </a:p>
          <a:p>
            <a:r>
              <a:rPr lang="en-US" altLang="en-US"/>
              <a:t>Contents defined by file’s creator</a:t>
            </a:r>
          </a:p>
          <a:p>
            <a:pPr lvl="1"/>
            <a:r>
              <a:rPr lang="en-US" altLang="en-US"/>
              <a:t>Many types</a:t>
            </a:r>
          </a:p>
          <a:p>
            <a:pPr lvl="2"/>
            <a:r>
              <a:rPr lang="en-US" altLang="en-US"/>
              <a:t>Consider </a:t>
            </a:r>
            <a:r>
              <a:rPr lang="en-US" altLang="en-US" b="1">
                <a:solidFill>
                  <a:srgbClr val="3366FF"/>
                </a:solidFill>
              </a:rPr>
              <a:t>text file, source file, executable file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66C8E138-804F-C211-CED3-AAA6991AEF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07963"/>
            <a:ext cx="8229600" cy="576262"/>
          </a:xfrm>
        </p:spPr>
        <p:txBody>
          <a:bodyPr/>
          <a:lstStyle/>
          <a:p>
            <a:r>
              <a:rPr lang="en-US" altLang="en-US"/>
              <a:t>File Attributes</a:t>
            </a:r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515343AC-73E6-AFEC-7D0B-A58C0E9B3F3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5025" y="1092200"/>
            <a:ext cx="7591425" cy="4530725"/>
          </a:xfrm>
        </p:spPr>
        <p:txBody>
          <a:bodyPr/>
          <a:lstStyle/>
          <a:p>
            <a:r>
              <a:rPr lang="en-US" altLang="en-US" b="1"/>
              <a:t>Name</a:t>
            </a:r>
            <a:r>
              <a:rPr lang="en-US" altLang="en-US"/>
              <a:t> – only information kept in human-readable form</a:t>
            </a:r>
          </a:p>
          <a:p>
            <a:r>
              <a:rPr lang="en-US" altLang="en-US" b="1"/>
              <a:t>Identifier</a:t>
            </a:r>
            <a:r>
              <a:rPr lang="en-US" altLang="en-US"/>
              <a:t> – unique tag (number) identifies file within file system</a:t>
            </a:r>
          </a:p>
          <a:p>
            <a:r>
              <a:rPr lang="en-US" altLang="en-US" b="1"/>
              <a:t>Type</a:t>
            </a:r>
            <a:r>
              <a:rPr lang="en-US" altLang="en-US"/>
              <a:t> – needed for systems that support different types</a:t>
            </a:r>
          </a:p>
          <a:p>
            <a:r>
              <a:rPr lang="en-US" altLang="en-US" b="1"/>
              <a:t>Location</a:t>
            </a:r>
            <a:r>
              <a:rPr lang="en-US" altLang="en-US"/>
              <a:t> – pointer to file location on device</a:t>
            </a:r>
          </a:p>
          <a:p>
            <a:r>
              <a:rPr lang="en-US" altLang="en-US" b="1"/>
              <a:t>Size</a:t>
            </a:r>
            <a:r>
              <a:rPr lang="en-US" altLang="en-US"/>
              <a:t> – current file size</a:t>
            </a:r>
          </a:p>
          <a:p>
            <a:r>
              <a:rPr lang="en-US" altLang="en-US" b="1"/>
              <a:t>Protection</a:t>
            </a:r>
            <a:r>
              <a:rPr lang="en-US" altLang="en-US"/>
              <a:t> – controls who can do reading, writing, executing</a:t>
            </a:r>
          </a:p>
          <a:p>
            <a:r>
              <a:rPr lang="en-US" altLang="en-US" b="1"/>
              <a:t>Time, date, and user identification</a:t>
            </a:r>
            <a:r>
              <a:rPr lang="en-US" altLang="en-US"/>
              <a:t> – data for protection, security, and usage monitoring</a:t>
            </a:r>
          </a:p>
          <a:p>
            <a:r>
              <a:rPr lang="en-US" altLang="en-US"/>
              <a:t>Information about files are kept in the directory structure, which is maintained on the disk</a:t>
            </a:r>
          </a:p>
          <a:p>
            <a:r>
              <a:rPr lang="en-US" altLang="en-US"/>
              <a:t>Many variations, including extended file attributes such as file checksum</a:t>
            </a:r>
          </a:p>
          <a:p>
            <a:r>
              <a:rPr lang="en-US" altLang="en-US"/>
              <a:t>Information kept in the directory structure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CC66E146-A914-BE0B-7D6B-DBF47D2B22B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23825"/>
            <a:ext cx="8229600" cy="576263"/>
          </a:xfrm>
        </p:spPr>
        <p:txBody>
          <a:bodyPr/>
          <a:lstStyle/>
          <a:p>
            <a:r>
              <a:rPr lang="en-US" altLang="en-US"/>
              <a:t>File info Window on Mac OS X</a:t>
            </a:r>
          </a:p>
        </p:txBody>
      </p:sp>
      <p:pic>
        <p:nvPicPr>
          <p:cNvPr id="25603" name="Picture 4" descr="11_01.pdf">
            <a:extLst>
              <a:ext uri="{FF2B5EF4-FFF2-40B4-BE49-F238E27FC236}">
                <a16:creationId xmlns:a16="http://schemas.microsoft.com/office/drawing/2014/main" id="{813040D0-92D0-D8C3-36A0-EF933FF6EA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6963" y="1041400"/>
            <a:ext cx="2112962" cy="5676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0EA7080B-FBB7-0C87-8887-36A79DD5DB8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65100"/>
            <a:ext cx="8229600" cy="576263"/>
          </a:xfrm>
        </p:spPr>
        <p:txBody>
          <a:bodyPr/>
          <a:lstStyle/>
          <a:p>
            <a:r>
              <a:rPr lang="en-US" altLang="en-US"/>
              <a:t>File Operations</a:t>
            </a:r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1C66AA5D-7518-9267-4110-61E0E093192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49313" y="1106488"/>
            <a:ext cx="6775450" cy="4530725"/>
          </a:xfrm>
        </p:spPr>
        <p:txBody>
          <a:bodyPr/>
          <a:lstStyle/>
          <a:p>
            <a:r>
              <a:rPr lang="en-US" altLang="en-US"/>
              <a:t>File is an </a:t>
            </a:r>
            <a:r>
              <a:rPr lang="en-US" altLang="en-US" b="1"/>
              <a:t>abstract data type</a:t>
            </a:r>
          </a:p>
          <a:p>
            <a:r>
              <a:rPr lang="en-US" altLang="en-US" b="1"/>
              <a:t>Create</a:t>
            </a:r>
          </a:p>
          <a:p>
            <a:r>
              <a:rPr lang="en-US" altLang="en-US" b="1"/>
              <a:t>Write – </a:t>
            </a:r>
            <a:r>
              <a:rPr lang="en-US" altLang="en-US"/>
              <a:t>at</a:t>
            </a:r>
            <a:r>
              <a:rPr lang="en-US" altLang="en-US" b="1"/>
              <a:t> </a:t>
            </a:r>
            <a:r>
              <a:rPr lang="en-US" altLang="en-US" b="1">
                <a:solidFill>
                  <a:srgbClr val="3366FF"/>
                </a:solidFill>
              </a:rPr>
              <a:t>write pointer </a:t>
            </a:r>
            <a:r>
              <a:rPr lang="en-US" altLang="en-US"/>
              <a:t>location</a:t>
            </a:r>
          </a:p>
          <a:p>
            <a:r>
              <a:rPr lang="en-US" altLang="en-US" b="1"/>
              <a:t>Read – </a:t>
            </a:r>
            <a:r>
              <a:rPr lang="en-US" altLang="en-US"/>
              <a:t>at</a:t>
            </a:r>
            <a:r>
              <a:rPr lang="en-US" altLang="en-US" b="1"/>
              <a:t> </a:t>
            </a:r>
            <a:r>
              <a:rPr lang="en-US" altLang="en-US" b="1">
                <a:solidFill>
                  <a:srgbClr val="3366FF"/>
                </a:solidFill>
              </a:rPr>
              <a:t>read pointer </a:t>
            </a:r>
            <a:r>
              <a:rPr lang="en-US" altLang="en-US"/>
              <a:t>location</a:t>
            </a:r>
          </a:p>
          <a:p>
            <a:r>
              <a:rPr lang="en-US" altLang="en-US" b="1"/>
              <a:t>Reposition within file - </a:t>
            </a:r>
            <a:r>
              <a:rPr lang="en-US" altLang="en-US" b="1">
                <a:solidFill>
                  <a:srgbClr val="3366FF"/>
                </a:solidFill>
              </a:rPr>
              <a:t>seek</a:t>
            </a:r>
          </a:p>
          <a:p>
            <a:r>
              <a:rPr lang="en-US" altLang="en-US" b="1"/>
              <a:t>Delete</a:t>
            </a:r>
          </a:p>
          <a:p>
            <a:r>
              <a:rPr lang="en-US" altLang="en-US" b="1"/>
              <a:t>Truncate</a:t>
            </a:r>
          </a:p>
          <a:p>
            <a:r>
              <a:rPr lang="en-US" altLang="en-US" b="1" i="1"/>
              <a:t>Open(F</a:t>
            </a:r>
            <a:r>
              <a:rPr lang="en-US" altLang="en-US" b="1" i="1" baseline="-25000"/>
              <a:t>i</a:t>
            </a:r>
            <a:r>
              <a:rPr lang="en-US" altLang="en-US" b="1" i="1"/>
              <a:t>)</a:t>
            </a:r>
            <a:r>
              <a:rPr lang="en-US" altLang="en-US" b="1"/>
              <a:t> </a:t>
            </a:r>
            <a:r>
              <a:rPr lang="en-US" altLang="en-US"/>
              <a:t>– search the directory structure on disk for entry </a:t>
            </a:r>
            <a:r>
              <a:rPr lang="en-US" altLang="en-US" b="1" i="1"/>
              <a:t>F</a:t>
            </a:r>
            <a:r>
              <a:rPr lang="en-US" altLang="en-US" b="1" i="1" baseline="-25000"/>
              <a:t>i</a:t>
            </a:r>
            <a:r>
              <a:rPr lang="en-US" altLang="en-US"/>
              <a:t>, and move the content of entry to memory</a:t>
            </a:r>
          </a:p>
          <a:p>
            <a:r>
              <a:rPr lang="en-US" altLang="en-US" b="1" i="1"/>
              <a:t>Close (F</a:t>
            </a:r>
            <a:r>
              <a:rPr lang="en-US" altLang="en-US" b="1" i="1" baseline="-25000"/>
              <a:t>i</a:t>
            </a:r>
            <a:r>
              <a:rPr lang="en-US" altLang="en-US" b="1" i="1"/>
              <a:t>)</a:t>
            </a:r>
            <a:r>
              <a:rPr lang="en-US" altLang="en-US" b="1"/>
              <a:t> </a:t>
            </a:r>
            <a:r>
              <a:rPr lang="en-US" altLang="en-US"/>
              <a:t>– move the content of entry</a:t>
            </a:r>
            <a:r>
              <a:rPr lang="en-US" altLang="en-US" b="1"/>
              <a:t> </a:t>
            </a:r>
            <a:r>
              <a:rPr lang="en-US" altLang="en-US" b="1" i="1"/>
              <a:t>F</a:t>
            </a:r>
            <a:r>
              <a:rPr lang="en-US" altLang="en-US" b="1" i="1" baseline="-25000"/>
              <a:t>i</a:t>
            </a:r>
            <a:r>
              <a:rPr lang="en-US" altLang="en-US" b="1"/>
              <a:t> </a:t>
            </a:r>
            <a:r>
              <a:rPr lang="en-US" altLang="en-US"/>
              <a:t>in memory to directory structure on disk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B9EC5539-79DC-7474-8AA4-A3F60A08264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79388"/>
            <a:ext cx="8229600" cy="576262"/>
          </a:xfrm>
        </p:spPr>
        <p:txBody>
          <a:bodyPr/>
          <a:lstStyle/>
          <a:p>
            <a:r>
              <a:rPr lang="en-US" altLang="en-US"/>
              <a:t>Open Files</a:t>
            </a:r>
          </a:p>
        </p:txBody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9BE646A5-96DE-AF6B-854A-6BFA73B7B61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5025" y="1120775"/>
            <a:ext cx="6804025" cy="4530725"/>
          </a:xfrm>
        </p:spPr>
        <p:txBody>
          <a:bodyPr/>
          <a:lstStyle/>
          <a:p>
            <a:r>
              <a:rPr lang="en-US" altLang="en-US"/>
              <a:t>Several pieces of data are needed to manage open files:</a:t>
            </a:r>
          </a:p>
          <a:p>
            <a:pPr lvl="1"/>
            <a:r>
              <a:rPr lang="en-US" altLang="en-US" b="1">
                <a:solidFill>
                  <a:srgbClr val="3366FF"/>
                </a:solidFill>
              </a:rPr>
              <a:t>Open-file table</a:t>
            </a:r>
            <a:r>
              <a:rPr lang="en-US" altLang="en-US"/>
              <a:t>: tracks open files</a:t>
            </a:r>
          </a:p>
          <a:p>
            <a:pPr lvl="1"/>
            <a:r>
              <a:rPr lang="en-US" altLang="en-US"/>
              <a:t>File pointer:  pointer to last read/write location, per process that has the file open</a:t>
            </a:r>
          </a:p>
          <a:p>
            <a:pPr lvl="1"/>
            <a:r>
              <a:rPr lang="en-US" altLang="en-US" b="1">
                <a:solidFill>
                  <a:srgbClr val="3366FF"/>
                </a:solidFill>
              </a:rPr>
              <a:t>File-open count</a:t>
            </a:r>
            <a:r>
              <a:rPr lang="en-US" altLang="en-US"/>
              <a:t>: counter of number of times a file is open – to allow removal of data from open-file table when last processes closes it</a:t>
            </a:r>
          </a:p>
          <a:p>
            <a:pPr lvl="1"/>
            <a:r>
              <a:rPr lang="en-US" altLang="en-US"/>
              <a:t>Disk location of the file: cache of data access information</a:t>
            </a:r>
          </a:p>
          <a:p>
            <a:pPr lvl="1"/>
            <a:r>
              <a:rPr lang="en-US" altLang="en-US"/>
              <a:t>Access rights: per-process access mode information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A8FCB952-9306-709F-A602-54EEE329CA7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79388"/>
            <a:ext cx="8229600" cy="576262"/>
          </a:xfrm>
        </p:spPr>
        <p:txBody>
          <a:bodyPr/>
          <a:lstStyle/>
          <a:p>
            <a:r>
              <a:rPr lang="en-US" altLang="en-US"/>
              <a:t>Open File Locking</a:t>
            </a:r>
          </a:p>
        </p:txBody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B5C30D0D-32C3-BFCE-167E-E397EB70B1E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06450" y="1106488"/>
            <a:ext cx="7142163" cy="4530725"/>
          </a:xfrm>
        </p:spPr>
        <p:txBody>
          <a:bodyPr/>
          <a:lstStyle/>
          <a:p>
            <a:r>
              <a:rPr lang="en-US" altLang="en-US"/>
              <a:t>Provided by some operating systems and file systems</a:t>
            </a:r>
          </a:p>
          <a:p>
            <a:pPr lvl="1"/>
            <a:r>
              <a:rPr lang="en-US" altLang="en-US"/>
              <a:t>Similar to reader-writer locks</a:t>
            </a:r>
          </a:p>
          <a:p>
            <a:pPr lvl="1"/>
            <a:r>
              <a:rPr lang="en-US" altLang="en-US" b="1">
                <a:solidFill>
                  <a:srgbClr val="3366FF"/>
                </a:solidFill>
              </a:rPr>
              <a:t>Shared</a:t>
            </a:r>
            <a:r>
              <a:rPr lang="en-US" altLang="en-US"/>
              <a:t> </a:t>
            </a:r>
            <a:r>
              <a:rPr lang="en-US" altLang="en-US" b="1">
                <a:solidFill>
                  <a:srgbClr val="3366FF"/>
                </a:solidFill>
              </a:rPr>
              <a:t>lock</a:t>
            </a:r>
            <a:r>
              <a:rPr lang="en-US" altLang="en-US"/>
              <a:t> similar to reader lock – several processes can acquire concurrently</a:t>
            </a:r>
          </a:p>
          <a:p>
            <a:pPr lvl="1"/>
            <a:r>
              <a:rPr lang="en-US" altLang="en-US" b="1">
                <a:solidFill>
                  <a:srgbClr val="3366FF"/>
                </a:solidFill>
              </a:rPr>
              <a:t>Exclusive lock </a:t>
            </a:r>
            <a:r>
              <a:rPr lang="en-US" altLang="en-US"/>
              <a:t>similar to writer lock</a:t>
            </a:r>
          </a:p>
          <a:p>
            <a:r>
              <a:rPr lang="en-US" altLang="en-US"/>
              <a:t>Mediates access to a file</a:t>
            </a:r>
          </a:p>
          <a:p>
            <a:r>
              <a:rPr lang="en-US" altLang="en-US"/>
              <a:t>Mandatory or advisory:</a:t>
            </a:r>
          </a:p>
          <a:p>
            <a:pPr lvl="1"/>
            <a:r>
              <a:rPr lang="en-US" altLang="en-US" b="1">
                <a:solidFill>
                  <a:srgbClr val="3366FF"/>
                </a:solidFill>
              </a:rPr>
              <a:t>Mandatory</a:t>
            </a:r>
            <a:r>
              <a:rPr lang="en-US" altLang="en-US"/>
              <a:t> – access is denied depending on locks held and requested</a:t>
            </a:r>
          </a:p>
          <a:p>
            <a:pPr lvl="1"/>
            <a:r>
              <a:rPr lang="en-US" altLang="en-US" b="1">
                <a:solidFill>
                  <a:srgbClr val="3366FF"/>
                </a:solidFill>
              </a:rPr>
              <a:t>Advisory</a:t>
            </a:r>
            <a:r>
              <a:rPr lang="en-US" altLang="en-US"/>
              <a:t> – processes can find status of locks and decide what to do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7B257831-5C5E-255E-A9C4-D6400147F4C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81088" y="179388"/>
            <a:ext cx="7605712" cy="576262"/>
          </a:xfrm>
        </p:spPr>
        <p:txBody>
          <a:bodyPr/>
          <a:lstStyle/>
          <a:p>
            <a:r>
              <a:rPr lang="en-US" altLang="en-US"/>
              <a:t>File Locking Example – Java API</a:t>
            </a:r>
          </a:p>
        </p:txBody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388D97EC-53D7-EC35-C882-B14F2AD12DA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185863" y="1233488"/>
            <a:ext cx="7648575" cy="4530725"/>
          </a:xfrm>
        </p:spPr>
        <p:txBody>
          <a:bodyPr/>
          <a:lstStyle/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400">
                <a:solidFill>
                  <a:srgbClr val="0033CC"/>
                </a:solidFill>
              </a:rPr>
              <a:t>import java.io.*;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400">
                <a:solidFill>
                  <a:srgbClr val="0033CC"/>
                </a:solidFill>
              </a:rPr>
              <a:t>import java.nio.channels.*;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400">
                <a:solidFill>
                  <a:srgbClr val="0033CC"/>
                </a:solidFill>
              </a:rPr>
              <a:t>public class LockingExample { 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400" i="1">
                <a:solidFill>
                  <a:srgbClr val="0033CC"/>
                </a:solidFill>
              </a:rPr>
              <a:t>	</a:t>
            </a:r>
            <a:r>
              <a:rPr lang="en-US" altLang="en-US" sz="1400">
                <a:solidFill>
                  <a:srgbClr val="0033CC"/>
                </a:solidFill>
              </a:rPr>
              <a:t>public static final boolean EXCLUSIVE = false;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400">
                <a:solidFill>
                  <a:srgbClr val="0033CC"/>
                </a:solidFill>
              </a:rPr>
              <a:t>	public static final boolean SHARED = true;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400">
                <a:solidFill>
                  <a:srgbClr val="0033CC"/>
                </a:solidFill>
              </a:rPr>
              <a:t>	public static void main(String arsg[]) throws IOException </a:t>
            </a:r>
            <a:r>
              <a:rPr lang="en-US" altLang="en-US" sz="1400" i="1">
                <a:solidFill>
                  <a:srgbClr val="0033CC"/>
                </a:solidFill>
              </a:rPr>
              <a:t>{ 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400">
                <a:solidFill>
                  <a:srgbClr val="0033CC"/>
                </a:solidFill>
              </a:rPr>
              <a:t>		FileLock sharedLock = null;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400">
                <a:solidFill>
                  <a:srgbClr val="0033CC"/>
                </a:solidFill>
              </a:rPr>
              <a:t>		FileLock exclusiveLock = null;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400">
                <a:solidFill>
                  <a:srgbClr val="0033CC"/>
                </a:solidFill>
              </a:rPr>
              <a:t>		try { 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400">
                <a:solidFill>
                  <a:srgbClr val="0033CC"/>
                </a:solidFill>
              </a:rPr>
              <a:t>			RandomAccessFile raf = new RandomAccessFile("file.txt", "rw");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400">
                <a:solidFill>
                  <a:srgbClr val="0033CC"/>
                </a:solidFill>
              </a:rPr>
              <a:t>			// get the channel for the file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400">
                <a:solidFill>
                  <a:srgbClr val="0033CC"/>
                </a:solidFill>
              </a:rPr>
              <a:t>			FileChannel ch = raf.getChannel();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400">
                <a:solidFill>
                  <a:srgbClr val="0033CC"/>
                </a:solidFill>
              </a:rPr>
              <a:t>			// this locks the first half of the file - exclusive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400">
                <a:solidFill>
                  <a:srgbClr val="0033CC"/>
                </a:solidFill>
              </a:rPr>
              <a:t>			exclusiveLock = ch.lock(0, raf.length()/2, EXCLUSIVE);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400">
                <a:solidFill>
                  <a:srgbClr val="0033CC"/>
                </a:solidFill>
              </a:rPr>
              <a:t>			/** Now modify the data . . . */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400">
                <a:solidFill>
                  <a:srgbClr val="0033CC"/>
                </a:solidFill>
              </a:rPr>
              <a:t>			// release the lock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400">
                <a:solidFill>
                  <a:srgbClr val="0033CC"/>
                </a:solidFill>
              </a:rPr>
              <a:t>			exclusiveLock.release();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endParaRPr lang="en-US" altLang="en-US" sz="1400">
              <a:solidFill>
                <a:srgbClr val="0033CC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E3C4C192-2319-ADEE-D85B-1C12744AA15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19200" y="147638"/>
            <a:ext cx="7996238" cy="576262"/>
          </a:xfrm>
        </p:spPr>
        <p:txBody>
          <a:bodyPr/>
          <a:lstStyle/>
          <a:p>
            <a:r>
              <a:rPr lang="en-US" altLang="en-US" sz="3000"/>
              <a:t>File Locking Example – Java API (Cont.)</a:t>
            </a:r>
          </a:p>
        </p:txBody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C6F2B37E-A86C-1E7D-EA68-C390F6923B0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798513" y="1250950"/>
            <a:ext cx="7243762" cy="5267325"/>
          </a:xfrm>
        </p:spPr>
        <p:txBody>
          <a:bodyPr/>
          <a:lstStyle/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>
                <a:solidFill>
                  <a:srgbClr val="0033CC"/>
                </a:solidFill>
              </a:rPr>
              <a:t>			// this locks the second half of the file - shared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>
                <a:solidFill>
                  <a:srgbClr val="0033CC"/>
                </a:solidFill>
              </a:rPr>
              <a:t>			sharedLock = ch.lock(raf.length()/2+1, raf.length(), 				SHARED);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>
                <a:solidFill>
                  <a:srgbClr val="0033CC"/>
                </a:solidFill>
              </a:rPr>
              <a:t>			/** Now read the data . . . */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>
                <a:solidFill>
                  <a:srgbClr val="0033CC"/>
                </a:solidFill>
              </a:rPr>
              <a:t>			// release the lock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>
                <a:solidFill>
                  <a:srgbClr val="0033CC"/>
                </a:solidFill>
              </a:rPr>
              <a:t>			sharedLock.release();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i="1">
                <a:solidFill>
                  <a:srgbClr val="0033CC"/>
                </a:solidFill>
              </a:rPr>
              <a:t>		</a:t>
            </a:r>
            <a:r>
              <a:rPr lang="en-US" altLang="en-US" sz="1600">
                <a:solidFill>
                  <a:srgbClr val="0033CC"/>
                </a:solidFill>
              </a:rPr>
              <a:t>}</a:t>
            </a:r>
            <a:r>
              <a:rPr lang="en-US" altLang="en-US" sz="1600" i="1">
                <a:solidFill>
                  <a:srgbClr val="0033CC"/>
                </a:solidFill>
              </a:rPr>
              <a:t> </a:t>
            </a:r>
            <a:r>
              <a:rPr lang="en-US" altLang="en-US" sz="1600">
                <a:solidFill>
                  <a:srgbClr val="0033CC"/>
                </a:solidFill>
              </a:rPr>
              <a:t>catch (java.io.IOException ioe) {</a:t>
            </a:r>
            <a:r>
              <a:rPr lang="en-US" altLang="en-US" sz="1600" i="1">
                <a:solidFill>
                  <a:srgbClr val="0033CC"/>
                </a:solidFill>
              </a:rPr>
              <a:t> 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i="1">
                <a:solidFill>
                  <a:srgbClr val="0033CC"/>
                </a:solidFill>
              </a:rPr>
              <a:t>			</a:t>
            </a:r>
            <a:r>
              <a:rPr lang="en-US" altLang="en-US" sz="1600">
                <a:solidFill>
                  <a:srgbClr val="0033CC"/>
                </a:solidFill>
              </a:rPr>
              <a:t>System.err.println(ioe);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i="1">
                <a:solidFill>
                  <a:srgbClr val="0033CC"/>
                </a:solidFill>
              </a:rPr>
              <a:t>		</a:t>
            </a:r>
            <a:r>
              <a:rPr lang="en-US" altLang="en-US" sz="1600">
                <a:solidFill>
                  <a:srgbClr val="0033CC"/>
                </a:solidFill>
              </a:rPr>
              <a:t>}finally {</a:t>
            </a:r>
            <a:r>
              <a:rPr lang="en-US" altLang="en-US" sz="1600" i="1">
                <a:solidFill>
                  <a:srgbClr val="0033CC"/>
                </a:solidFill>
              </a:rPr>
              <a:t> 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>
                <a:solidFill>
                  <a:srgbClr val="0033CC"/>
                </a:solidFill>
              </a:rPr>
              <a:t>			if (exclusiveLock != null)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>
                <a:solidFill>
                  <a:srgbClr val="0033CC"/>
                </a:solidFill>
              </a:rPr>
              <a:t>			exclusiveLock.release();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>
                <a:solidFill>
                  <a:srgbClr val="0033CC"/>
                </a:solidFill>
              </a:rPr>
              <a:t>			if (sharedLock != null)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>
                <a:solidFill>
                  <a:srgbClr val="0033CC"/>
                </a:solidFill>
              </a:rPr>
              <a:t>			sharedLock.release();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i="1">
                <a:solidFill>
                  <a:srgbClr val="0033CC"/>
                </a:solidFill>
              </a:rPr>
              <a:t>		</a:t>
            </a:r>
            <a:r>
              <a:rPr lang="en-US" altLang="en-US" sz="1600">
                <a:solidFill>
                  <a:srgbClr val="0033CC"/>
                </a:solidFill>
              </a:rPr>
              <a:t>}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i="1">
                <a:solidFill>
                  <a:srgbClr val="0033CC"/>
                </a:solidFill>
              </a:rPr>
              <a:t>	</a:t>
            </a:r>
            <a:r>
              <a:rPr lang="en-US" altLang="en-US" sz="1600">
                <a:solidFill>
                  <a:srgbClr val="0033CC"/>
                </a:solidFill>
              </a:rPr>
              <a:t>}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>
                <a:solidFill>
                  <a:srgbClr val="0033CC"/>
                </a:solidFill>
              </a:rPr>
              <a:t>}</a:t>
            </a:r>
          </a:p>
          <a:p>
            <a:pPr>
              <a:lnSpc>
                <a:spcPct val="80000"/>
              </a:lnSpc>
            </a:pPr>
            <a:endParaRPr lang="en-US" altLang="en-US" sz="1600">
              <a:solidFill>
                <a:srgbClr val="0033CC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E62ECBA6-D7E3-A030-5B9A-95A14B2864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68363" y="165100"/>
            <a:ext cx="7818437" cy="576263"/>
          </a:xfrm>
        </p:spPr>
        <p:txBody>
          <a:bodyPr/>
          <a:lstStyle/>
          <a:p>
            <a:r>
              <a:rPr lang="en-US" altLang="en-US"/>
              <a:t>File Types – Name, Extension</a:t>
            </a:r>
          </a:p>
        </p:txBody>
      </p:sp>
      <p:pic>
        <p:nvPicPr>
          <p:cNvPr id="37891" name="Picture 4">
            <a:extLst>
              <a:ext uri="{FF2B5EF4-FFF2-40B4-BE49-F238E27FC236}">
                <a16:creationId xmlns:a16="http://schemas.microsoft.com/office/drawing/2014/main" id="{15BA3C77-DDCB-0405-1FAB-71CB43A774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15" t="1186" r="15715" b="1186"/>
          <a:stretch>
            <a:fillRect/>
          </a:stretch>
        </p:blipFill>
        <p:spPr bwMode="auto">
          <a:xfrm>
            <a:off x="2498725" y="1209675"/>
            <a:ext cx="4337050" cy="4632325"/>
          </a:xfrm>
          <a:prstGeom prst="rect">
            <a:avLst/>
          </a:prstGeom>
          <a:noFill/>
          <a:ln w="38100" cmpd="dbl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DAD95515-8334-B46D-06B7-7858F7B8EB1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09638" y="150813"/>
            <a:ext cx="7777162" cy="576262"/>
          </a:xfrm>
        </p:spPr>
        <p:txBody>
          <a:bodyPr/>
          <a:lstStyle/>
          <a:p>
            <a:r>
              <a:rPr lang="en-US" altLang="en-US"/>
              <a:t>File Structure</a:t>
            </a:r>
          </a:p>
        </p:txBody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470B42AD-23A9-3BDB-167A-55D8C4A0DF2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49313" y="1106488"/>
            <a:ext cx="6705600" cy="4530725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/>
              <a:t>None - sequence of words, bytes</a:t>
            </a:r>
          </a:p>
          <a:p>
            <a:pPr>
              <a:lnSpc>
                <a:spcPct val="90000"/>
              </a:lnSpc>
            </a:pPr>
            <a:r>
              <a:rPr lang="en-US" altLang="en-US"/>
              <a:t>Simple record structure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Lines 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Fixed length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Variable length</a:t>
            </a:r>
          </a:p>
          <a:p>
            <a:pPr>
              <a:lnSpc>
                <a:spcPct val="90000"/>
              </a:lnSpc>
            </a:pPr>
            <a:r>
              <a:rPr lang="en-US" altLang="en-US"/>
              <a:t>Complex Structures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Formatted document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Relocatable load file	</a:t>
            </a:r>
          </a:p>
          <a:p>
            <a:pPr>
              <a:lnSpc>
                <a:spcPct val="90000"/>
              </a:lnSpc>
            </a:pPr>
            <a:r>
              <a:rPr lang="en-US" altLang="en-US"/>
              <a:t>Can simulate last two with first method by inserting appropriate control characters</a:t>
            </a:r>
          </a:p>
          <a:p>
            <a:pPr>
              <a:lnSpc>
                <a:spcPct val="90000"/>
              </a:lnSpc>
            </a:pPr>
            <a:r>
              <a:rPr lang="en-US" altLang="en-US"/>
              <a:t>Who decides: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Operating system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Program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D09930A4-725A-39D4-B564-1F3B9F35F8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79388"/>
            <a:ext cx="8229600" cy="576262"/>
          </a:xfrm>
        </p:spPr>
        <p:txBody>
          <a:bodyPr/>
          <a:lstStyle/>
          <a:p>
            <a:r>
              <a:rPr lang="en-US" altLang="en-US"/>
              <a:t>Sequential-access File</a:t>
            </a:r>
          </a:p>
        </p:txBody>
      </p:sp>
      <p:pic>
        <p:nvPicPr>
          <p:cNvPr id="41987" name="Picture 5">
            <a:extLst>
              <a:ext uri="{FF2B5EF4-FFF2-40B4-BE49-F238E27FC236}">
                <a16:creationId xmlns:a16="http://schemas.microsoft.com/office/drawing/2014/main" id="{ED392784-B981-96DB-B7A4-408D984AA2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8950" y="1358900"/>
            <a:ext cx="5946775" cy="1901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:a16="http://schemas.microsoft.com/office/drawing/2014/main" id="{41245E6F-F454-9ADC-F3E7-88D8802FB57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Access Methods</a:t>
            </a:r>
          </a:p>
        </p:txBody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D51C438E-3A5C-9B0F-3653-D4546B42B46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55675" y="1211263"/>
            <a:ext cx="7343775" cy="4529137"/>
          </a:xfrm>
        </p:spPr>
        <p:txBody>
          <a:bodyPr/>
          <a:lstStyle/>
          <a:p>
            <a:pPr>
              <a:lnSpc>
                <a:spcPct val="90000"/>
              </a:lnSpc>
              <a:tabLst>
                <a:tab pos="3203575" algn="l"/>
                <a:tab pos="4056063" algn="l"/>
              </a:tabLst>
            </a:pPr>
            <a:r>
              <a:rPr lang="en-US" altLang="en-US" sz="1600" b="1"/>
              <a:t>Sequential Access</a:t>
            </a:r>
          </a:p>
          <a:p>
            <a:pPr>
              <a:lnSpc>
                <a:spcPct val="90000"/>
              </a:lnSpc>
              <a:spcBef>
                <a:spcPct val="10000"/>
              </a:spcBef>
              <a:buFont typeface="Monotype Sorts" pitchFamily="-84" charset="2"/>
              <a:buNone/>
              <a:tabLst>
                <a:tab pos="3203575" algn="l"/>
                <a:tab pos="4056063" algn="l"/>
              </a:tabLst>
            </a:pPr>
            <a:r>
              <a:rPr lang="en-US" altLang="en-US" sz="1600">
                <a:solidFill>
                  <a:srgbClr val="000000"/>
                </a:solidFill>
              </a:rPr>
              <a:t>		</a:t>
            </a:r>
            <a:r>
              <a:rPr lang="en-US" altLang="en-US" sz="16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read next</a:t>
            </a:r>
          </a:p>
          <a:p>
            <a:pPr>
              <a:lnSpc>
                <a:spcPct val="90000"/>
              </a:lnSpc>
              <a:spcBef>
                <a:spcPct val="10000"/>
              </a:spcBef>
              <a:buFont typeface="Monotype Sorts" pitchFamily="-84" charset="2"/>
              <a:buNone/>
              <a:tabLst>
                <a:tab pos="3203575" algn="l"/>
                <a:tab pos="4056063" algn="l"/>
              </a:tabLst>
            </a:pPr>
            <a:r>
              <a:rPr lang="en-US" altLang="en-US" sz="16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write next </a:t>
            </a:r>
          </a:p>
          <a:p>
            <a:pPr>
              <a:lnSpc>
                <a:spcPct val="90000"/>
              </a:lnSpc>
              <a:spcBef>
                <a:spcPct val="10000"/>
              </a:spcBef>
              <a:buFont typeface="Monotype Sorts" pitchFamily="-84" charset="2"/>
              <a:buNone/>
              <a:tabLst>
                <a:tab pos="3203575" algn="l"/>
                <a:tab pos="4056063" algn="l"/>
              </a:tabLst>
            </a:pPr>
            <a:r>
              <a:rPr lang="en-US" altLang="en-US" sz="16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reset</a:t>
            </a:r>
          </a:p>
          <a:p>
            <a:pPr>
              <a:lnSpc>
                <a:spcPct val="90000"/>
              </a:lnSpc>
              <a:spcBef>
                <a:spcPct val="10000"/>
              </a:spcBef>
              <a:buFont typeface="Monotype Sorts" pitchFamily="-84" charset="2"/>
              <a:buNone/>
              <a:tabLst>
                <a:tab pos="3203575" algn="l"/>
                <a:tab pos="4056063" algn="l"/>
              </a:tabLst>
            </a:pPr>
            <a:r>
              <a:rPr lang="en-US" altLang="en-US" sz="1600">
                <a:solidFill>
                  <a:srgbClr val="000000"/>
                </a:solidFill>
              </a:rPr>
              <a:t>		no read after last write</a:t>
            </a:r>
          </a:p>
          <a:p>
            <a:pPr>
              <a:lnSpc>
                <a:spcPct val="90000"/>
              </a:lnSpc>
              <a:spcBef>
                <a:spcPct val="10000"/>
              </a:spcBef>
              <a:buFont typeface="Monotype Sorts" pitchFamily="-84" charset="2"/>
              <a:buNone/>
              <a:tabLst>
                <a:tab pos="3203575" algn="l"/>
                <a:tab pos="4056063" algn="l"/>
              </a:tabLst>
            </a:pPr>
            <a:r>
              <a:rPr lang="en-US" altLang="en-US" sz="1600">
                <a:solidFill>
                  <a:srgbClr val="000000"/>
                </a:solidFill>
              </a:rPr>
              <a:t>			(rewrite)</a:t>
            </a:r>
          </a:p>
          <a:p>
            <a:pPr>
              <a:lnSpc>
                <a:spcPct val="90000"/>
              </a:lnSpc>
              <a:tabLst>
                <a:tab pos="3203575" algn="l"/>
                <a:tab pos="4056063" algn="l"/>
              </a:tabLst>
            </a:pPr>
            <a:r>
              <a:rPr lang="en-US" altLang="en-US" sz="1600" b="1">
                <a:solidFill>
                  <a:srgbClr val="000000"/>
                </a:solidFill>
              </a:rPr>
              <a:t>Direct Access – </a:t>
            </a:r>
            <a:r>
              <a:rPr lang="en-US" altLang="en-US" sz="1600">
                <a:solidFill>
                  <a:srgbClr val="000000"/>
                </a:solidFill>
              </a:rPr>
              <a:t>file is fixed length </a:t>
            </a:r>
            <a:r>
              <a:rPr lang="en-US" altLang="en-US" sz="1600">
                <a:solidFill>
                  <a:srgbClr val="0033CC"/>
                </a:solidFill>
              </a:rPr>
              <a:t>logical records</a:t>
            </a:r>
          </a:p>
          <a:p>
            <a:pPr>
              <a:lnSpc>
                <a:spcPct val="90000"/>
              </a:lnSpc>
              <a:spcBef>
                <a:spcPct val="10000"/>
              </a:spcBef>
              <a:buFont typeface="Monotype Sorts" pitchFamily="-84" charset="2"/>
              <a:buNone/>
              <a:tabLst>
                <a:tab pos="3203575" algn="l"/>
                <a:tab pos="4056063" algn="l"/>
              </a:tabLst>
            </a:pPr>
            <a:r>
              <a:rPr lang="en-US" altLang="en-US" sz="1600">
                <a:solidFill>
                  <a:srgbClr val="000000"/>
                </a:solidFill>
              </a:rPr>
              <a:t>		</a:t>
            </a:r>
            <a:r>
              <a:rPr lang="en-US" altLang="en-US" sz="16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read </a:t>
            </a:r>
            <a:r>
              <a:rPr lang="en-US" altLang="en-US" sz="1600" b="1" i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</a:p>
          <a:p>
            <a:pPr>
              <a:lnSpc>
                <a:spcPct val="90000"/>
              </a:lnSpc>
              <a:spcBef>
                <a:spcPct val="10000"/>
              </a:spcBef>
              <a:buFont typeface="Monotype Sorts" pitchFamily="-84" charset="2"/>
              <a:buNone/>
              <a:tabLst>
                <a:tab pos="3203575" algn="l"/>
                <a:tab pos="4056063" algn="l"/>
              </a:tabLst>
            </a:pPr>
            <a:r>
              <a:rPr lang="en-US" altLang="en-US" sz="16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write </a:t>
            </a:r>
            <a:r>
              <a:rPr lang="en-US" altLang="en-US" sz="1600" b="1" i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</a:p>
          <a:p>
            <a:pPr>
              <a:lnSpc>
                <a:spcPct val="90000"/>
              </a:lnSpc>
              <a:spcBef>
                <a:spcPct val="10000"/>
              </a:spcBef>
              <a:buFont typeface="Monotype Sorts" pitchFamily="-84" charset="2"/>
              <a:buNone/>
              <a:tabLst>
                <a:tab pos="3203575" algn="l"/>
                <a:tab pos="4056063" algn="l"/>
              </a:tabLst>
            </a:pPr>
            <a:r>
              <a:rPr lang="en-US" altLang="en-US" sz="16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position to </a:t>
            </a:r>
            <a:r>
              <a:rPr lang="en-US" altLang="en-US" sz="1600" b="1" i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</a:p>
          <a:p>
            <a:pPr>
              <a:lnSpc>
                <a:spcPct val="90000"/>
              </a:lnSpc>
              <a:spcBef>
                <a:spcPct val="10000"/>
              </a:spcBef>
              <a:buFont typeface="Monotype Sorts" pitchFamily="-84" charset="2"/>
              <a:buNone/>
              <a:tabLst>
                <a:tab pos="3203575" algn="l"/>
                <a:tab pos="4056063" algn="l"/>
              </a:tabLst>
            </a:pPr>
            <a:r>
              <a:rPr lang="en-US" altLang="en-US" sz="16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read next</a:t>
            </a:r>
          </a:p>
          <a:p>
            <a:pPr>
              <a:lnSpc>
                <a:spcPct val="90000"/>
              </a:lnSpc>
              <a:spcBef>
                <a:spcPct val="10000"/>
              </a:spcBef>
              <a:buFont typeface="Monotype Sorts" pitchFamily="-84" charset="2"/>
              <a:buNone/>
              <a:tabLst>
                <a:tab pos="3203575" algn="l"/>
                <a:tab pos="4056063" algn="l"/>
              </a:tabLst>
            </a:pPr>
            <a:r>
              <a:rPr lang="en-US" altLang="en-US" sz="16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write next </a:t>
            </a:r>
          </a:p>
          <a:p>
            <a:pPr>
              <a:lnSpc>
                <a:spcPct val="90000"/>
              </a:lnSpc>
              <a:spcBef>
                <a:spcPct val="10000"/>
              </a:spcBef>
              <a:buFont typeface="Monotype Sorts" pitchFamily="-84" charset="2"/>
              <a:buNone/>
              <a:tabLst>
                <a:tab pos="3203575" algn="l"/>
                <a:tab pos="4056063" algn="l"/>
              </a:tabLst>
            </a:pPr>
            <a:r>
              <a:rPr lang="en-US" altLang="en-US" sz="16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rewrite </a:t>
            </a:r>
            <a:r>
              <a:rPr lang="en-US" altLang="en-US" sz="1600" b="1" i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3203575" algn="l"/>
                <a:tab pos="4056063" algn="l"/>
              </a:tabLst>
            </a:pPr>
            <a:r>
              <a:rPr lang="en-US" altLang="en-US" sz="1600"/>
              <a:t>	</a:t>
            </a:r>
            <a:r>
              <a:rPr lang="en-US" altLang="en-US" sz="1600" i="1"/>
              <a:t>n</a:t>
            </a:r>
            <a:r>
              <a:rPr lang="en-US" altLang="en-US" sz="1600"/>
              <a:t> = </a:t>
            </a:r>
            <a:r>
              <a:rPr lang="en-US" altLang="en-US" sz="1600">
                <a:solidFill>
                  <a:srgbClr val="0033CC"/>
                </a:solidFill>
              </a:rPr>
              <a:t>relative block number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3203575" algn="l"/>
                <a:tab pos="4056063" algn="l"/>
              </a:tabLst>
            </a:pPr>
            <a:endParaRPr lang="en-US" altLang="en-US" sz="1600"/>
          </a:p>
          <a:p>
            <a:pPr>
              <a:lnSpc>
                <a:spcPct val="90000"/>
              </a:lnSpc>
              <a:tabLst>
                <a:tab pos="3203575" algn="l"/>
                <a:tab pos="4056063" algn="l"/>
              </a:tabLst>
            </a:pPr>
            <a:r>
              <a:rPr lang="en-US" altLang="en-US" sz="1600"/>
              <a:t>Relative block numbers allow OS to decide where file should be placed</a:t>
            </a:r>
          </a:p>
          <a:p>
            <a:pPr lvl="1">
              <a:lnSpc>
                <a:spcPct val="90000"/>
              </a:lnSpc>
              <a:tabLst>
                <a:tab pos="3203575" algn="l"/>
                <a:tab pos="4056063" algn="l"/>
              </a:tabLst>
            </a:pPr>
            <a:r>
              <a:rPr lang="en-US" altLang="en-US" sz="1600"/>
              <a:t>See </a:t>
            </a:r>
            <a:r>
              <a:rPr lang="en-US" altLang="en-US" sz="1600">
                <a:solidFill>
                  <a:srgbClr val="0033CC"/>
                </a:solidFill>
              </a:rPr>
              <a:t>allocation problem </a:t>
            </a:r>
            <a:r>
              <a:rPr lang="en-US" altLang="en-US" sz="1600"/>
              <a:t>in Ch 12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65D708D5-148A-037D-0034-05AC9AF88F2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55675" y="196850"/>
            <a:ext cx="8301038" cy="438150"/>
          </a:xfrm>
        </p:spPr>
        <p:txBody>
          <a:bodyPr/>
          <a:lstStyle/>
          <a:p>
            <a:r>
              <a:rPr lang="en-US" altLang="en-US" sz="2000"/>
              <a:t>Simulation of Sequential Access on Direct-access File</a:t>
            </a:r>
          </a:p>
        </p:txBody>
      </p:sp>
      <p:pic>
        <p:nvPicPr>
          <p:cNvPr id="46083" name="Picture 6">
            <a:extLst>
              <a:ext uri="{FF2B5EF4-FFF2-40B4-BE49-F238E27FC236}">
                <a16:creationId xmlns:a16="http://schemas.microsoft.com/office/drawing/2014/main" id="{2AF71FAD-33F4-CBA5-C316-D5EC9EA1EB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1800" y="1289050"/>
            <a:ext cx="6129338" cy="226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15356C27-291A-78C2-8400-40E246E76C1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36525"/>
            <a:ext cx="8229600" cy="576263"/>
          </a:xfrm>
        </p:spPr>
        <p:txBody>
          <a:bodyPr/>
          <a:lstStyle/>
          <a:p>
            <a:r>
              <a:rPr lang="en-US" altLang="en-US"/>
              <a:t>Other Access Methods</a:t>
            </a:r>
          </a:p>
        </p:txBody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8288FD02-8675-41A8-0A1B-4120A9644A2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00113" y="1196975"/>
            <a:ext cx="6780212" cy="4233863"/>
          </a:xfrm>
        </p:spPr>
        <p:txBody>
          <a:bodyPr/>
          <a:lstStyle/>
          <a:p>
            <a:pPr>
              <a:lnSpc>
                <a:spcPct val="90000"/>
              </a:lnSpc>
              <a:tabLst>
                <a:tab pos="3203575" algn="l"/>
                <a:tab pos="4056063" algn="l"/>
              </a:tabLst>
            </a:pPr>
            <a:r>
              <a:rPr lang="en-US" altLang="en-US">
                <a:solidFill>
                  <a:srgbClr val="000000"/>
                </a:solidFill>
              </a:rPr>
              <a:t>Can be built on top of base methods</a:t>
            </a:r>
          </a:p>
          <a:p>
            <a:pPr>
              <a:lnSpc>
                <a:spcPct val="90000"/>
              </a:lnSpc>
              <a:tabLst>
                <a:tab pos="3203575" algn="l"/>
                <a:tab pos="4056063" algn="l"/>
              </a:tabLst>
            </a:pPr>
            <a:r>
              <a:rPr lang="en-US" altLang="en-US">
                <a:solidFill>
                  <a:srgbClr val="000000"/>
                </a:solidFill>
              </a:rPr>
              <a:t>General involve creation of an </a:t>
            </a:r>
            <a:r>
              <a:rPr lang="en-US" altLang="en-US">
                <a:solidFill>
                  <a:srgbClr val="0033CC"/>
                </a:solidFill>
              </a:rPr>
              <a:t>index</a:t>
            </a:r>
            <a:r>
              <a:rPr lang="en-US" altLang="en-US">
                <a:solidFill>
                  <a:srgbClr val="000000"/>
                </a:solidFill>
              </a:rPr>
              <a:t> for the file</a:t>
            </a:r>
          </a:p>
          <a:p>
            <a:pPr>
              <a:lnSpc>
                <a:spcPct val="90000"/>
              </a:lnSpc>
              <a:tabLst>
                <a:tab pos="3203575" algn="l"/>
                <a:tab pos="4056063" algn="l"/>
              </a:tabLst>
            </a:pPr>
            <a:r>
              <a:rPr lang="en-US" altLang="en-US">
                <a:solidFill>
                  <a:srgbClr val="000000"/>
                </a:solidFill>
              </a:rPr>
              <a:t>Keep index in memory for fast determination of location of data to be operated on (consider UPC code plus record of data about that item)</a:t>
            </a:r>
          </a:p>
          <a:p>
            <a:pPr>
              <a:lnSpc>
                <a:spcPct val="90000"/>
              </a:lnSpc>
              <a:tabLst>
                <a:tab pos="3203575" algn="l"/>
                <a:tab pos="4056063" algn="l"/>
              </a:tabLst>
            </a:pPr>
            <a:r>
              <a:rPr lang="en-US" altLang="en-US">
                <a:solidFill>
                  <a:srgbClr val="000000"/>
                </a:solidFill>
              </a:rPr>
              <a:t>If too large, index (in memory) of the index (on disk)</a:t>
            </a:r>
          </a:p>
          <a:p>
            <a:pPr>
              <a:lnSpc>
                <a:spcPct val="90000"/>
              </a:lnSpc>
              <a:tabLst>
                <a:tab pos="3203575" algn="l"/>
                <a:tab pos="4056063" algn="l"/>
              </a:tabLst>
            </a:pPr>
            <a:r>
              <a:rPr lang="en-US" altLang="en-US">
                <a:solidFill>
                  <a:srgbClr val="000000"/>
                </a:solidFill>
              </a:rPr>
              <a:t>IBM indexed sequential-access method (ISAM)</a:t>
            </a:r>
          </a:p>
          <a:p>
            <a:pPr lvl="1">
              <a:lnSpc>
                <a:spcPct val="90000"/>
              </a:lnSpc>
              <a:tabLst>
                <a:tab pos="3203575" algn="l"/>
                <a:tab pos="4056063" algn="l"/>
              </a:tabLst>
            </a:pPr>
            <a:r>
              <a:rPr lang="en-US" altLang="en-US">
                <a:solidFill>
                  <a:srgbClr val="000000"/>
                </a:solidFill>
              </a:rPr>
              <a:t>Small master index, points to disk blocks of secondary index</a:t>
            </a:r>
          </a:p>
          <a:p>
            <a:pPr lvl="1">
              <a:lnSpc>
                <a:spcPct val="90000"/>
              </a:lnSpc>
              <a:tabLst>
                <a:tab pos="3203575" algn="l"/>
                <a:tab pos="4056063" algn="l"/>
              </a:tabLst>
            </a:pPr>
            <a:r>
              <a:rPr lang="en-US" altLang="en-US">
                <a:solidFill>
                  <a:srgbClr val="000000"/>
                </a:solidFill>
              </a:rPr>
              <a:t>File kept sorted on a defined key</a:t>
            </a:r>
          </a:p>
          <a:p>
            <a:pPr lvl="1">
              <a:lnSpc>
                <a:spcPct val="90000"/>
              </a:lnSpc>
              <a:tabLst>
                <a:tab pos="3203575" algn="l"/>
                <a:tab pos="4056063" algn="l"/>
              </a:tabLst>
            </a:pPr>
            <a:r>
              <a:rPr lang="en-US" altLang="en-US">
                <a:solidFill>
                  <a:srgbClr val="000000"/>
                </a:solidFill>
              </a:rPr>
              <a:t>All done by the OS</a:t>
            </a:r>
          </a:p>
          <a:p>
            <a:pPr>
              <a:lnSpc>
                <a:spcPct val="90000"/>
              </a:lnSpc>
              <a:tabLst>
                <a:tab pos="3203575" algn="l"/>
                <a:tab pos="4056063" algn="l"/>
              </a:tabLst>
            </a:pPr>
            <a:r>
              <a:rPr lang="en-US" altLang="en-US">
                <a:solidFill>
                  <a:srgbClr val="000000"/>
                </a:solidFill>
              </a:rPr>
              <a:t>VMS operating system provides index and relative files as another example (see next slide)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>
            <a:extLst>
              <a:ext uri="{FF2B5EF4-FFF2-40B4-BE49-F238E27FC236}">
                <a16:creationId xmlns:a16="http://schemas.microsoft.com/office/drawing/2014/main" id="{CB98EC20-B0E0-D601-190D-F62FE8B955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65200" y="150813"/>
            <a:ext cx="8229600" cy="576262"/>
          </a:xfrm>
        </p:spPr>
        <p:txBody>
          <a:bodyPr/>
          <a:lstStyle/>
          <a:p>
            <a:r>
              <a:rPr lang="en-US" altLang="en-US"/>
              <a:t>Example of Index and Relative Files</a:t>
            </a:r>
          </a:p>
        </p:txBody>
      </p:sp>
      <p:pic>
        <p:nvPicPr>
          <p:cNvPr id="50179" name="Picture 5">
            <a:extLst>
              <a:ext uri="{FF2B5EF4-FFF2-40B4-BE49-F238E27FC236}">
                <a16:creationId xmlns:a16="http://schemas.microsoft.com/office/drawing/2014/main" id="{4BE1BAD2-8CE2-F6D8-1FE3-55722BCEB4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9563" y="1320800"/>
            <a:ext cx="5902325" cy="397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>
            <a:extLst>
              <a:ext uri="{FF2B5EF4-FFF2-40B4-BE49-F238E27FC236}">
                <a16:creationId xmlns:a16="http://schemas.microsoft.com/office/drawing/2014/main" id="{B805A22A-E9B5-ACD2-95EA-AA67B85BED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07963"/>
            <a:ext cx="8229600" cy="576262"/>
          </a:xfrm>
        </p:spPr>
        <p:txBody>
          <a:bodyPr/>
          <a:lstStyle/>
          <a:p>
            <a:r>
              <a:rPr lang="en-US" altLang="en-US"/>
              <a:t>Directory Structure</a:t>
            </a:r>
          </a:p>
        </p:txBody>
      </p:sp>
      <p:sp>
        <p:nvSpPr>
          <p:cNvPr id="52227" name="Rectangle 3">
            <a:extLst>
              <a:ext uri="{FF2B5EF4-FFF2-40B4-BE49-F238E27FC236}">
                <a16:creationId xmlns:a16="http://schemas.microsoft.com/office/drawing/2014/main" id="{BBEEC7B9-9F4E-CFDA-EEC0-A25409DAC40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66788" y="1374775"/>
            <a:ext cx="7370762" cy="354013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/>
              <a:t>A collection of nodes containing information about all files</a:t>
            </a:r>
          </a:p>
        </p:txBody>
      </p:sp>
      <p:sp>
        <p:nvSpPr>
          <p:cNvPr id="52228" name="Oval 4">
            <a:extLst>
              <a:ext uri="{FF2B5EF4-FFF2-40B4-BE49-F238E27FC236}">
                <a16:creationId xmlns:a16="http://schemas.microsoft.com/office/drawing/2014/main" id="{ABC9E248-7244-88C6-C6DB-C9048831FD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0" y="2286000"/>
            <a:ext cx="5334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eaLnBrk="1" hangingPunct="1"/>
            <a:endParaRPr lang="en-US" altLang="en-US">
              <a:latin typeface="Verdana" panose="020B0604030504040204" pitchFamily="34" charset="0"/>
              <a:ea typeface="MS PGothic" panose="020B0600070205080204" pitchFamily="34" charset="-128"/>
            </a:endParaRPr>
          </a:p>
        </p:txBody>
      </p:sp>
      <p:sp>
        <p:nvSpPr>
          <p:cNvPr id="52229" name="Oval 5">
            <a:extLst>
              <a:ext uri="{FF2B5EF4-FFF2-40B4-BE49-F238E27FC236}">
                <a16:creationId xmlns:a16="http://schemas.microsoft.com/office/drawing/2014/main" id="{3EAF2435-0BEB-AB61-EEE4-C7DC1C3377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1400" y="2286000"/>
            <a:ext cx="5334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eaLnBrk="1" hangingPunct="1"/>
            <a:endParaRPr lang="en-US" altLang="en-US">
              <a:latin typeface="Verdana" panose="020B0604030504040204" pitchFamily="34" charset="0"/>
              <a:ea typeface="MS PGothic" panose="020B0600070205080204" pitchFamily="34" charset="-128"/>
            </a:endParaRPr>
          </a:p>
        </p:txBody>
      </p:sp>
      <p:sp>
        <p:nvSpPr>
          <p:cNvPr id="52230" name="Oval 6">
            <a:extLst>
              <a:ext uri="{FF2B5EF4-FFF2-40B4-BE49-F238E27FC236}">
                <a16:creationId xmlns:a16="http://schemas.microsoft.com/office/drawing/2014/main" id="{089073D7-AC2D-9444-B54D-FB6B250DF9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3400" y="2286000"/>
            <a:ext cx="5334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eaLnBrk="1" hangingPunct="1"/>
            <a:endParaRPr lang="en-US" altLang="en-US">
              <a:latin typeface="Verdana" panose="020B0604030504040204" pitchFamily="34" charset="0"/>
              <a:ea typeface="MS PGothic" panose="020B0600070205080204" pitchFamily="34" charset="-128"/>
            </a:endParaRPr>
          </a:p>
        </p:txBody>
      </p:sp>
      <p:sp>
        <p:nvSpPr>
          <p:cNvPr id="52231" name="Oval 7">
            <a:extLst>
              <a:ext uri="{FF2B5EF4-FFF2-40B4-BE49-F238E27FC236}">
                <a16:creationId xmlns:a16="http://schemas.microsoft.com/office/drawing/2014/main" id="{5C754856-4546-C109-02A3-0F25682865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5400" y="2286000"/>
            <a:ext cx="5334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eaLnBrk="1" hangingPunct="1"/>
            <a:endParaRPr lang="en-US" altLang="en-US">
              <a:latin typeface="Verdana" panose="020B0604030504040204" pitchFamily="34" charset="0"/>
              <a:ea typeface="MS PGothic" panose="020B0600070205080204" pitchFamily="34" charset="-128"/>
            </a:endParaRPr>
          </a:p>
        </p:txBody>
      </p:sp>
      <p:sp>
        <p:nvSpPr>
          <p:cNvPr id="52232" name="Oval 8">
            <a:extLst>
              <a:ext uri="{FF2B5EF4-FFF2-40B4-BE49-F238E27FC236}">
                <a16:creationId xmlns:a16="http://schemas.microsoft.com/office/drawing/2014/main" id="{6850E1C1-4BD1-B286-A3AE-BB19088E8F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7400" y="2590800"/>
            <a:ext cx="5334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eaLnBrk="1" hangingPunct="1"/>
            <a:endParaRPr lang="en-US" altLang="en-US">
              <a:latin typeface="Verdana" panose="020B0604030504040204" pitchFamily="34" charset="0"/>
              <a:ea typeface="MS PGothic" panose="020B0600070205080204" pitchFamily="34" charset="-128"/>
            </a:endParaRPr>
          </a:p>
        </p:txBody>
      </p:sp>
      <p:sp>
        <p:nvSpPr>
          <p:cNvPr id="52233" name="Rectangle 9">
            <a:extLst>
              <a:ext uri="{FF2B5EF4-FFF2-40B4-BE49-F238E27FC236}">
                <a16:creationId xmlns:a16="http://schemas.microsoft.com/office/drawing/2014/main" id="{5CB6E41C-6E08-23D9-42C8-A3CB68DFEB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0" y="4267200"/>
            <a:ext cx="457200" cy="6096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>
                <a:ea typeface="MS PGothic" panose="020B0600070205080204" pitchFamily="34" charset="-128"/>
              </a:rPr>
              <a:t>F 1</a:t>
            </a:r>
          </a:p>
        </p:txBody>
      </p:sp>
      <p:sp>
        <p:nvSpPr>
          <p:cNvPr id="52234" name="Rectangle 10">
            <a:extLst>
              <a:ext uri="{FF2B5EF4-FFF2-40B4-BE49-F238E27FC236}">
                <a16:creationId xmlns:a16="http://schemas.microsoft.com/office/drawing/2014/main" id="{E9124603-A48A-3B5B-E5DF-0B1147F058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1400" y="4267200"/>
            <a:ext cx="457200" cy="533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>
                <a:ea typeface="MS PGothic" panose="020B0600070205080204" pitchFamily="34" charset="-128"/>
              </a:rPr>
              <a:t>F 2</a:t>
            </a:r>
          </a:p>
        </p:txBody>
      </p:sp>
      <p:sp>
        <p:nvSpPr>
          <p:cNvPr id="52235" name="Rectangle 11">
            <a:extLst>
              <a:ext uri="{FF2B5EF4-FFF2-40B4-BE49-F238E27FC236}">
                <a16:creationId xmlns:a16="http://schemas.microsoft.com/office/drawing/2014/main" id="{BC5E269D-A963-84CB-4CF1-95FC074B34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3400" y="4267200"/>
            <a:ext cx="457200" cy="838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>
                <a:ea typeface="MS PGothic" panose="020B0600070205080204" pitchFamily="34" charset="-128"/>
              </a:rPr>
              <a:t>F 3</a:t>
            </a:r>
          </a:p>
        </p:txBody>
      </p:sp>
      <p:sp>
        <p:nvSpPr>
          <p:cNvPr id="52236" name="Rectangle 12">
            <a:extLst>
              <a:ext uri="{FF2B5EF4-FFF2-40B4-BE49-F238E27FC236}">
                <a16:creationId xmlns:a16="http://schemas.microsoft.com/office/drawing/2014/main" id="{C09D18C4-F962-9673-961A-7D20708F99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5400" y="4267200"/>
            <a:ext cx="4572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>
                <a:ea typeface="MS PGothic" panose="020B0600070205080204" pitchFamily="34" charset="-128"/>
              </a:rPr>
              <a:t>F 4</a:t>
            </a:r>
          </a:p>
        </p:txBody>
      </p:sp>
      <p:sp>
        <p:nvSpPr>
          <p:cNvPr id="52237" name="Rectangle 13">
            <a:extLst>
              <a:ext uri="{FF2B5EF4-FFF2-40B4-BE49-F238E27FC236}">
                <a16:creationId xmlns:a16="http://schemas.microsoft.com/office/drawing/2014/main" id="{5CEB7420-D9C9-1C10-19E1-79016DA66B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7400" y="4648200"/>
            <a:ext cx="457200" cy="6096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>
                <a:ea typeface="MS PGothic" panose="020B0600070205080204" pitchFamily="34" charset="-128"/>
              </a:rPr>
              <a:t>F n</a:t>
            </a:r>
          </a:p>
        </p:txBody>
      </p:sp>
      <p:sp>
        <p:nvSpPr>
          <p:cNvPr id="52238" name="Line 14">
            <a:extLst>
              <a:ext uri="{FF2B5EF4-FFF2-40B4-BE49-F238E27FC236}">
                <a16:creationId xmlns:a16="http://schemas.microsoft.com/office/drawing/2014/main" id="{ED73D0D4-5798-9951-52FD-31A47A859457}"/>
              </a:ext>
            </a:extLst>
          </p:cNvPr>
          <p:cNvSpPr>
            <a:spLocks noChangeShapeType="1"/>
          </p:cNvSpPr>
          <p:nvPr/>
        </p:nvSpPr>
        <p:spPr bwMode="auto">
          <a:xfrm>
            <a:off x="3838575" y="2743200"/>
            <a:ext cx="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2239" name="Line 15">
            <a:extLst>
              <a:ext uri="{FF2B5EF4-FFF2-40B4-BE49-F238E27FC236}">
                <a16:creationId xmlns:a16="http://schemas.microsoft.com/office/drawing/2014/main" id="{7CA625D0-C0BE-A9BE-C212-B95A2F199A8A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0" y="2743200"/>
            <a:ext cx="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2240" name="Line 16">
            <a:extLst>
              <a:ext uri="{FF2B5EF4-FFF2-40B4-BE49-F238E27FC236}">
                <a16:creationId xmlns:a16="http://schemas.microsoft.com/office/drawing/2014/main" id="{480D6B02-7FED-533C-AF3E-13A6E66204DE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0" y="3048000"/>
            <a:ext cx="0" cy="1600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2241" name="Line 17">
            <a:extLst>
              <a:ext uri="{FF2B5EF4-FFF2-40B4-BE49-F238E27FC236}">
                <a16:creationId xmlns:a16="http://schemas.microsoft.com/office/drawing/2014/main" id="{DCC3F4D6-45AD-C238-C578-91264D138304}"/>
              </a:ext>
            </a:extLst>
          </p:cNvPr>
          <p:cNvSpPr>
            <a:spLocks noChangeShapeType="1"/>
          </p:cNvSpPr>
          <p:nvPr/>
        </p:nvSpPr>
        <p:spPr bwMode="auto">
          <a:xfrm>
            <a:off x="5334000" y="2743200"/>
            <a:ext cx="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2242" name="Line 18">
            <a:extLst>
              <a:ext uri="{FF2B5EF4-FFF2-40B4-BE49-F238E27FC236}">
                <a16:creationId xmlns:a16="http://schemas.microsoft.com/office/drawing/2014/main" id="{D5C47C03-BF46-D3EE-FB3F-28466D0062E1}"/>
              </a:ext>
            </a:extLst>
          </p:cNvPr>
          <p:cNvSpPr>
            <a:spLocks noChangeShapeType="1"/>
          </p:cNvSpPr>
          <p:nvPr/>
        </p:nvSpPr>
        <p:spPr bwMode="auto">
          <a:xfrm>
            <a:off x="3048000" y="2743200"/>
            <a:ext cx="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2243" name="Freeform 19">
            <a:extLst>
              <a:ext uri="{FF2B5EF4-FFF2-40B4-BE49-F238E27FC236}">
                <a16:creationId xmlns:a16="http://schemas.microsoft.com/office/drawing/2014/main" id="{12872441-5B4B-4065-619B-7A1520E2D06B}"/>
              </a:ext>
            </a:extLst>
          </p:cNvPr>
          <p:cNvSpPr>
            <a:spLocks/>
          </p:cNvSpPr>
          <p:nvPr/>
        </p:nvSpPr>
        <p:spPr bwMode="auto">
          <a:xfrm>
            <a:off x="2538413" y="1962150"/>
            <a:ext cx="4186237" cy="1473200"/>
          </a:xfrm>
          <a:custGeom>
            <a:avLst/>
            <a:gdLst>
              <a:gd name="T0" fmla="*/ 2147483646 w 2637"/>
              <a:gd name="T1" fmla="*/ 2147483646 h 928"/>
              <a:gd name="T2" fmla="*/ 2147483646 w 2637"/>
              <a:gd name="T3" fmla="*/ 2147483646 h 928"/>
              <a:gd name="T4" fmla="*/ 2147483646 w 2637"/>
              <a:gd name="T5" fmla="*/ 2147483646 h 928"/>
              <a:gd name="T6" fmla="*/ 2147483646 w 2637"/>
              <a:gd name="T7" fmla="*/ 2147483646 h 928"/>
              <a:gd name="T8" fmla="*/ 2147483646 w 2637"/>
              <a:gd name="T9" fmla="*/ 0 h 928"/>
              <a:gd name="T10" fmla="*/ 2147483646 w 2637"/>
              <a:gd name="T11" fmla="*/ 2147483646 h 928"/>
              <a:gd name="T12" fmla="*/ 2147483646 w 2637"/>
              <a:gd name="T13" fmla="*/ 2147483646 h 928"/>
              <a:gd name="T14" fmla="*/ 2147483646 w 2637"/>
              <a:gd name="T15" fmla="*/ 2147483646 h 928"/>
              <a:gd name="T16" fmla="*/ 2147483646 w 2637"/>
              <a:gd name="T17" fmla="*/ 2147483646 h 928"/>
              <a:gd name="T18" fmla="*/ 2147483646 w 2637"/>
              <a:gd name="T19" fmla="*/ 2147483646 h 928"/>
              <a:gd name="T20" fmla="*/ 2147483646 w 2637"/>
              <a:gd name="T21" fmla="*/ 2147483646 h 928"/>
              <a:gd name="T22" fmla="*/ 2147483646 w 2637"/>
              <a:gd name="T23" fmla="*/ 2147483646 h 928"/>
              <a:gd name="T24" fmla="*/ 2147483646 w 2637"/>
              <a:gd name="T25" fmla="*/ 2147483646 h 928"/>
              <a:gd name="T26" fmla="*/ 2147483646 w 2637"/>
              <a:gd name="T27" fmla="*/ 2147483646 h 928"/>
              <a:gd name="T28" fmla="*/ 2147483646 w 2637"/>
              <a:gd name="T29" fmla="*/ 2147483646 h 928"/>
              <a:gd name="T30" fmla="*/ 2147483646 w 2637"/>
              <a:gd name="T31" fmla="*/ 2147483646 h 928"/>
              <a:gd name="T32" fmla="*/ 2147483646 w 2637"/>
              <a:gd name="T33" fmla="*/ 2147483646 h 928"/>
              <a:gd name="T34" fmla="*/ 2147483646 w 2637"/>
              <a:gd name="T35" fmla="*/ 2147483646 h 928"/>
              <a:gd name="T36" fmla="*/ 2147483646 w 2637"/>
              <a:gd name="T37" fmla="*/ 2147483646 h 928"/>
              <a:gd name="T38" fmla="*/ 2147483646 w 2637"/>
              <a:gd name="T39" fmla="*/ 2147483646 h 928"/>
              <a:gd name="T40" fmla="*/ 2147483646 w 2637"/>
              <a:gd name="T41" fmla="*/ 2147483646 h 928"/>
              <a:gd name="T42" fmla="*/ 2147483646 w 2637"/>
              <a:gd name="T43" fmla="*/ 2147483646 h 928"/>
              <a:gd name="T44" fmla="*/ 2147483646 w 2637"/>
              <a:gd name="T45" fmla="*/ 2147483646 h 928"/>
              <a:gd name="T46" fmla="*/ 2147483646 w 2637"/>
              <a:gd name="T47" fmla="*/ 2147483646 h 928"/>
              <a:gd name="T48" fmla="*/ 2147483646 w 2637"/>
              <a:gd name="T49" fmla="*/ 2147483646 h 928"/>
              <a:gd name="T50" fmla="*/ 2147483646 w 2637"/>
              <a:gd name="T51" fmla="*/ 2147483646 h 928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w 2637"/>
              <a:gd name="T79" fmla="*/ 0 h 928"/>
              <a:gd name="T80" fmla="*/ 2637 w 2637"/>
              <a:gd name="T81" fmla="*/ 928 h 928"/>
            </a:gdLst>
            <a:ahLst/>
            <a:cxnLst>
              <a:cxn ang="T52">
                <a:pos x="T0" y="T1"/>
              </a:cxn>
              <a:cxn ang="T53">
                <a:pos x="T2" y="T3"/>
              </a:cxn>
              <a:cxn ang="T54">
                <a:pos x="T4" y="T5"/>
              </a:cxn>
              <a:cxn ang="T55">
                <a:pos x="T6" y="T7"/>
              </a:cxn>
              <a:cxn ang="T56">
                <a:pos x="T8" y="T9"/>
              </a:cxn>
              <a:cxn ang="T57">
                <a:pos x="T10" y="T11"/>
              </a:cxn>
              <a:cxn ang="T58">
                <a:pos x="T12" y="T13"/>
              </a:cxn>
              <a:cxn ang="T59">
                <a:pos x="T14" y="T15"/>
              </a:cxn>
              <a:cxn ang="T60">
                <a:pos x="T16" y="T17"/>
              </a:cxn>
              <a:cxn ang="T61">
                <a:pos x="T18" y="T19"/>
              </a:cxn>
              <a:cxn ang="T62">
                <a:pos x="T20" y="T21"/>
              </a:cxn>
              <a:cxn ang="T63">
                <a:pos x="T22" y="T23"/>
              </a:cxn>
              <a:cxn ang="T64">
                <a:pos x="T24" y="T25"/>
              </a:cxn>
              <a:cxn ang="T65">
                <a:pos x="T26" y="T27"/>
              </a:cxn>
              <a:cxn ang="T66">
                <a:pos x="T28" y="T29"/>
              </a:cxn>
              <a:cxn ang="T67">
                <a:pos x="T30" y="T31"/>
              </a:cxn>
              <a:cxn ang="T68">
                <a:pos x="T32" y="T33"/>
              </a:cxn>
              <a:cxn ang="T69">
                <a:pos x="T34" y="T35"/>
              </a:cxn>
              <a:cxn ang="T70">
                <a:pos x="T36" y="T37"/>
              </a:cxn>
              <a:cxn ang="T71">
                <a:pos x="T38" y="T39"/>
              </a:cxn>
              <a:cxn ang="T72">
                <a:pos x="T40" y="T41"/>
              </a:cxn>
              <a:cxn ang="T73">
                <a:pos x="T42" y="T43"/>
              </a:cxn>
              <a:cxn ang="T74">
                <a:pos x="T44" y="T45"/>
              </a:cxn>
              <a:cxn ang="T75">
                <a:pos x="T46" y="T47"/>
              </a:cxn>
              <a:cxn ang="T76">
                <a:pos x="T48" y="T49"/>
              </a:cxn>
              <a:cxn ang="T77">
                <a:pos x="T50" y="T51"/>
              </a:cxn>
            </a:cxnLst>
            <a:rect l="T78" t="T79" r="T80" b="T81"/>
            <a:pathLst>
              <a:path w="2637" h="928">
                <a:moveTo>
                  <a:pt x="10" y="328"/>
                </a:moveTo>
                <a:cubicBezTo>
                  <a:pt x="14" y="291"/>
                  <a:pt x="6" y="248"/>
                  <a:pt x="28" y="219"/>
                </a:cubicBezTo>
                <a:cubicBezTo>
                  <a:pt x="124" y="92"/>
                  <a:pt x="264" y="66"/>
                  <a:pt x="410" y="37"/>
                </a:cubicBezTo>
                <a:cubicBezTo>
                  <a:pt x="516" y="16"/>
                  <a:pt x="457" y="14"/>
                  <a:pt x="583" y="10"/>
                </a:cubicBezTo>
                <a:cubicBezTo>
                  <a:pt x="728" y="5"/>
                  <a:pt x="874" y="3"/>
                  <a:pt x="1019" y="0"/>
                </a:cubicBezTo>
                <a:cubicBezTo>
                  <a:pt x="1146" y="3"/>
                  <a:pt x="1274" y="3"/>
                  <a:pt x="1401" y="10"/>
                </a:cubicBezTo>
                <a:cubicBezTo>
                  <a:pt x="1485" y="15"/>
                  <a:pt x="1571" y="41"/>
                  <a:pt x="1655" y="55"/>
                </a:cubicBezTo>
                <a:cubicBezTo>
                  <a:pt x="1733" y="86"/>
                  <a:pt x="1819" y="108"/>
                  <a:pt x="1901" y="128"/>
                </a:cubicBezTo>
                <a:cubicBezTo>
                  <a:pt x="1942" y="148"/>
                  <a:pt x="1975" y="152"/>
                  <a:pt x="2019" y="164"/>
                </a:cubicBezTo>
                <a:cubicBezTo>
                  <a:pt x="2098" y="185"/>
                  <a:pt x="2162" y="200"/>
                  <a:pt x="2246" y="210"/>
                </a:cubicBezTo>
                <a:cubicBezTo>
                  <a:pt x="2293" y="226"/>
                  <a:pt x="2338" y="230"/>
                  <a:pt x="2382" y="255"/>
                </a:cubicBezTo>
                <a:cubicBezTo>
                  <a:pt x="2439" y="287"/>
                  <a:pt x="2477" y="343"/>
                  <a:pt x="2519" y="391"/>
                </a:cubicBezTo>
                <a:cubicBezTo>
                  <a:pt x="2536" y="410"/>
                  <a:pt x="2562" y="423"/>
                  <a:pt x="2573" y="446"/>
                </a:cubicBezTo>
                <a:cubicBezTo>
                  <a:pt x="2594" y="488"/>
                  <a:pt x="2606" y="529"/>
                  <a:pt x="2619" y="573"/>
                </a:cubicBezTo>
                <a:cubicBezTo>
                  <a:pt x="2624" y="591"/>
                  <a:pt x="2637" y="628"/>
                  <a:pt x="2637" y="628"/>
                </a:cubicBezTo>
                <a:cubicBezTo>
                  <a:pt x="2634" y="654"/>
                  <a:pt x="2634" y="707"/>
                  <a:pt x="2619" y="737"/>
                </a:cubicBezTo>
                <a:cubicBezTo>
                  <a:pt x="2582" y="812"/>
                  <a:pt x="2477" y="854"/>
                  <a:pt x="2401" y="873"/>
                </a:cubicBezTo>
                <a:cubicBezTo>
                  <a:pt x="2341" y="911"/>
                  <a:pt x="2270" y="909"/>
                  <a:pt x="2201" y="919"/>
                </a:cubicBezTo>
                <a:cubicBezTo>
                  <a:pt x="1832" y="915"/>
                  <a:pt x="1500" y="928"/>
                  <a:pt x="1146" y="873"/>
                </a:cubicBezTo>
                <a:cubicBezTo>
                  <a:pt x="917" y="837"/>
                  <a:pt x="702" y="728"/>
                  <a:pt x="474" y="700"/>
                </a:cubicBezTo>
                <a:cubicBezTo>
                  <a:pt x="465" y="697"/>
                  <a:pt x="455" y="695"/>
                  <a:pt x="446" y="691"/>
                </a:cubicBezTo>
                <a:cubicBezTo>
                  <a:pt x="434" y="686"/>
                  <a:pt x="423" y="677"/>
                  <a:pt x="410" y="673"/>
                </a:cubicBezTo>
                <a:cubicBezTo>
                  <a:pt x="297" y="636"/>
                  <a:pt x="185" y="632"/>
                  <a:pt x="83" y="564"/>
                </a:cubicBezTo>
                <a:cubicBezTo>
                  <a:pt x="47" y="512"/>
                  <a:pt x="45" y="458"/>
                  <a:pt x="28" y="400"/>
                </a:cubicBezTo>
                <a:cubicBezTo>
                  <a:pt x="28" y="400"/>
                  <a:pt x="5" y="332"/>
                  <a:pt x="1" y="319"/>
                </a:cubicBezTo>
                <a:cubicBezTo>
                  <a:pt x="0" y="315"/>
                  <a:pt x="7" y="325"/>
                  <a:pt x="10" y="328"/>
                </a:cubicBezTo>
                <a:close/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2244" name="Freeform 20">
            <a:extLst>
              <a:ext uri="{FF2B5EF4-FFF2-40B4-BE49-F238E27FC236}">
                <a16:creationId xmlns:a16="http://schemas.microsoft.com/office/drawing/2014/main" id="{556B2A10-6418-0390-192C-8292464C6C19}"/>
              </a:ext>
            </a:extLst>
          </p:cNvPr>
          <p:cNvSpPr>
            <a:spLocks/>
          </p:cNvSpPr>
          <p:nvPr/>
        </p:nvSpPr>
        <p:spPr bwMode="auto">
          <a:xfrm>
            <a:off x="2362200" y="3886200"/>
            <a:ext cx="4262438" cy="1600200"/>
          </a:xfrm>
          <a:custGeom>
            <a:avLst/>
            <a:gdLst>
              <a:gd name="T0" fmla="*/ 2147483646 w 2637"/>
              <a:gd name="T1" fmla="*/ 2147483646 h 928"/>
              <a:gd name="T2" fmla="*/ 2147483646 w 2637"/>
              <a:gd name="T3" fmla="*/ 2147483646 h 928"/>
              <a:gd name="T4" fmla="*/ 2147483646 w 2637"/>
              <a:gd name="T5" fmla="*/ 2147483646 h 928"/>
              <a:gd name="T6" fmla="*/ 2147483646 w 2637"/>
              <a:gd name="T7" fmla="*/ 2147483646 h 928"/>
              <a:gd name="T8" fmla="*/ 2147483646 w 2637"/>
              <a:gd name="T9" fmla="*/ 0 h 928"/>
              <a:gd name="T10" fmla="*/ 2147483646 w 2637"/>
              <a:gd name="T11" fmla="*/ 2147483646 h 928"/>
              <a:gd name="T12" fmla="*/ 2147483646 w 2637"/>
              <a:gd name="T13" fmla="*/ 2147483646 h 928"/>
              <a:gd name="T14" fmla="*/ 2147483646 w 2637"/>
              <a:gd name="T15" fmla="*/ 2147483646 h 928"/>
              <a:gd name="T16" fmla="*/ 2147483646 w 2637"/>
              <a:gd name="T17" fmla="*/ 2147483646 h 928"/>
              <a:gd name="T18" fmla="*/ 2147483646 w 2637"/>
              <a:gd name="T19" fmla="*/ 2147483646 h 928"/>
              <a:gd name="T20" fmla="*/ 2147483646 w 2637"/>
              <a:gd name="T21" fmla="*/ 2147483646 h 928"/>
              <a:gd name="T22" fmla="*/ 2147483646 w 2637"/>
              <a:gd name="T23" fmla="*/ 2147483646 h 928"/>
              <a:gd name="T24" fmla="*/ 2147483646 w 2637"/>
              <a:gd name="T25" fmla="*/ 2147483646 h 928"/>
              <a:gd name="T26" fmla="*/ 2147483646 w 2637"/>
              <a:gd name="T27" fmla="*/ 2147483646 h 928"/>
              <a:gd name="T28" fmla="*/ 2147483646 w 2637"/>
              <a:gd name="T29" fmla="*/ 2147483646 h 928"/>
              <a:gd name="T30" fmla="*/ 2147483646 w 2637"/>
              <a:gd name="T31" fmla="*/ 2147483646 h 928"/>
              <a:gd name="T32" fmla="*/ 2147483646 w 2637"/>
              <a:gd name="T33" fmla="*/ 2147483646 h 928"/>
              <a:gd name="T34" fmla="*/ 2147483646 w 2637"/>
              <a:gd name="T35" fmla="*/ 2147483646 h 928"/>
              <a:gd name="T36" fmla="*/ 2147483646 w 2637"/>
              <a:gd name="T37" fmla="*/ 2147483646 h 928"/>
              <a:gd name="T38" fmla="*/ 2147483646 w 2637"/>
              <a:gd name="T39" fmla="*/ 2147483646 h 928"/>
              <a:gd name="T40" fmla="*/ 2147483646 w 2637"/>
              <a:gd name="T41" fmla="*/ 2147483646 h 928"/>
              <a:gd name="T42" fmla="*/ 2147483646 w 2637"/>
              <a:gd name="T43" fmla="*/ 2147483646 h 928"/>
              <a:gd name="T44" fmla="*/ 2147483646 w 2637"/>
              <a:gd name="T45" fmla="*/ 2147483646 h 928"/>
              <a:gd name="T46" fmla="*/ 2147483646 w 2637"/>
              <a:gd name="T47" fmla="*/ 2147483646 h 928"/>
              <a:gd name="T48" fmla="*/ 2147483646 w 2637"/>
              <a:gd name="T49" fmla="*/ 2147483646 h 928"/>
              <a:gd name="T50" fmla="*/ 2147483646 w 2637"/>
              <a:gd name="T51" fmla="*/ 2147483646 h 928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w 2637"/>
              <a:gd name="T79" fmla="*/ 0 h 928"/>
              <a:gd name="T80" fmla="*/ 2637 w 2637"/>
              <a:gd name="T81" fmla="*/ 928 h 928"/>
            </a:gdLst>
            <a:ahLst/>
            <a:cxnLst>
              <a:cxn ang="T52">
                <a:pos x="T0" y="T1"/>
              </a:cxn>
              <a:cxn ang="T53">
                <a:pos x="T2" y="T3"/>
              </a:cxn>
              <a:cxn ang="T54">
                <a:pos x="T4" y="T5"/>
              </a:cxn>
              <a:cxn ang="T55">
                <a:pos x="T6" y="T7"/>
              </a:cxn>
              <a:cxn ang="T56">
                <a:pos x="T8" y="T9"/>
              </a:cxn>
              <a:cxn ang="T57">
                <a:pos x="T10" y="T11"/>
              </a:cxn>
              <a:cxn ang="T58">
                <a:pos x="T12" y="T13"/>
              </a:cxn>
              <a:cxn ang="T59">
                <a:pos x="T14" y="T15"/>
              </a:cxn>
              <a:cxn ang="T60">
                <a:pos x="T16" y="T17"/>
              </a:cxn>
              <a:cxn ang="T61">
                <a:pos x="T18" y="T19"/>
              </a:cxn>
              <a:cxn ang="T62">
                <a:pos x="T20" y="T21"/>
              </a:cxn>
              <a:cxn ang="T63">
                <a:pos x="T22" y="T23"/>
              </a:cxn>
              <a:cxn ang="T64">
                <a:pos x="T24" y="T25"/>
              </a:cxn>
              <a:cxn ang="T65">
                <a:pos x="T26" y="T27"/>
              </a:cxn>
              <a:cxn ang="T66">
                <a:pos x="T28" y="T29"/>
              </a:cxn>
              <a:cxn ang="T67">
                <a:pos x="T30" y="T31"/>
              </a:cxn>
              <a:cxn ang="T68">
                <a:pos x="T32" y="T33"/>
              </a:cxn>
              <a:cxn ang="T69">
                <a:pos x="T34" y="T35"/>
              </a:cxn>
              <a:cxn ang="T70">
                <a:pos x="T36" y="T37"/>
              </a:cxn>
              <a:cxn ang="T71">
                <a:pos x="T38" y="T39"/>
              </a:cxn>
              <a:cxn ang="T72">
                <a:pos x="T40" y="T41"/>
              </a:cxn>
              <a:cxn ang="T73">
                <a:pos x="T42" y="T43"/>
              </a:cxn>
              <a:cxn ang="T74">
                <a:pos x="T44" y="T45"/>
              </a:cxn>
              <a:cxn ang="T75">
                <a:pos x="T46" y="T47"/>
              </a:cxn>
              <a:cxn ang="T76">
                <a:pos x="T48" y="T49"/>
              </a:cxn>
              <a:cxn ang="T77">
                <a:pos x="T50" y="T51"/>
              </a:cxn>
            </a:cxnLst>
            <a:rect l="T78" t="T79" r="T80" b="T81"/>
            <a:pathLst>
              <a:path w="2637" h="928">
                <a:moveTo>
                  <a:pt x="10" y="328"/>
                </a:moveTo>
                <a:cubicBezTo>
                  <a:pt x="14" y="291"/>
                  <a:pt x="6" y="248"/>
                  <a:pt x="28" y="219"/>
                </a:cubicBezTo>
                <a:cubicBezTo>
                  <a:pt x="124" y="92"/>
                  <a:pt x="264" y="66"/>
                  <a:pt x="410" y="37"/>
                </a:cubicBezTo>
                <a:cubicBezTo>
                  <a:pt x="516" y="16"/>
                  <a:pt x="457" y="14"/>
                  <a:pt x="583" y="10"/>
                </a:cubicBezTo>
                <a:cubicBezTo>
                  <a:pt x="728" y="5"/>
                  <a:pt x="874" y="3"/>
                  <a:pt x="1019" y="0"/>
                </a:cubicBezTo>
                <a:cubicBezTo>
                  <a:pt x="1146" y="3"/>
                  <a:pt x="1274" y="3"/>
                  <a:pt x="1401" y="10"/>
                </a:cubicBezTo>
                <a:cubicBezTo>
                  <a:pt x="1485" y="15"/>
                  <a:pt x="1571" y="41"/>
                  <a:pt x="1655" y="55"/>
                </a:cubicBezTo>
                <a:cubicBezTo>
                  <a:pt x="1733" y="86"/>
                  <a:pt x="1819" y="108"/>
                  <a:pt x="1901" y="128"/>
                </a:cubicBezTo>
                <a:cubicBezTo>
                  <a:pt x="1942" y="148"/>
                  <a:pt x="1975" y="152"/>
                  <a:pt x="2019" y="164"/>
                </a:cubicBezTo>
                <a:cubicBezTo>
                  <a:pt x="2098" y="185"/>
                  <a:pt x="2162" y="200"/>
                  <a:pt x="2246" y="210"/>
                </a:cubicBezTo>
                <a:cubicBezTo>
                  <a:pt x="2293" y="226"/>
                  <a:pt x="2338" y="230"/>
                  <a:pt x="2382" y="255"/>
                </a:cubicBezTo>
                <a:cubicBezTo>
                  <a:pt x="2439" y="287"/>
                  <a:pt x="2477" y="343"/>
                  <a:pt x="2519" y="391"/>
                </a:cubicBezTo>
                <a:cubicBezTo>
                  <a:pt x="2536" y="410"/>
                  <a:pt x="2562" y="423"/>
                  <a:pt x="2573" y="446"/>
                </a:cubicBezTo>
                <a:cubicBezTo>
                  <a:pt x="2594" y="488"/>
                  <a:pt x="2606" y="529"/>
                  <a:pt x="2619" y="573"/>
                </a:cubicBezTo>
                <a:cubicBezTo>
                  <a:pt x="2624" y="591"/>
                  <a:pt x="2637" y="628"/>
                  <a:pt x="2637" y="628"/>
                </a:cubicBezTo>
                <a:cubicBezTo>
                  <a:pt x="2634" y="654"/>
                  <a:pt x="2634" y="707"/>
                  <a:pt x="2619" y="737"/>
                </a:cubicBezTo>
                <a:cubicBezTo>
                  <a:pt x="2582" y="812"/>
                  <a:pt x="2477" y="854"/>
                  <a:pt x="2401" y="873"/>
                </a:cubicBezTo>
                <a:cubicBezTo>
                  <a:pt x="2341" y="911"/>
                  <a:pt x="2270" y="909"/>
                  <a:pt x="2201" y="919"/>
                </a:cubicBezTo>
                <a:cubicBezTo>
                  <a:pt x="1832" y="915"/>
                  <a:pt x="1500" y="928"/>
                  <a:pt x="1146" y="873"/>
                </a:cubicBezTo>
                <a:cubicBezTo>
                  <a:pt x="917" y="837"/>
                  <a:pt x="702" y="728"/>
                  <a:pt x="474" y="700"/>
                </a:cubicBezTo>
                <a:cubicBezTo>
                  <a:pt x="465" y="697"/>
                  <a:pt x="455" y="695"/>
                  <a:pt x="446" y="691"/>
                </a:cubicBezTo>
                <a:cubicBezTo>
                  <a:pt x="434" y="686"/>
                  <a:pt x="423" y="677"/>
                  <a:pt x="410" y="673"/>
                </a:cubicBezTo>
                <a:cubicBezTo>
                  <a:pt x="297" y="636"/>
                  <a:pt x="185" y="632"/>
                  <a:pt x="83" y="564"/>
                </a:cubicBezTo>
                <a:cubicBezTo>
                  <a:pt x="47" y="512"/>
                  <a:pt x="45" y="458"/>
                  <a:pt x="28" y="400"/>
                </a:cubicBezTo>
                <a:cubicBezTo>
                  <a:pt x="28" y="400"/>
                  <a:pt x="5" y="332"/>
                  <a:pt x="1" y="319"/>
                </a:cubicBezTo>
                <a:cubicBezTo>
                  <a:pt x="0" y="315"/>
                  <a:pt x="7" y="325"/>
                  <a:pt x="10" y="328"/>
                </a:cubicBezTo>
                <a:close/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2245" name="Text Box 21">
            <a:extLst>
              <a:ext uri="{FF2B5EF4-FFF2-40B4-BE49-F238E27FC236}">
                <a16:creationId xmlns:a16="http://schemas.microsoft.com/office/drawing/2014/main" id="{B3B80310-ABD8-B604-3BE7-7DDED71B3C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2286000"/>
            <a:ext cx="10985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>
                <a:ea typeface="MS PGothic" panose="020B0600070205080204" pitchFamily="34" charset="-128"/>
              </a:rPr>
              <a:t>Directory</a:t>
            </a:r>
          </a:p>
        </p:txBody>
      </p:sp>
      <p:sp>
        <p:nvSpPr>
          <p:cNvPr id="52246" name="Text Box 22">
            <a:extLst>
              <a:ext uri="{FF2B5EF4-FFF2-40B4-BE49-F238E27FC236}">
                <a16:creationId xmlns:a16="http://schemas.microsoft.com/office/drawing/2014/main" id="{B617A01C-EECB-6004-A2AD-CD343549FF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35100" y="4191000"/>
            <a:ext cx="6667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>
                <a:ea typeface="MS PGothic" panose="020B0600070205080204" pitchFamily="34" charset="-128"/>
              </a:rPr>
              <a:t>Files</a:t>
            </a:r>
          </a:p>
        </p:txBody>
      </p:sp>
      <p:sp>
        <p:nvSpPr>
          <p:cNvPr id="52247" name="Rectangle 23">
            <a:extLst>
              <a:ext uri="{FF2B5EF4-FFF2-40B4-BE49-F238E27FC236}">
                <a16:creationId xmlns:a16="http://schemas.microsoft.com/office/drawing/2014/main" id="{C19778C7-1991-6CEA-E8A2-A0C2FE3AB3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5638800"/>
            <a:ext cx="7602538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ea typeface="MS PGothic" panose="020B0600070205080204" pitchFamily="34" charset="-128"/>
              </a:rPr>
              <a:t>Both the directory structure and the files reside on disk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Title 2">
            <a:extLst>
              <a:ext uri="{FF2B5EF4-FFF2-40B4-BE49-F238E27FC236}">
                <a16:creationId xmlns:a16="http://schemas.microsoft.com/office/drawing/2014/main" id="{1BEF3B62-2C70-89A9-B95C-3FB431751CBA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179388"/>
            <a:ext cx="8229600" cy="576262"/>
          </a:xfrm>
        </p:spPr>
        <p:txBody>
          <a:bodyPr/>
          <a:lstStyle/>
          <a:p>
            <a:r>
              <a:rPr lang="en-US" altLang="en-US"/>
              <a:t>Disk Structure</a:t>
            </a:r>
          </a:p>
        </p:txBody>
      </p:sp>
      <p:sp>
        <p:nvSpPr>
          <p:cNvPr id="54275" name="Content Placeholder 3">
            <a:extLst>
              <a:ext uri="{FF2B5EF4-FFF2-40B4-BE49-F238E27FC236}">
                <a16:creationId xmlns:a16="http://schemas.microsoft.com/office/drawing/2014/main" id="{3D8E8761-084C-DF01-B3AC-1D7C72DAA332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>
          <a:xfrm>
            <a:off x="725488" y="1073150"/>
            <a:ext cx="7043737" cy="4530725"/>
          </a:xfrm>
        </p:spPr>
        <p:txBody>
          <a:bodyPr/>
          <a:lstStyle/>
          <a:p>
            <a:r>
              <a:rPr lang="en-US" altLang="en-US"/>
              <a:t>Disk can be subdivided into </a:t>
            </a:r>
            <a:r>
              <a:rPr lang="en-US" altLang="en-US" b="1">
                <a:solidFill>
                  <a:srgbClr val="3366FF"/>
                </a:solidFill>
              </a:rPr>
              <a:t>partitions</a:t>
            </a:r>
          </a:p>
          <a:p>
            <a:r>
              <a:rPr lang="en-US" altLang="en-US"/>
              <a:t>Disks or partitions can be </a:t>
            </a:r>
            <a:r>
              <a:rPr lang="en-US" altLang="en-US" b="1">
                <a:solidFill>
                  <a:srgbClr val="3366FF"/>
                </a:solidFill>
              </a:rPr>
              <a:t>RAID </a:t>
            </a:r>
            <a:r>
              <a:rPr lang="en-US" altLang="en-US"/>
              <a:t>protected against failure</a:t>
            </a:r>
          </a:p>
          <a:p>
            <a:r>
              <a:rPr lang="en-US" altLang="en-US"/>
              <a:t>Disk or partition can be used </a:t>
            </a:r>
            <a:r>
              <a:rPr lang="en-US" altLang="en-US" b="1">
                <a:solidFill>
                  <a:srgbClr val="3366FF"/>
                </a:solidFill>
              </a:rPr>
              <a:t>raw</a:t>
            </a:r>
            <a:r>
              <a:rPr lang="en-US" altLang="en-US">
                <a:solidFill>
                  <a:srgbClr val="3366FF"/>
                </a:solidFill>
              </a:rPr>
              <a:t> </a:t>
            </a:r>
            <a:r>
              <a:rPr lang="en-US" altLang="en-US"/>
              <a:t>– without a file system, or </a:t>
            </a:r>
            <a:r>
              <a:rPr lang="en-US" altLang="en-US" b="1">
                <a:solidFill>
                  <a:srgbClr val="3366FF"/>
                </a:solidFill>
              </a:rPr>
              <a:t>formatted</a:t>
            </a:r>
            <a:r>
              <a:rPr lang="en-US" altLang="en-US">
                <a:solidFill>
                  <a:srgbClr val="3366FF"/>
                </a:solidFill>
              </a:rPr>
              <a:t> </a:t>
            </a:r>
            <a:r>
              <a:rPr lang="en-US" altLang="en-US"/>
              <a:t>with a file system</a:t>
            </a:r>
          </a:p>
          <a:p>
            <a:r>
              <a:rPr lang="en-US" altLang="en-US"/>
              <a:t>Partitions also known as minidisks, slices</a:t>
            </a:r>
          </a:p>
          <a:p>
            <a:r>
              <a:rPr lang="en-US" altLang="en-US"/>
              <a:t>Entity containing file system known as a </a:t>
            </a:r>
            <a:r>
              <a:rPr lang="en-US" altLang="en-US" b="1">
                <a:solidFill>
                  <a:srgbClr val="3366FF"/>
                </a:solidFill>
              </a:rPr>
              <a:t>volume</a:t>
            </a:r>
          </a:p>
          <a:p>
            <a:r>
              <a:rPr lang="en-US" altLang="en-US"/>
              <a:t>Each volume containing file system also tracks that file system</a:t>
            </a:r>
            <a:r>
              <a:rPr lang="ja-JP" altLang="en-US"/>
              <a:t>’</a:t>
            </a:r>
            <a:r>
              <a:rPr lang="en-US" altLang="ja-JP"/>
              <a:t>s info in </a:t>
            </a:r>
            <a:r>
              <a:rPr lang="en-US" altLang="ja-JP" b="1">
                <a:solidFill>
                  <a:srgbClr val="3366FF"/>
                </a:solidFill>
              </a:rPr>
              <a:t>device directory</a:t>
            </a:r>
            <a:r>
              <a:rPr lang="en-US" altLang="ja-JP">
                <a:solidFill>
                  <a:srgbClr val="3366FF"/>
                </a:solidFill>
              </a:rPr>
              <a:t> </a:t>
            </a:r>
            <a:r>
              <a:rPr lang="en-US" altLang="ja-JP"/>
              <a:t>or </a:t>
            </a:r>
            <a:r>
              <a:rPr lang="en-US" altLang="ja-JP" b="1">
                <a:solidFill>
                  <a:srgbClr val="3366FF"/>
                </a:solidFill>
              </a:rPr>
              <a:t>volume table of contents</a:t>
            </a:r>
          </a:p>
          <a:p>
            <a:r>
              <a:rPr lang="en-US" altLang="en-US"/>
              <a:t>As well as </a:t>
            </a:r>
            <a:r>
              <a:rPr lang="en-US" altLang="en-US" b="1">
                <a:solidFill>
                  <a:srgbClr val="3366FF"/>
                </a:solidFill>
              </a:rPr>
              <a:t>general-purpose file systems</a:t>
            </a:r>
            <a:r>
              <a:rPr lang="en-US" altLang="en-US">
                <a:solidFill>
                  <a:srgbClr val="3366FF"/>
                </a:solidFill>
              </a:rPr>
              <a:t> </a:t>
            </a:r>
            <a:r>
              <a:rPr lang="en-US" altLang="en-US"/>
              <a:t>there are many </a:t>
            </a:r>
            <a:r>
              <a:rPr lang="en-US" altLang="en-US" b="1">
                <a:solidFill>
                  <a:srgbClr val="3366FF"/>
                </a:solidFill>
              </a:rPr>
              <a:t>special-purpose file systems</a:t>
            </a:r>
            <a:r>
              <a:rPr lang="en-US" altLang="en-US"/>
              <a:t>, frequently all within the same operating system or computer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>
            <a:extLst>
              <a:ext uri="{FF2B5EF4-FFF2-40B4-BE49-F238E27FC236}">
                <a16:creationId xmlns:a16="http://schemas.microsoft.com/office/drawing/2014/main" id="{0B142C2F-048C-C804-16A3-4F0438C570D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65188" y="179388"/>
            <a:ext cx="8229600" cy="576262"/>
          </a:xfrm>
        </p:spPr>
        <p:txBody>
          <a:bodyPr/>
          <a:lstStyle/>
          <a:p>
            <a:r>
              <a:rPr lang="en-US" altLang="en-US"/>
              <a:t>A Typical File-system Organization</a:t>
            </a:r>
          </a:p>
        </p:txBody>
      </p:sp>
      <p:pic>
        <p:nvPicPr>
          <p:cNvPr id="56323" name="Picture 6" descr="10">
            <a:extLst>
              <a:ext uri="{FF2B5EF4-FFF2-40B4-BE49-F238E27FC236}">
                <a16:creationId xmlns:a16="http://schemas.microsoft.com/office/drawing/2014/main" id="{915AEDED-D822-D470-4B15-7920AA817E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2388" y="1187450"/>
            <a:ext cx="6910387" cy="3673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Title 2">
            <a:extLst>
              <a:ext uri="{FF2B5EF4-FFF2-40B4-BE49-F238E27FC236}">
                <a16:creationId xmlns:a16="http://schemas.microsoft.com/office/drawing/2014/main" id="{3C538D91-9023-E302-B3B4-459B3D4D4063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207963"/>
            <a:ext cx="8229600" cy="576262"/>
          </a:xfrm>
        </p:spPr>
        <p:txBody>
          <a:bodyPr/>
          <a:lstStyle/>
          <a:p>
            <a:r>
              <a:rPr lang="en-US" altLang="en-US"/>
              <a:t>Types of File Systems</a:t>
            </a:r>
          </a:p>
        </p:txBody>
      </p:sp>
      <p:sp>
        <p:nvSpPr>
          <p:cNvPr id="58371" name="Content Placeholder 3">
            <a:extLst>
              <a:ext uri="{FF2B5EF4-FFF2-40B4-BE49-F238E27FC236}">
                <a16:creationId xmlns:a16="http://schemas.microsoft.com/office/drawing/2014/main" id="{21099399-0FEB-9B53-BC92-F0D0557F42A2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>
          <a:xfrm>
            <a:off x="574675" y="1087438"/>
            <a:ext cx="7380288" cy="4530725"/>
          </a:xfrm>
        </p:spPr>
        <p:txBody>
          <a:bodyPr/>
          <a:lstStyle/>
          <a:p>
            <a:r>
              <a:rPr lang="en-US" altLang="en-US"/>
              <a:t>We mostly talk of general-purpose file systems</a:t>
            </a:r>
          </a:p>
          <a:p>
            <a:r>
              <a:rPr lang="en-US" altLang="en-US"/>
              <a:t>But systems frequently have many file systems, some general- and some special- purpose</a:t>
            </a:r>
          </a:p>
          <a:p>
            <a:r>
              <a:rPr lang="en-US" altLang="en-US"/>
              <a:t>Consider Solaris has</a:t>
            </a:r>
          </a:p>
          <a:p>
            <a:pPr lvl="1"/>
            <a:r>
              <a:rPr lang="en-US" altLang="en-US"/>
              <a:t>tmpfs – memory-based volatile FS for fast, temporary I/O</a:t>
            </a:r>
          </a:p>
          <a:p>
            <a:pPr lvl="1"/>
            <a:r>
              <a:rPr lang="en-US" altLang="en-US"/>
              <a:t>objfs – interface into kernel memory to get kernel symbols for debugging</a:t>
            </a:r>
          </a:p>
          <a:p>
            <a:pPr lvl="1"/>
            <a:r>
              <a:rPr lang="en-US" altLang="en-US"/>
              <a:t>ctfs – contract file system for managing daemons </a:t>
            </a:r>
          </a:p>
          <a:p>
            <a:pPr lvl="1"/>
            <a:r>
              <a:rPr lang="en-US" altLang="en-US"/>
              <a:t>lofs – loopback file system allows one FS to be accessed in place of another</a:t>
            </a:r>
          </a:p>
          <a:p>
            <a:pPr lvl="1"/>
            <a:r>
              <a:rPr lang="en-US" altLang="en-US"/>
              <a:t>procfs – kernel interface to process structures</a:t>
            </a:r>
          </a:p>
          <a:p>
            <a:pPr lvl="1"/>
            <a:r>
              <a:rPr lang="en-US" altLang="en-US"/>
              <a:t>ufs, zfs – general purpose file systems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>
            <a:extLst>
              <a:ext uri="{FF2B5EF4-FFF2-40B4-BE49-F238E27FC236}">
                <a16:creationId xmlns:a16="http://schemas.microsoft.com/office/drawing/2014/main" id="{E26AB567-D46F-047B-3B86-0A466D71184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23925" y="150813"/>
            <a:ext cx="8229600" cy="576262"/>
          </a:xfrm>
        </p:spPr>
        <p:txBody>
          <a:bodyPr/>
          <a:lstStyle/>
          <a:p>
            <a:r>
              <a:rPr lang="en-US" altLang="en-US"/>
              <a:t>Operations Performed on Directory</a:t>
            </a:r>
          </a:p>
        </p:txBody>
      </p:sp>
      <p:sp>
        <p:nvSpPr>
          <p:cNvPr id="60419" name="Rectangle 3">
            <a:extLst>
              <a:ext uri="{FF2B5EF4-FFF2-40B4-BE49-F238E27FC236}">
                <a16:creationId xmlns:a16="http://schemas.microsoft.com/office/drawing/2014/main" id="{07EF0B8A-29BC-B9E2-23AF-A237907A0B7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06450" y="1092200"/>
            <a:ext cx="8229600" cy="4530725"/>
          </a:xfrm>
        </p:spPr>
        <p:txBody>
          <a:bodyPr/>
          <a:lstStyle/>
          <a:p>
            <a:r>
              <a:rPr lang="en-US" altLang="en-US"/>
              <a:t>Search for a file</a:t>
            </a:r>
          </a:p>
          <a:p>
            <a:endParaRPr lang="en-US" altLang="en-US" sz="800"/>
          </a:p>
          <a:p>
            <a:r>
              <a:rPr lang="en-US" altLang="en-US"/>
              <a:t>Create a file</a:t>
            </a:r>
          </a:p>
          <a:p>
            <a:endParaRPr lang="en-US" altLang="en-US" sz="800"/>
          </a:p>
          <a:p>
            <a:r>
              <a:rPr lang="en-US" altLang="en-US"/>
              <a:t>Delete a file</a:t>
            </a:r>
          </a:p>
          <a:p>
            <a:endParaRPr lang="en-US" altLang="en-US" sz="800"/>
          </a:p>
          <a:p>
            <a:r>
              <a:rPr lang="en-US" altLang="en-US"/>
              <a:t>List a directory</a:t>
            </a:r>
          </a:p>
          <a:p>
            <a:endParaRPr lang="en-US" altLang="en-US" sz="800"/>
          </a:p>
          <a:p>
            <a:r>
              <a:rPr lang="en-US" altLang="en-US"/>
              <a:t>Rename a file</a:t>
            </a:r>
          </a:p>
          <a:p>
            <a:endParaRPr lang="en-US" altLang="en-US" sz="800"/>
          </a:p>
          <a:p>
            <a:r>
              <a:rPr lang="en-US" altLang="en-US"/>
              <a:t>Traverse the file system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>
            <a:extLst>
              <a:ext uri="{FF2B5EF4-FFF2-40B4-BE49-F238E27FC236}">
                <a16:creationId xmlns:a16="http://schemas.microsoft.com/office/drawing/2014/main" id="{38775867-B849-83E4-500F-9E36160E40D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79513" y="241300"/>
            <a:ext cx="7743825" cy="457200"/>
          </a:xfrm>
        </p:spPr>
        <p:txBody>
          <a:bodyPr/>
          <a:lstStyle/>
          <a:p>
            <a:r>
              <a:rPr lang="en-US" altLang="en-US" sz="2800"/>
              <a:t>Directory Organization</a:t>
            </a:r>
          </a:p>
        </p:txBody>
      </p:sp>
      <p:sp>
        <p:nvSpPr>
          <p:cNvPr id="62467" name="Rectangle 3">
            <a:extLst>
              <a:ext uri="{FF2B5EF4-FFF2-40B4-BE49-F238E27FC236}">
                <a16:creationId xmlns:a16="http://schemas.microsoft.com/office/drawing/2014/main" id="{63B6C7EF-DFE4-FE03-DB0D-92AB1D68B2E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200150" y="1627188"/>
            <a:ext cx="6438900" cy="4460875"/>
          </a:xfrm>
        </p:spPr>
        <p:txBody>
          <a:bodyPr/>
          <a:lstStyle/>
          <a:p>
            <a:r>
              <a:rPr lang="en-US" altLang="en-US"/>
              <a:t>Efficiency – locating a file quickly</a:t>
            </a:r>
          </a:p>
          <a:p>
            <a:r>
              <a:rPr lang="en-US" altLang="en-US"/>
              <a:t>Naming – convenient to users</a:t>
            </a:r>
          </a:p>
          <a:p>
            <a:pPr lvl="1"/>
            <a:r>
              <a:rPr lang="en-US" altLang="en-US"/>
              <a:t>Two users can have same name for different files</a:t>
            </a:r>
          </a:p>
          <a:p>
            <a:pPr lvl="1"/>
            <a:r>
              <a:rPr lang="en-US" altLang="en-US"/>
              <a:t>The same file can have several different names</a:t>
            </a:r>
          </a:p>
          <a:p>
            <a:r>
              <a:rPr lang="en-US" altLang="en-US"/>
              <a:t>Grouping – logical grouping of files by properties, (e.g., all Java programs, all games, …)</a:t>
            </a:r>
          </a:p>
        </p:txBody>
      </p:sp>
      <p:sp>
        <p:nvSpPr>
          <p:cNvPr id="62468" name="Rectangle 4">
            <a:extLst>
              <a:ext uri="{FF2B5EF4-FFF2-40B4-BE49-F238E27FC236}">
                <a16:creationId xmlns:a16="http://schemas.microsoft.com/office/drawing/2014/main" id="{9721B663-35D9-9C1C-E580-06D13A367D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0113" y="1079500"/>
            <a:ext cx="7188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ea typeface="MS PGothic" panose="020B0600070205080204" pitchFamily="34" charset="-128"/>
              </a:rPr>
              <a:t>The directory is organized logically to obtain 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F70A98F7-0E88-B4B3-7AC6-8CA046D067B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65100"/>
            <a:ext cx="8229600" cy="576263"/>
          </a:xfrm>
        </p:spPr>
        <p:txBody>
          <a:bodyPr/>
          <a:lstStyle/>
          <a:p>
            <a:r>
              <a:rPr lang="en-US" altLang="en-US"/>
              <a:t>Single-Level Directory</a:t>
            </a:r>
            <a:endParaRPr lang="en-US" altLang="en-US" sz="2400"/>
          </a:p>
        </p:txBody>
      </p:sp>
      <p:sp>
        <p:nvSpPr>
          <p:cNvPr id="64515" name="Rectangle 3">
            <a:extLst>
              <a:ext uri="{FF2B5EF4-FFF2-40B4-BE49-F238E27FC236}">
                <a16:creationId xmlns:a16="http://schemas.microsoft.com/office/drawing/2014/main" id="{C95D15F9-3156-EE08-F66A-2A00FBFF0C7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55663" y="990600"/>
            <a:ext cx="7275512" cy="4130675"/>
          </a:xfrm>
        </p:spPr>
        <p:txBody>
          <a:bodyPr/>
          <a:lstStyle/>
          <a:p>
            <a:r>
              <a:rPr lang="en-US" altLang="en-US"/>
              <a:t>A single directory for all users</a:t>
            </a:r>
          </a:p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r>
              <a:rPr lang="en-US" altLang="en-US"/>
              <a:t>Naming problem</a:t>
            </a:r>
          </a:p>
          <a:p>
            <a:r>
              <a:rPr lang="en-US" altLang="en-US"/>
              <a:t>Grouping problem</a:t>
            </a:r>
          </a:p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</p:txBody>
      </p:sp>
      <p:sp>
        <p:nvSpPr>
          <p:cNvPr id="64516" name="Rectangle 5">
            <a:extLst>
              <a:ext uri="{FF2B5EF4-FFF2-40B4-BE49-F238E27FC236}">
                <a16:creationId xmlns:a16="http://schemas.microsoft.com/office/drawing/2014/main" id="{DA76F3CC-814B-BB33-1162-FA1A58644F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0925" y="3746500"/>
            <a:ext cx="44069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eaLnBrk="1" hangingPunct="1"/>
            <a:endParaRPr lang="en-US" altLang="en-US" sz="2000">
              <a:ea typeface="MS PGothic" panose="020B0600070205080204" pitchFamily="34" charset="-128"/>
            </a:endParaRPr>
          </a:p>
        </p:txBody>
      </p:sp>
      <p:pic>
        <p:nvPicPr>
          <p:cNvPr id="64517" name="Picture 7">
            <a:extLst>
              <a:ext uri="{FF2B5EF4-FFF2-40B4-BE49-F238E27FC236}">
                <a16:creationId xmlns:a16="http://schemas.microsoft.com/office/drawing/2014/main" id="{FD7EB26B-65B1-56D3-04A1-0E198A7FBE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4663" y="1577975"/>
            <a:ext cx="6100762" cy="148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>
            <a:extLst>
              <a:ext uri="{FF2B5EF4-FFF2-40B4-BE49-F238E27FC236}">
                <a16:creationId xmlns:a16="http://schemas.microsoft.com/office/drawing/2014/main" id="{101ADBC7-26D9-E71A-F177-04E5F2B82C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79388"/>
            <a:ext cx="8229600" cy="576262"/>
          </a:xfrm>
        </p:spPr>
        <p:txBody>
          <a:bodyPr/>
          <a:lstStyle/>
          <a:p>
            <a:r>
              <a:rPr lang="en-US" altLang="en-US"/>
              <a:t>Two-Level Directory</a:t>
            </a:r>
            <a:endParaRPr lang="en-US" altLang="en-US" sz="2400"/>
          </a:p>
        </p:txBody>
      </p:sp>
      <p:sp>
        <p:nvSpPr>
          <p:cNvPr id="66563" name="Rectangle 3">
            <a:extLst>
              <a:ext uri="{FF2B5EF4-FFF2-40B4-BE49-F238E27FC236}">
                <a16:creationId xmlns:a16="http://schemas.microsoft.com/office/drawing/2014/main" id="{43F7CF5C-EB4E-BD62-C95B-0F4DA08A65D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49313" y="1120775"/>
            <a:ext cx="7869237" cy="555625"/>
          </a:xfrm>
        </p:spPr>
        <p:txBody>
          <a:bodyPr/>
          <a:lstStyle/>
          <a:p>
            <a:r>
              <a:rPr lang="en-US" altLang="en-US"/>
              <a:t>Separate directory for each user</a:t>
            </a:r>
          </a:p>
        </p:txBody>
      </p:sp>
      <p:sp>
        <p:nvSpPr>
          <p:cNvPr id="66564" name="Rectangle 5">
            <a:extLst>
              <a:ext uri="{FF2B5EF4-FFF2-40B4-BE49-F238E27FC236}">
                <a16:creationId xmlns:a16="http://schemas.microsoft.com/office/drawing/2014/main" id="{497B3A79-6E9A-5784-683F-A993E694C1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075" y="4111625"/>
            <a:ext cx="7002463" cy="1409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eaLnBrk="1" hangingPunct="1"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</a:pPr>
            <a:r>
              <a:rPr kumimoji="1" lang="en-US" altLang="en-US">
                <a:ea typeface="MS PGothic" panose="020B0600070205080204" pitchFamily="34" charset="-128"/>
              </a:rPr>
              <a:t>Path name</a:t>
            </a:r>
          </a:p>
          <a:p>
            <a:pPr eaLnBrk="1" hangingPunct="1"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</a:pPr>
            <a:r>
              <a:rPr kumimoji="1" lang="en-US" altLang="en-US">
                <a:ea typeface="MS PGothic" panose="020B0600070205080204" pitchFamily="34" charset="-128"/>
              </a:rPr>
              <a:t>Can have the same file name for different user</a:t>
            </a:r>
          </a:p>
          <a:p>
            <a:pPr eaLnBrk="1" hangingPunct="1"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</a:pPr>
            <a:r>
              <a:rPr kumimoji="1" lang="en-US" altLang="en-US">
                <a:ea typeface="MS PGothic" panose="020B0600070205080204" pitchFamily="34" charset="-128"/>
              </a:rPr>
              <a:t>Efficient searching</a:t>
            </a:r>
          </a:p>
          <a:p>
            <a:pPr eaLnBrk="1" hangingPunct="1"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</a:pPr>
            <a:r>
              <a:rPr kumimoji="1" lang="en-US" altLang="en-US">
                <a:ea typeface="MS PGothic" panose="020B0600070205080204" pitchFamily="34" charset="-128"/>
              </a:rPr>
              <a:t>No grouping capability</a:t>
            </a:r>
          </a:p>
        </p:txBody>
      </p:sp>
      <p:pic>
        <p:nvPicPr>
          <p:cNvPr id="66565" name="Picture 8">
            <a:extLst>
              <a:ext uri="{FF2B5EF4-FFF2-40B4-BE49-F238E27FC236}">
                <a16:creationId xmlns:a16="http://schemas.microsoft.com/office/drawing/2014/main" id="{3B1EDBA5-75FC-9381-EC40-A53BD5E05F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7375" y="1724025"/>
            <a:ext cx="6427788" cy="2192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>
            <a:extLst>
              <a:ext uri="{FF2B5EF4-FFF2-40B4-BE49-F238E27FC236}">
                <a16:creationId xmlns:a16="http://schemas.microsoft.com/office/drawing/2014/main" id="{8F1AC354-6A56-A455-62B6-C55D4DDA52A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79388"/>
            <a:ext cx="8229600" cy="576262"/>
          </a:xfrm>
        </p:spPr>
        <p:txBody>
          <a:bodyPr/>
          <a:lstStyle/>
          <a:p>
            <a:r>
              <a:rPr lang="en-US" altLang="en-US"/>
              <a:t>Tree-Structured Directories</a:t>
            </a:r>
          </a:p>
        </p:txBody>
      </p:sp>
      <p:pic>
        <p:nvPicPr>
          <p:cNvPr id="68611" name="Picture 6">
            <a:extLst>
              <a:ext uri="{FF2B5EF4-FFF2-40B4-BE49-F238E27FC236}">
                <a16:creationId xmlns:a16="http://schemas.microsoft.com/office/drawing/2014/main" id="{5EB44BE9-85AE-2947-1F1D-4E80756E69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3525" y="1239838"/>
            <a:ext cx="6915150" cy="440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>
            <a:extLst>
              <a:ext uri="{FF2B5EF4-FFF2-40B4-BE49-F238E27FC236}">
                <a16:creationId xmlns:a16="http://schemas.microsoft.com/office/drawing/2014/main" id="{CA15AF91-AFF3-5E6E-1A62-14A2B1AE5DF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0263" y="193675"/>
            <a:ext cx="8229600" cy="576263"/>
          </a:xfrm>
        </p:spPr>
        <p:txBody>
          <a:bodyPr/>
          <a:lstStyle/>
          <a:p>
            <a:r>
              <a:rPr lang="en-US" altLang="en-US"/>
              <a:t>Tree-Structured Directories (Cont.)</a:t>
            </a:r>
          </a:p>
        </p:txBody>
      </p:sp>
      <p:sp>
        <p:nvSpPr>
          <p:cNvPr id="70659" name="Rectangle 3">
            <a:extLst>
              <a:ext uri="{FF2B5EF4-FFF2-40B4-BE49-F238E27FC236}">
                <a16:creationId xmlns:a16="http://schemas.microsoft.com/office/drawing/2014/main" id="{24C0106D-1ED3-5BD7-8826-3096C0E4930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76300" y="1079500"/>
            <a:ext cx="8229600" cy="4530725"/>
          </a:xfrm>
        </p:spPr>
        <p:txBody>
          <a:bodyPr/>
          <a:lstStyle/>
          <a:p>
            <a:r>
              <a:rPr lang="en-US" altLang="en-US"/>
              <a:t>Efficient searching</a:t>
            </a:r>
            <a:br>
              <a:rPr lang="en-US" altLang="en-US"/>
            </a:br>
            <a:endParaRPr lang="en-US" altLang="en-US"/>
          </a:p>
          <a:p>
            <a:r>
              <a:rPr lang="en-US" altLang="en-US"/>
              <a:t>Grouping Capability</a:t>
            </a:r>
            <a:br>
              <a:rPr lang="en-US" altLang="en-US"/>
            </a:br>
            <a:endParaRPr lang="en-US" altLang="en-US"/>
          </a:p>
          <a:p>
            <a:r>
              <a:rPr lang="en-US" altLang="en-US"/>
              <a:t>Current directory (working directory)</a:t>
            </a:r>
          </a:p>
          <a:p>
            <a:pPr lvl="1"/>
            <a:r>
              <a:rPr lang="en-US" altLang="en-US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cd /spell/mail/prog</a:t>
            </a:r>
          </a:p>
          <a:p>
            <a:pPr lvl="1"/>
            <a:r>
              <a:rPr lang="en-US" altLang="en-US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type list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>
            <a:extLst>
              <a:ext uri="{FF2B5EF4-FFF2-40B4-BE49-F238E27FC236}">
                <a16:creationId xmlns:a16="http://schemas.microsoft.com/office/drawing/2014/main" id="{C7CF6BB2-7982-D6E3-483D-BC784091C70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20763" y="150813"/>
            <a:ext cx="8229600" cy="576262"/>
          </a:xfrm>
        </p:spPr>
        <p:txBody>
          <a:bodyPr/>
          <a:lstStyle/>
          <a:p>
            <a:r>
              <a:rPr lang="en-US" altLang="en-US"/>
              <a:t>Tree-Structured Directories (Cont)</a:t>
            </a:r>
          </a:p>
        </p:txBody>
      </p:sp>
      <p:sp>
        <p:nvSpPr>
          <p:cNvPr id="72707" name="Rectangle 3">
            <a:extLst>
              <a:ext uri="{FF2B5EF4-FFF2-40B4-BE49-F238E27FC236}">
                <a16:creationId xmlns:a16="http://schemas.microsoft.com/office/drawing/2014/main" id="{5E50A0ED-2F37-2429-0CCF-53C42C586E2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63600" y="1136650"/>
            <a:ext cx="7370763" cy="2992438"/>
          </a:xfrm>
        </p:spPr>
        <p:txBody>
          <a:bodyPr/>
          <a:lstStyle/>
          <a:p>
            <a:pPr>
              <a:lnSpc>
                <a:spcPct val="90000"/>
              </a:lnSpc>
              <a:tabLst>
                <a:tab pos="2857500" algn="ctr"/>
              </a:tabLst>
            </a:pPr>
            <a:r>
              <a:rPr lang="en-US" altLang="en-US" b="1">
                <a:solidFill>
                  <a:srgbClr val="3366FF"/>
                </a:solidFill>
              </a:rPr>
              <a:t>Absolute</a:t>
            </a:r>
            <a:r>
              <a:rPr lang="en-US" altLang="en-US"/>
              <a:t> or </a:t>
            </a:r>
            <a:r>
              <a:rPr lang="en-US" altLang="en-US" b="1">
                <a:solidFill>
                  <a:srgbClr val="3366FF"/>
                </a:solidFill>
              </a:rPr>
              <a:t>relative</a:t>
            </a:r>
            <a:r>
              <a:rPr lang="en-US" altLang="en-US"/>
              <a:t> path name</a:t>
            </a:r>
          </a:p>
          <a:p>
            <a:pPr>
              <a:lnSpc>
                <a:spcPct val="90000"/>
              </a:lnSpc>
              <a:tabLst>
                <a:tab pos="2857500" algn="ctr"/>
              </a:tabLst>
            </a:pPr>
            <a:r>
              <a:rPr lang="en-US" altLang="en-US"/>
              <a:t>Creating a new file is done in current directory</a:t>
            </a:r>
          </a:p>
          <a:p>
            <a:pPr>
              <a:lnSpc>
                <a:spcPct val="90000"/>
              </a:lnSpc>
              <a:tabLst>
                <a:tab pos="2857500" algn="ctr"/>
              </a:tabLst>
            </a:pPr>
            <a:r>
              <a:rPr lang="en-US" altLang="en-US"/>
              <a:t>Delete a file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2857500" algn="ctr"/>
              </a:tabLst>
            </a:pPr>
            <a:r>
              <a:rPr lang="en-US" altLang="en-US"/>
              <a:t>		</a:t>
            </a:r>
            <a:r>
              <a:rPr lang="en-US" altLang="en-US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rm &lt;file-name&gt;</a:t>
            </a:r>
          </a:p>
          <a:p>
            <a:pPr>
              <a:lnSpc>
                <a:spcPct val="90000"/>
              </a:lnSpc>
              <a:tabLst>
                <a:tab pos="2857500" algn="ctr"/>
              </a:tabLst>
            </a:pPr>
            <a:r>
              <a:rPr lang="en-US" altLang="en-US"/>
              <a:t>Creating a new subdirectory is done in current directory</a:t>
            </a:r>
          </a:p>
          <a:p>
            <a:pPr marL="342900" lvl="1" indent="-342900">
              <a:lnSpc>
                <a:spcPct val="90000"/>
              </a:lnSpc>
              <a:buClr>
                <a:srgbClr val="993300"/>
              </a:buClr>
              <a:buSzPct val="90000"/>
              <a:buFont typeface="Monotype Sorts" pitchFamily="-84" charset="2"/>
              <a:buNone/>
              <a:tabLst>
                <a:tab pos="2857500" algn="ctr"/>
              </a:tabLst>
            </a:pPr>
            <a:r>
              <a:rPr lang="en-US" altLang="en-US"/>
              <a:t>		</a:t>
            </a:r>
            <a:r>
              <a:rPr lang="en-US" altLang="en-US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mkdir &lt;dir-name&gt;</a:t>
            </a:r>
          </a:p>
          <a:p>
            <a:pPr marL="342900" lvl="1" indent="-342900">
              <a:lnSpc>
                <a:spcPct val="90000"/>
              </a:lnSpc>
              <a:buClr>
                <a:srgbClr val="993300"/>
              </a:buClr>
              <a:buSzPct val="90000"/>
              <a:buFont typeface="Monotype Sorts" pitchFamily="-84" charset="2"/>
              <a:buNone/>
              <a:tabLst>
                <a:tab pos="2857500" algn="ctr"/>
              </a:tabLst>
            </a:pPr>
            <a:r>
              <a:rPr lang="en-US" altLang="en-US"/>
              <a:t>	Example:  if in current directory   </a:t>
            </a:r>
            <a:r>
              <a:rPr lang="en-US" altLang="en-US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/mail</a:t>
            </a:r>
          </a:p>
          <a:p>
            <a:pPr marL="342900" lvl="1" indent="-342900">
              <a:lnSpc>
                <a:spcPct val="90000"/>
              </a:lnSpc>
              <a:buClr>
                <a:srgbClr val="993300"/>
              </a:buClr>
              <a:buSzPct val="90000"/>
              <a:buFont typeface="Monotype Sorts" pitchFamily="-84" charset="2"/>
              <a:buNone/>
              <a:tabLst>
                <a:tab pos="2857500" algn="ctr"/>
              </a:tabLst>
            </a:pPr>
            <a:r>
              <a:rPr lang="en-US" altLang="en-US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mkdir count</a:t>
            </a:r>
          </a:p>
        </p:txBody>
      </p:sp>
      <p:sp>
        <p:nvSpPr>
          <p:cNvPr id="72708" name="Rectangle 11">
            <a:extLst>
              <a:ext uri="{FF2B5EF4-FFF2-40B4-BE49-F238E27FC236}">
                <a16:creationId xmlns:a16="http://schemas.microsoft.com/office/drawing/2014/main" id="{F882124C-E60F-8090-5AD0-3EFB493275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2488" y="5561013"/>
            <a:ext cx="7423150" cy="334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2857500" algn="ctr"/>
              </a:tabLs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tabLst>
                <a:tab pos="2857500" algn="ctr"/>
              </a:tabLs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tabLst>
                <a:tab pos="2857500" algn="ctr"/>
              </a:tabLs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tabLst>
                <a:tab pos="2857500" algn="ctr"/>
              </a:tabLs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tabLst>
                <a:tab pos="2857500" algn="ctr"/>
              </a:tabLs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tabLst>
                <a:tab pos="2857500" algn="ctr"/>
              </a:tabLs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tabLst>
                <a:tab pos="2857500" algn="ctr"/>
              </a:tabLs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tabLst>
                <a:tab pos="2857500" algn="ctr"/>
              </a:tabLs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tabLst>
                <a:tab pos="2857500" algn="ctr"/>
              </a:tabLs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>
                <a:ea typeface="MS PGothic" panose="020B0600070205080204" pitchFamily="34" charset="-128"/>
              </a:rPr>
              <a:t>Deleting </a:t>
            </a:r>
            <a:r>
              <a:rPr lang="ja-JP" altLang="en-US" sz="2000">
                <a:ea typeface="MS PGothic" panose="020B0600070205080204" pitchFamily="34" charset="-128"/>
              </a:rPr>
              <a:t>“</a:t>
            </a:r>
            <a:r>
              <a:rPr lang="en-US" altLang="ja-JP" sz="2000">
                <a:ea typeface="MS PGothic" panose="020B0600070205080204" pitchFamily="34" charset="-128"/>
              </a:rPr>
              <a:t>mail</a:t>
            </a:r>
            <a:r>
              <a:rPr lang="ja-JP" altLang="en-US" sz="2000">
                <a:ea typeface="MS PGothic" panose="020B0600070205080204" pitchFamily="34" charset="-128"/>
              </a:rPr>
              <a:t>”</a:t>
            </a:r>
            <a:r>
              <a:rPr lang="en-US" altLang="ja-JP" sz="2000">
                <a:ea typeface="MS PGothic" panose="020B0600070205080204" pitchFamily="34" charset="-128"/>
              </a:rPr>
              <a:t> </a:t>
            </a:r>
            <a:r>
              <a:rPr lang="en-US" altLang="ja-JP" sz="2000">
                <a:ea typeface="MS PGothic" panose="020B0600070205080204" pitchFamily="34" charset="-128"/>
                <a:sym typeface="Symbol" panose="05050102010706020507" pitchFamily="18" charset="2"/>
              </a:rPr>
              <a:t> deleting the entire subtree rooted by </a:t>
            </a:r>
            <a:r>
              <a:rPr lang="ja-JP" altLang="en-US" sz="2000">
                <a:ea typeface="MS PGothic" panose="020B0600070205080204" pitchFamily="34" charset="-128"/>
                <a:sym typeface="Symbol" panose="05050102010706020507" pitchFamily="18" charset="2"/>
              </a:rPr>
              <a:t>“</a:t>
            </a:r>
            <a:r>
              <a:rPr lang="en-US" altLang="ja-JP" sz="2000">
                <a:ea typeface="MS PGothic" panose="020B0600070205080204" pitchFamily="34" charset="-128"/>
                <a:sym typeface="Symbol" panose="05050102010706020507" pitchFamily="18" charset="2"/>
              </a:rPr>
              <a:t>mail</a:t>
            </a:r>
            <a:r>
              <a:rPr lang="ja-JP" altLang="en-US" sz="2000">
                <a:ea typeface="MS PGothic" panose="020B0600070205080204" pitchFamily="34" charset="-128"/>
                <a:sym typeface="Symbol" panose="05050102010706020507" pitchFamily="18" charset="2"/>
              </a:rPr>
              <a:t>”</a:t>
            </a:r>
            <a:endParaRPr lang="en-US" altLang="en-US" sz="2000">
              <a:ea typeface="MS PGothic" panose="020B0600070205080204" pitchFamily="34" charset="-128"/>
            </a:endParaRPr>
          </a:p>
        </p:txBody>
      </p:sp>
      <p:pic>
        <p:nvPicPr>
          <p:cNvPr id="72709" name="Picture 1">
            <a:extLst>
              <a:ext uri="{FF2B5EF4-FFF2-40B4-BE49-F238E27FC236}">
                <a16:creationId xmlns:a16="http://schemas.microsoft.com/office/drawing/2014/main" id="{C8F84F3C-3DEA-977A-7310-45BB1D4A2C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9063" y="4100513"/>
            <a:ext cx="3132137" cy="1074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>
            <a:extLst>
              <a:ext uri="{FF2B5EF4-FFF2-40B4-BE49-F238E27FC236}">
                <a16:creationId xmlns:a16="http://schemas.microsoft.com/office/drawing/2014/main" id="{B1211320-A767-247F-8932-A37D0B685B0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50813"/>
            <a:ext cx="8229600" cy="576262"/>
          </a:xfrm>
        </p:spPr>
        <p:txBody>
          <a:bodyPr/>
          <a:lstStyle/>
          <a:p>
            <a:r>
              <a:rPr lang="en-US" altLang="en-US"/>
              <a:t>Acyclic-Graph Directories</a:t>
            </a:r>
            <a:endParaRPr lang="en-US" altLang="en-US" sz="2400"/>
          </a:p>
        </p:txBody>
      </p:sp>
      <p:sp>
        <p:nvSpPr>
          <p:cNvPr id="74755" name="Rectangle 3">
            <a:extLst>
              <a:ext uri="{FF2B5EF4-FFF2-40B4-BE49-F238E27FC236}">
                <a16:creationId xmlns:a16="http://schemas.microsoft.com/office/drawing/2014/main" id="{F836D7E3-70D1-5A6C-960F-DFB31B850A3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11213" y="1093788"/>
            <a:ext cx="7029450" cy="522287"/>
          </a:xfrm>
        </p:spPr>
        <p:txBody>
          <a:bodyPr/>
          <a:lstStyle/>
          <a:p>
            <a:r>
              <a:rPr lang="en-US" altLang="en-US"/>
              <a:t>Have shared subdirectories and files</a:t>
            </a:r>
          </a:p>
        </p:txBody>
      </p:sp>
      <p:pic>
        <p:nvPicPr>
          <p:cNvPr id="74756" name="Picture 7" descr="10">
            <a:extLst>
              <a:ext uri="{FF2B5EF4-FFF2-40B4-BE49-F238E27FC236}">
                <a16:creationId xmlns:a16="http://schemas.microsoft.com/office/drawing/2014/main" id="{43B3F9C4-29E4-86D8-6BAB-AB784B3DF1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6788" y="1677988"/>
            <a:ext cx="4960937" cy="400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>
            <a:extLst>
              <a:ext uri="{FF2B5EF4-FFF2-40B4-BE49-F238E27FC236}">
                <a16:creationId xmlns:a16="http://schemas.microsoft.com/office/drawing/2014/main" id="{B4DFDDC3-7AE8-9E21-62BE-248069ED797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11238" y="136525"/>
            <a:ext cx="7718425" cy="576263"/>
          </a:xfrm>
        </p:spPr>
        <p:txBody>
          <a:bodyPr/>
          <a:lstStyle/>
          <a:p>
            <a:r>
              <a:rPr lang="en-US" altLang="en-US"/>
              <a:t>Acyclic-Graph Directories (Cont.)</a:t>
            </a:r>
          </a:p>
        </p:txBody>
      </p:sp>
      <p:sp>
        <p:nvSpPr>
          <p:cNvPr id="76803" name="Rectangle 3">
            <a:extLst>
              <a:ext uri="{FF2B5EF4-FFF2-40B4-BE49-F238E27FC236}">
                <a16:creationId xmlns:a16="http://schemas.microsoft.com/office/drawing/2014/main" id="{90524951-6E72-3D7D-DB6C-566DB42D85C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90588" y="1120775"/>
            <a:ext cx="7564437" cy="4530725"/>
          </a:xfrm>
        </p:spPr>
        <p:txBody>
          <a:bodyPr/>
          <a:lstStyle/>
          <a:p>
            <a:r>
              <a:rPr lang="en-US" altLang="en-US"/>
              <a:t>Two different names (aliasing)</a:t>
            </a:r>
          </a:p>
          <a:p>
            <a:r>
              <a:rPr lang="en-US" altLang="en-US"/>
              <a:t>If </a:t>
            </a:r>
            <a:r>
              <a:rPr lang="en-US" altLang="en-US" b="1" i="1"/>
              <a:t>dict</a:t>
            </a:r>
            <a:r>
              <a:rPr lang="en-US" altLang="en-US"/>
              <a:t> deletes </a:t>
            </a:r>
            <a:r>
              <a:rPr lang="en-US" altLang="en-US" b="1" i="1"/>
              <a:t>list</a:t>
            </a:r>
            <a:r>
              <a:rPr lang="en-US" altLang="en-US"/>
              <a:t> </a:t>
            </a:r>
            <a:r>
              <a:rPr lang="en-US" altLang="en-US">
                <a:sym typeface="Symbol" panose="05050102010706020507" pitchFamily="18" charset="2"/>
              </a:rPr>
              <a:t> dangling pointer</a:t>
            </a:r>
          </a:p>
          <a:p>
            <a:pPr>
              <a:buFont typeface="Monotype Sorts" pitchFamily="-84" charset="2"/>
              <a:buNone/>
            </a:pPr>
            <a:r>
              <a:rPr lang="en-US" altLang="en-US"/>
              <a:t>	Solutions:</a:t>
            </a:r>
          </a:p>
          <a:p>
            <a:pPr lvl="1"/>
            <a:r>
              <a:rPr lang="en-US" altLang="en-US"/>
              <a:t>Backpointers, so we can delete all pointers</a:t>
            </a:r>
            <a:br>
              <a:rPr lang="en-US" altLang="en-US"/>
            </a:br>
            <a:r>
              <a:rPr lang="en-US" altLang="en-US"/>
              <a:t>Variable size records a problem</a:t>
            </a:r>
          </a:p>
          <a:p>
            <a:pPr lvl="1"/>
            <a:r>
              <a:rPr lang="en-US" altLang="en-US"/>
              <a:t>Backpointers using a daisy chain organization</a:t>
            </a:r>
          </a:p>
          <a:p>
            <a:pPr lvl="1"/>
            <a:r>
              <a:rPr lang="en-US" altLang="en-US"/>
              <a:t>Entry-hold-count solution</a:t>
            </a:r>
          </a:p>
          <a:p>
            <a:r>
              <a:rPr lang="en-US" altLang="en-US"/>
              <a:t>New directory entry type</a:t>
            </a:r>
          </a:p>
          <a:p>
            <a:pPr lvl="1"/>
            <a:r>
              <a:rPr lang="en-US" altLang="en-US" b="1">
                <a:solidFill>
                  <a:srgbClr val="3366FF"/>
                </a:solidFill>
              </a:rPr>
              <a:t>Link</a:t>
            </a:r>
            <a:r>
              <a:rPr lang="en-US" altLang="en-US"/>
              <a:t> – another name (pointer) to an existing file</a:t>
            </a:r>
          </a:p>
          <a:p>
            <a:pPr lvl="1"/>
            <a:r>
              <a:rPr lang="en-US" altLang="en-US" b="1">
                <a:solidFill>
                  <a:srgbClr val="3366FF"/>
                </a:solidFill>
              </a:rPr>
              <a:t>Resolve the link </a:t>
            </a:r>
            <a:r>
              <a:rPr lang="en-US" altLang="en-US"/>
              <a:t>– follow pointer to locate the file</a:t>
            </a:r>
            <a:endParaRPr lang="en-US" altLang="en-US" b="1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>
            <a:extLst>
              <a:ext uri="{FF2B5EF4-FFF2-40B4-BE49-F238E27FC236}">
                <a16:creationId xmlns:a16="http://schemas.microsoft.com/office/drawing/2014/main" id="{2293AB73-3B36-9166-3FCB-927CCE3519A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30288" y="179388"/>
            <a:ext cx="7656512" cy="576262"/>
          </a:xfrm>
        </p:spPr>
        <p:txBody>
          <a:bodyPr/>
          <a:lstStyle/>
          <a:p>
            <a:r>
              <a:rPr lang="en-US" altLang="en-US"/>
              <a:t>General Graph Directory</a:t>
            </a:r>
            <a:endParaRPr lang="en-US" altLang="en-US" sz="2400"/>
          </a:p>
        </p:txBody>
      </p:sp>
      <p:pic>
        <p:nvPicPr>
          <p:cNvPr id="78851" name="Picture 6" descr="10">
            <a:extLst>
              <a:ext uri="{FF2B5EF4-FFF2-40B4-BE49-F238E27FC236}">
                <a16:creationId xmlns:a16="http://schemas.microsoft.com/office/drawing/2014/main" id="{7BD2B4BA-3730-5D89-2B44-DDAB84B805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4013" y="973138"/>
            <a:ext cx="6030912" cy="3573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8852" name="Rectangle 3">
            <a:extLst>
              <a:ext uri="{FF2B5EF4-FFF2-40B4-BE49-F238E27FC236}">
                <a16:creationId xmlns:a16="http://schemas.microsoft.com/office/drawing/2014/main" id="{106CC25A-CF37-0CBF-33EF-2FC152C60F7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30288" y="4656138"/>
            <a:ext cx="6959600" cy="2022475"/>
          </a:xfrm>
        </p:spPr>
        <p:txBody>
          <a:bodyPr/>
          <a:lstStyle/>
          <a:p>
            <a:r>
              <a:rPr lang="en-US" altLang="en-US"/>
              <a:t>How do we guarantee no cycles?</a:t>
            </a:r>
          </a:p>
          <a:p>
            <a:pPr lvl="1"/>
            <a:r>
              <a:rPr lang="en-US" altLang="en-US"/>
              <a:t>Allow only links to file not subdirectories</a:t>
            </a:r>
          </a:p>
          <a:p>
            <a:pPr lvl="1"/>
            <a:r>
              <a:rPr lang="en-US" altLang="en-US" b="1">
                <a:solidFill>
                  <a:srgbClr val="3366FF"/>
                </a:solidFill>
              </a:rPr>
              <a:t>Garbage collection</a:t>
            </a:r>
          </a:p>
          <a:p>
            <a:pPr lvl="1"/>
            <a:r>
              <a:rPr lang="en-US" altLang="en-US"/>
              <a:t>Every time a new link is added use a cycle detection algorithm to determine whether it is OK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>
            <a:extLst>
              <a:ext uri="{FF2B5EF4-FFF2-40B4-BE49-F238E27FC236}">
                <a16:creationId xmlns:a16="http://schemas.microsoft.com/office/drawing/2014/main" id="{97129208-5593-E835-D82B-720F536A76B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68375" y="136525"/>
            <a:ext cx="7718425" cy="576263"/>
          </a:xfrm>
        </p:spPr>
        <p:txBody>
          <a:bodyPr/>
          <a:lstStyle/>
          <a:p>
            <a:r>
              <a:rPr lang="en-US" altLang="en-US"/>
              <a:t>File System Mounting</a:t>
            </a:r>
          </a:p>
        </p:txBody>
      </p:sp>
      <p:sp>
        <p:nvSpPr>
          <p:cNvPr id="80899" name="Rectangle 3">
            <a:extLst>
              <a:ext uri="{FF2B5EF4-FFF2-40B4-BE49-F238E27FC236}">
                <a16:creationId xmlns:a16="http://schemas.microsoft.com/office/drawing/2014/main" id="{0FA4283C-EA9D-DFF5-DEE6-F0CA493C849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49313" y="1120775"/>
            <a:ext cx="6821487" cy="3067050"/>
          </a:xfrm>
        </p:spPr>
        <p:txBody>
          <a:bodyPr/>
          <a:lstStyle/>
          <a:p>
            <a:r>
              <a:rPr lang="en-US" altLang="en-US"/>
              <a:t>A file system must be </a:t>
            </a:r>
            <a:r>
              <a:rPr lang="en-US" altLang="en-US" b="1">
                <a:solidFill>
                  <a:srgbClr val="3366FF"/>
                </a:solidFill>
              </a:rPr>
              <a:t>mounted</a:t>
            </a:r>
            <a:r>
              <a:rPr lang="en-US" altLang="en-US"/>
              <a:t> before it can be accessed</a:t>
            </a:r>
            <a:endParaRPr lang="en-US" altLang="en-US" b="1">
              <a:solidFill>
                <a:srgbClr val="3366FF"/>
              </a:solidFill>
            </a:endParaRPr>
          </a:p>
          <a:p>
            <a:r>
              <a:rPr lang="en-US" altLang="en-US"/>
              <a:t>A unmounted file system (i.e., Fig. 11-11(b)) is mounted at a </a:t>
            </a:r>
            <a:r>
              <a:rPr lang="en-US" altLang="en-US" b="1">
                <a:solidFill>
                  <a:srgbClr val="3366FF"/>
                </a:solidFill>
              </a:rPr>
              <a:t>mount point</a:t>
            </a:r>
          </a:p>
        </p:txBody>
      </p:sp>
      <p:pic>
        <p:nvPicPr>
          <p:cNvPr id="80900" name="Picture 1" descr="11_14.pdf">
            <a:extLst>
              <a:ext uri="{FF2B5EF4-FFF2-40B4-BE49-F238E27FC236}">
                <a16:creationId xmlns:a16="http://schemas.microsoft.com/office/drawing/2014/main" id="{A78AEE17-0AC8-DB3F-4029-B2C7AD4FE5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9088" y="2300288"/>
            <a:ext cx="5910262" cy="3422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>
            <a:extLst>
              <a:ext uri="{FF2B5EF4-FFF2-40B4-BE49-F238E27FC236}">
                <a16:creationId xmlns:a16="http://schemas.microsoft.com/office/drawing/2014/main" id="{1316E83F-5B65-CAF0-859F-C3499323C3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50813"/>
            <a:ext cx="8229600" cy="576262"/>
          </a:xfrm>
        </p:spPr>
        <p:txBody>
          <a:bodyPr/>
          <a:lstStyle/>
          <a:p>
            <a:r>
              <a:rPr lang="en-US" altLang="en-US"/>
              <a:t>Mount Point</a:t>
            </a:r>
            <a:endParaRPr lang="en-US" altLang="en-US" sz="2400"/>
          </a:p>
        </p:txBody>
      </p:sp>
      <p:pic>
        <p:nvPicPr>
          <p:cNvPr id="82947" name="Picture 5">
            <a:extLst>
              <a:ext uri="{FF2B5EF4-FFF2-40B4-BE49-F238E27FC236}">
                <a16:creationId xmlns:a16="http://schemas.microsoft.com/office/drawing/2014/main" id="{4C24529D-DFC3-BA9B-8183-5F1FC87F4B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4688" y="1266825"/>
            <a:ext cx="2984500" cy="3422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>
            <a:extLst>
              <a:ext uri="{FF2B5EF4-FFF2-40B4-BE49-F238E27FC236}">
                <a16:creationId xmlns:a16="http://schemas.microsoft.com/office/drawing/2014/main" id="{10D9E1AF-0C95-2CAD-E876-B0DFE36D706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36525"/>
            <a:ext cx="8229600" cy="576263"/>
          </a:xfrm>
        </p:spPr>
        <p:txBody>
          <a:bodyPr/>
          <a:lstStyle/>
          <a:p>
            <a:r>
              <a:rPr lang="en-US" altLang="en-US"/>
              <a:t>File Sharing</a:t>
            </a:r>
          </a:p>
        </p:txBody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2911666C-3E4E-7C41-4BDB-1E4B4FF8582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5025" y="1106488"/>
            <a:ext cx="7851775" cy="4530725"/>
          </a:xfrm>
        </p:spPr>
        <p:txBody>
          <a:bodyPr/>
          <a:lstStyle/>
          <a:p>
            <a:r>
              <a:rPr lang="en-US" altLang="en-US"/>
              <a:t>Sharing of files on multi-user systems is desirable</a:t>
            </a:r>
          </a:p>
          <a:p>
            <a:r>
              <a:rPr lang="en-US" altLang="en-US"/>
              <a:t>Sharing may be done through a </a:t>
            </a:r>
            <a:r>
              <a:rPr lang="en-US" altLang="en-US" b="1">
                <a:solidFill>
                  <a:srgbClr val="3366FF"/>
                </a:solidFill>
              </a:rPr>
              <a:t>protection</a:t>
            </a:r>
            <a:r>
              <a:rPr lang="en-US" altLang="en-US"/>
              <a:t> scheme</a:t>
            </a:r>
          </a:p>
          <a:p>
            <a:r>
              <a:rPr lang="en-US" altLang="en-US"/>
              <a:t>On distributed systems, files may be shared across a network</a:t>
            </a:r>
          </a:p>
          <a:p>
            <a:r>
              <a:rPr lang="en-US" altLang="en-US"/>
              <a:t>Network File System (NFS) is a common distributed file-sharing method</a:t>
            </a:r>
          </a:p>
          <a:p>
            <a:r>
              <a:rPr lang="en-US" altLang="en-US"/>
              <a:t>If multi-user system</a:t>
            </a:r>
          </a:p>
          <a:p>
            <a:pPr lvl="1"/>
            <a:r>
              <a:rPr lang="en-US" altLang="en-US" b="1">
                <a:solidFill>
                  <a:srgbClr val="3366FF"/>
                </a:solidFill>
              </a:rPr>
              <a:t>User IDs </a:t>
            </a:r>
            <a:r>
              <a:rPr lang="en-US" altLang="en-US"/>
              <a:t>identify users, allowing permissions and protections to be per-user</a:t>
            </a:r>
            <a:br>
              <a:rPr lang="en-US" altLang="en-US"/>
            </a:br>
            <a:r>
              <a:rPr lang="en-US" altLang="en-US" b="1">
                <a:solidFill>
                  <a:srgbClr val="3366FF"/>
                </a:solidFill>
              </a:rPr>
              <a:t>Group IDs </a:t>
            </a:r>
            <a:r>
              <a:rPr lang="en-US" altLang="en-US"/>
              <a:t>allow users to be in groups, permitting group access rights</a:t>
            </a:r>
          </a:p>
          <a:p>
            <a:pPr lvl="1"/>
            <a:r>
              <a:rPr lang="en-US" altLang="en-US"/>
              <a:t>Owner of a file / directory</a:t>
            </a:r>
          </a:p>
          <a:p>
            <a:pPr lvl="1"/>
            <a:r>
              <a:rPr lang="en-US" altLang="en-US"/>
              <a:t>Group of a file / directory</a:t>
            </a:r>
          </a:p>
          <a:p>
            <a:endParaRPr lang="en-US" alt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>
            <a:extLst>
              <a:ext uri="{FF2B5EF4-FFF2-40B4-BE49-F238E27FC236}">
                <a16:creationId xmlns:a16="http://schemas.microsoft.com/office/drawing/2014/main" id="{071E5E0E-D338-13A9-A63E-3EAED77A565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7388" y="207963"/>
            <a:ext cx="8531225" cy="576262"/>
          </a:xfrm>
        </p:spPr>
        <p:txBody>
          <a:bodyPr/>
          <a:lstStyle/>
          <a:p>
            <a:r>
              <a:rPr lang="en-US" altLang="en-US"/>
              <a:t>File Sharing – Remote File Systems</a:t>
            </a:r>
          </a:p>
        </p:txBody>
      </p:sp>
      <p:sp>
        <p:nvSpPr>
          <p:cNvPr id="87043" name="Rectangle 3">
            <a:extLst>
              <a:ext uri="{FF2B5EF4-FFF2-40B4-BE49-F238E27FC236}">
                <a16:creationId xmlns:a16="http://schemas.microsoft.com/office/drawing/2014/main" id="{0489C99D-A97D-8005-C601-EDCB0C19C99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68363" y="1095375"/>
            <a:ext cx="7853362" cy="5275263"/>
          </a:xfrm>
        </p:spPr>
        <p:txBody>
          <a:bodyPr/>
          <a:lstStyle/>
          <a:p>
            <a:r>
              <a:rPr lang="en-US" altLang="en-US"/>
              <a:t>Uses networking to allow file system access between systems</a:t>
            </a:r>
          </a:p>
          <a:p>
            <a:pPr lvl="1"/>
            <a:r>
              <a:rPr lang="en-US" altLang="en-US"/>
              <a:t>Manually via programs like FTP</a:t>
            </a:r>
          </a:p>
          <a:p>
            <a:pPr lvl="1"/>
            <a:r>
              <a:rPr lang="en-US" altLang="en-US"/>
              <a:t>Automatically, seamlessly using </a:t>
            </a:r>
            <a:r>
              <a:rPr lang="en-US" altLang="en-US" b="1">
                <a:solidFill>
                  <a:srgbClr val="3366FF"/>
                </a:solidFill>
              </a:rPr>
              <a:t>distributed file systems</a:t>
            </a:r>
          </a:p>
          <a:p>
            <a:pPr lvl="1"/>
            <a:r>
              <a:rPr lang="en-US" altLang="en-US"/>
              <a:t>Semi automatically via the</a:t>
            </a:r>
            <a:r>
              <a:rPr lang="en-US" altLang="en-US" b="1">
                <a:solidFill>
                  <a:schemeClr val="tx2"/>
                </a:solidFill>
              </a:rPr>
              <a:t> </a:t>
            </a:r>
            <a:r>
              <a:rPr lang="en-US" altLang="en-US" b="1">
                <a:solidFill>
                  <a:srgbClr val="3366FF"/>
                </a:solidFill>
              </a:rPr>
              <a:t>world wide web</a:t>
            </a:r>
          </a:p>
          <a:p>
            <a:r>
              <a:rPr lang="en-US" altLang="en-US" b="1">
                <a:solidFill>
                  <a:srgbClr val="3366FF"/>
                </a:solidFill>
              </a:rPr>
              <a:t>Client-server </a:t>
            </a:r>
            <a:r>
              <a:rPr lang="en-US" altLang="en-US"/>
              <a:t>model allows clients to mount remote file systems from servers</a:t>
            </a:r>
          </a:p>
          <a:p>
            <a:pPr lvl="1"/>
            <a:r>
              <a:rPr lang="en-US" altLang="en-US"/>
              <a:t>Server can serve multiple clients</a:t>
            </a:r>
          </a:p>
          <a:p>
            <a:pPr lvl="1"/>
            <a:r>
              <a:rPr lang="en-US" altLang="en-US"/>
              <a:t>Client and user-on-client identification is insecure or complicated</a:t>
            </a:r>
          </a:p>
          <a:p>
            <a:pPr lvl="1"/>
            <a:r>
              <a:rPr lang="en-US" altLang="en-US" b="1">
                <a:solidFill>
                  <a:srgbClr val="3366FF"/>
                </a:solidFill>
              </a:rPr>
              <a:t>NFS</a:t>
            </a:r>
            <a:r>
              <a:rPr lang="en-US" altLang="en-US"/>
              <a:t> is standard UNIX client-server file sharing protocol</a:t>
            </a:r>
          </a:p>
          <a:p>
            <a:pPr lvl="1"/>
            <a:r>
              <a:rPr lang="en-US" altLang="en-US" b="1">
                <a:solidFill>
                  <a:srgbClr val="3366FF"/>
                </a:solidFill>
              </a:rPr>
              <a:t>CIFS</a:t>
            </a:r>
            <a:r>
              <a:rPr lang="en-US" altLang="en-US"/>
              <a:t> is standard Windows protocol</a:t>
            </a:r>
          </a:p>
          <a:p>
            <a:pPr lvl="1"/>
            <a:r>
              <a:rPr lang="en-US" altLang="en-US"/>
              <a:t>Standard operating system file calls are translated into remote calls</a:t>
            </a:r>
          </a:p>
          <a:p>
            <a:r>
              <a:rPr lang="en-US" altLang="en-US"/>
              <a:t>Distributed Information Systems </a:t>
            </a:r>
            <a:r>
              <a:rPr lang="en-US" altLang="en-US" b="1"/>
              <a:t>(</a:t>
            </a:r>
            <a:r>
              <a:rPr lang="en-US" altLang="en-US" b="1">
                <a:solidFill>
                  <a:srgbClr val="3366FF"/>
                </a:solidFill>
              </a:rPr>
              <a:t>distributed naming services</a:t>
            </a:r>
            <a:r>
              <a:rPr lang="en-US" altLang="en-US" b="1"/>
              <a:t>)</a:t>
            </a:r>
            <a:r>
              <a:rPr lang="en-US" altLang="en-US"/>
              <a:t> such as LDAP, DNS, NIS, Active Directory implement unified access to information needed for remote computing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>
            <a:extLst>
              <a:ext uri="{FF2B5EF4-FFF2-40B4-BE49-F238E27FC236}">
                <a16:creationId xmlns:a16="http://schemas.microsoft.com/office/drawing/2014/main" id="{59F40DFE-E7E0-DD4F-A77E-67038C93C62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12800" y="136525"/>
            <a:ext cx="7888288" cy="576263"/>
          </a:xfrm>
        </p:spPr>
        <p:txBody>
          <a:bodyPr/>
          <a:lstStyle/>
          <a:p>
            <a:r>
              <a:rPr lang="en-US" altLang="en-US"/>
              <a:t>File Sharing – Failure Modes</a:t>
            </a:r>
          </a:p>
        </p:txBody>
      </p:sp>
      <p:sp>
        <p:nvSpPr>
          <p:cNvPr id="89091" name="Rectangle 3">
            <a:extLst>
              <a:ext uri="{FF2B5EF4-FFF2-40B4-BE49-F238E27FC236}">
                <a16:creationId xmlns:a16="http://schemas.microsoft.com/office/drawing/2014/main" id="{7EB61140-F5FE-F3F0-CAD0-6EAA5B24BEE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49313" y="1177925"/>
            <a:ext cx="6916737" cy="4429125"/>
          </a:xfrm>
        </p:spPr>
        <p:txBody>
          <a:bodyPr/>
          <a:lstStyle/>
          <a:p>
            <a:r>
              <a:rPr lang="en-US" altLang="en-US"/>
              <a:t>All file systems have failure modes</a:t>
            </a:r>
          </a:p>
          <a:p>
            <a:pPr lvl="1"/>
            <a:r>
              <a:rPr lang="en-US" altLang="en-US"/>
              <a:t>For example corruption of directory structures or other non-user data, called </a:t>
            </a:r>
            <a:r>
              <a:rPr lang="en-US" altLang="en-US" b="1">
                <a:solidFill>
                  <a:srgbClr val="3366FF"/>
                </a:solidFill>
              </a:rPr>
              <a:t>metadata</a:t>
            </a:r>
          </a:p>
          <a:p>
            <a:r>
              <a:rPr lang="en-US" altLang="en-US"/>
              <a:t>Remote file systems add new failure modes, due to network failure, server failure</a:t>
            </a:r>
          </a:p>
          <a:p>
            <a:r>
              <a:rPr lang="en-US" altLang="en-US"/>
              <a:t>Recovery from failure can involve </a:t>
            </a:r>
            <a:r>
              <a:rPr lang="en-US" altLang="en-US" b="1">
                <a:solidFill>
                  <a:srgbClr val="3366FF"/>
                </a:solidFill>
              </a:rPr>
              <a:t>state information </a:t>
            </a:r>
            <a:r>
              <a:rPr lang="en-US" altLang="en-US"/>
              <a:t>about status of each remote request</a:t>
            </a:r>
          </a:p>
          <a:p>
            <a:r>
              <a:rPr lang="en-US" altLang="en-US" b="1">
                <a:solidFill>
                  <a:srgbClr val="3366FF"/>
                </a:solidFill>
              </a:rPr>
              <a:t>Stateless</a:t>
            </a:r>
            <a:r>
              <a:rPr lang="en-US" altLang="en-US"/>
              <a:t> protocols such as NFS v3 include all information in each request, allowing easy recovery but less security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>
            <a:extLst>
              <a:ext uri="{FF2B5EF4-FFF2-40B4-BE49-F238E27FC236}">
                <a16:creationId xmlns:a16="http://schemas.microsoft.com/office/drawing/2014/main" id="{56CF77EA-E9C9-2C7B-A7A8-A1635605665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66788" y="187325"/>
            <a:ext cx="8501062" cy="576263"/>
          </a:xfrm>
        </p:spPr>
        <p:txBody>
          <a:bodyPr/>
          <a:lstStyle/>
          <a:p>
            <a:r>
              <a:rPr lang="en-US" altLang="en-US"/>
              <a:t>File Sharing – Consistency Semantics</a:t>
            </a:r>
          </a:p>
        </p:txBody>
      </p:sp>
      <p:sp>
        <p:nvSpPr>
          <p:cNvPr id="91139" name="Rectangle 3">
            <a:extLst>
              <a:ext uri="{FF2B5EF4-FFF2-40B4-BE49-F238E27FC236}">
                <a16:creationId xmlns:a16="http://schemas.microsoft.com/office/drawing/2014/main" id="{AA6007FE-F397-3088-0E49-C7C44E90E54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49313" y="1109663"/>
            <a:ext cx="7296150" cy="5003800"/>
          </a:xfrm>
        </p:spPr>
        <p:txBody>
          <a:bodyPr/>
          <a:lstStyle/>
          <a:p>
            <a:r>
              <a:rPr lang="en-US" altLang="en-US"/>
              <a:t>Specify how multiple users are to access a shared file simultaneously</a:t>
            </a:r>
          </a:p>
          <a:p>
            <a:pPr lvl="1"/>
            <a:r>
              <a:rPr lang="en-US" altLang="en-US"/>
              <a:t>Similar to Ch 5 process synchronization algorithms</a:t>
            </a:r>
          </a:p>
          <a:p>
            <a:pPr lvl="2"/>
            <a:r>
              <a:rPr lang="en-US" altLang="en-US"/>
              <a:t>Tend to be less complex due to disk I/O and network latency (for remote file systems)</a:t>
            </a:r>
          </a:p>
          <a:p>
            <a:pPr lvl="1"/>
            <a:r>
              <a:rPr lang="en-US" altLang="en-US"/>
              <a:t>Andrew File System (AFS) implemented complex remote file sharing semantics</a:t>
            </a:r>
          </a:p>
          <a:p>
            <a:pPr lvl="1"/>
            <a:r>
              <a:rPr lang="en-US" altLang="en-US"/>
              <a:t>Unix file system (UFS) implements:</a:t>
            </a:r>
          </a:p>
          <a:p>
            <a:pPr lvl="2"/>
            <a:r>
              <a:rPr lang="en-US" altLang="en-US"/>
              <a:t>Writes to an open file visible immediately to other users of the same open file</a:t>
            </a:r>
          </a:p>
          <a:p>
            <a:pPr lvl="2"/>
            <a:r>
              <a:rPr lang="en-US" altLang="en-US"/>
              <a:t>Sharing file pointer to allow multiple users to read and write concurrently</a:t>
            </a:r>
          </a:p>
          <a:p>
            <a:pPr lvl="1"/>
            <a:r>
              <a:rPr lang="en-US" altLang="en-US"/>
              <a:t>AFS has session semantics</a:t>
            </a:r>
          </a:p>
          <a:p>
            <a:pPr lvl="2"/>
            <a:r>
              <a:rPr lang="en-US" altLang="en-US"/>
              <a:t>Writes only visible to sessions starting after the file is closed</a:t>
            </a:r>
          </a:p>
          <a:p>
            <a:pPr lvl="2"/>
            <a:endParaRPr lang="en-US" altLang="en-US"/>
          </a:p>
          <a:p>
            <a:endParaRPr lang="en-US" alt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>
            <a:extLst>
              <a:ext uri="{FF2B5EF4-FFF2-40B4-BE49-F238E27FC236}">
                <a16:creationId xmlns:a16="http://schemas.microsoft.com/office/drawing/2014/main" id="{B4EB8346-EC6F-6E86-CD99-6395A306011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65100"/>
            <a:ext cx="8229600" cy="576263"/>
          </a:xfrm>
        </p:spPr>
        <p:txBody>
          <a:bodyPr/>
          <a:lstStyle/>
          <a:p>
            <a:r>
              <a:rPr lang="en-US" altLang="en-US"/>
              <a:t>Protection</a:t>
            </a:r>
          </a:p>
        </p:txBody>
      </p:sp>
      <p:sp>
        <p:nvSpPr>
          <p:cNvPr id="93187" name="Rectangle 3">
            <a:extLst>
              <a:ext uri="{FF2B5EF4-FFF2-40B4-BE49-F238E27FC236}">
                <a16:creationId xmlns:a16="http://schemas.microsoft.com/office/drawing/2014/main" id="{B236C3E7-29BA-CB31-A770-4A9DDE1E59C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76300" y="1092200"/>
            <a:ext cx="7451725" cy="4530725"/>
          </a:xfrm>
        </p:spPr>
        <p:txBody>
          <a:bodyPr/>
          <a:lstStyle/>
          <a:p>
            <a:r>
              <a:rPr lang="en-US" altLang="en-US"/>
              <a:t>File owner/creator should be able to control:</a:t>
            </a:r>
          </a:p>
          <a:p>
            <a:pPr lvl="1"/>
            <a:r>
              <a:rPr lang="en-US" altLang="en-US"/>
              <a:t>what can be done</a:t>
            </a:r>
          </a:p>
          <a:p>
            <a:pPr lvl="1"/>
            <a:r>
              <a:rPr lang="en-US" altLang="en-US"/>
              <a:t>by whom</a:t>
            </a:r>
          </a:p>
          <a:p>
            <a:r>
              <a:rPr lang="en-US" altLang="en-US"/>
              <a:t>Types of access</a:t>
            </a:r>
          </a:p>
          <a:p>
            <a:pPr lvl="1"/>
            <a:r>
              <a:rPr lang="en-US" altLang="en-US" b="1"/>
              <a:t>Read</a:t>
            </a:r>
          </a:p>
          <a:p>
            <a:pPr lvl="1"/>
            <a:r>
              <a:rPr lang="en-US" altLang="en-US" b="1"/>
              <a:t>Write</a:t>
            </a:r>
          </a:p>
          <a:p>
            <a:pPr lvl="1"/>
            <a:r>
              <a:rPr lang="en-US" altLang="en-US" b="1"/>
              <a:t>Execute</a:t>
            </a:r>
          </a:p>
          <a:p>
            <a:pPr lvl="1"/>
            <a:r>
              <a:rPr lang="en-US" altLang="en-US" b="1"/>
              <a:t>Append</a:t>
            </a:r>
          </a:p>
          <a:p>
            <a:pPr lvl="1"/>
            <a:r>
              <a:rPr lang="en-US" altLang="en-US" b="1"/>
              <a:t>Delete</a:t>
            </a:r>
          </a:p>
          <a:p>
            <a:pPr lvl="1"/>
            <a:r>
              <a:rPr lang="en-US" altLang="en-US" b="1"/>
              <a:t>List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>
            <a:extLst>
              <a:ext uri="{FF2B5EF4-FFF2-40B4-BE49-F238E27FC236}">
                <a16:creationId xmlns:a16="http://schemas.microsoft.com/office/drawing/2014/main" id="{C6E9F3B5-0B82-FDA3-6E97-CE900BB97D8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85775" y="165100"/>
            <a:ext cx="8229600" cy="576263"/>
          </a:xfrm>
        </p:spPr>
        <p:txBody>
          <a:bodyPr/>
          <a:lstStyle/>
          <a:p>
            <a:r>
              <a:rPr lang="en-US" altLang="en-US"/>
              <a:t>Access Lists and Groups</a:t>
            </a:r>
          </a:p>
        </p:txBody>
      </p:sp>
      <p:sp>
        <p:nvSpPr>
          <p:cNvPr id="95235" name="Rectangle 3">
            <a:extLst>
              <a:ext uri="{FF2B5EF4-FFF2-40B4-BE49-F238E27FC236}">
                <a16:creationId xmlns:a16="http://schemas.microsoft.com/office/drawing/2014/main" id="{812483A0-1027-9DF7-D57D-E9FE0BC7A66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76300" y="1092200"/>
            <a:ext cx="7342188" cy="3575050"/>
          </a:xfrm>
        </p:spPr>
        <p:txBody>
          <a:bodyPr/>
          <a:lstStyle/>
          <a:p>
            <a:pPr>
              <a:lnSpc>
                <a:spcPct val="90000"/>
              </a:lnSpc>
              <a:tabLst>
                <a:tab pos="1833563" algn="l"/>
                <a:tab pos="4459288" algn="l"/>
                <a:tab pos="5195888" algn="l"/>
                <a:tab pos="5888038" algn="l"/>
              </a:tabLst>
            </a:pPr>
            <a:r>
              <a:rPr lang="en-US" altLang="en-US"/>
              <a:t>Mode of access:  read, write, execute</a:t>
            </a:r>
          </a:p>
          <a:p>
            <a:pPr>
              <a:lnSpc>
                <a:spcPct val="90000"/>
              </a:lnSpc>
              <a:tabLst>
                <a:tab pos="1833563" algn="l"/>
                <a:tab pos="4459288" algn="l"/>
                <a:tab pos="5195888" algn="l"/>
                <a:tab pos="5888038" algn="l"/>
              </a:tabLst>
            </a:pPr>
            <a:r>
              <a:rPr lang="en-US" altLang="en-US"/>
              <a:t>Three classes of users on Unix / Linux</a:t>
            </a:r>
          </a:p>
          <a:p>
            <a:pPr>
              <a:lnSpc>
                <a:spcPct val="90000"/>
              </a:lnSpc>
              <a:spcBef>
                <a:spcPct val="10000"/>
              </a:spcBef>
              <a:buFont typeface="Monotype Sorts" pitchFamily="-84" charset="2"/>
              <a:buNone/>
              <a:tabLst>
                <a:tab pos="1833563" algn="l"/>
                <a:tab pos="4459288" algn="l"/>
                <a:tab pos="5195888" algn="l"/>
                <a:tab pos="5888038" algn="l"/>
              </a:tabLst>
            </a:pPr>
            <a:r>
              <a:rPr lang="en-US" altLang="en-US" sz="1600"/>
              <a:t>	</a:t>
            </a:r>
            <a:r>
              <a:rPr lang="en-US" altLang="en-US" sz="800"/>
              <a:t>	</a:t>
            </a:r>
            <a:r>
              <a:rPr lang="en-US" altLang="en-US" sz="1600"/>
              <a:t>			RWX</a:t>
            </a:r>
          </a:p>
          <a:p>
            <a:pPr>
              <a:lnSpc>
                <a:spcPct val="90000"/>
              </a:lnSpc>
              <a:spcBef>
                <a:spcPct val="10000"/>
              </a:spcBef>
              <a:buFont typeface="Monotype Sorts" pitchFamily="-84" charset="2"/>
              <a:buNone/>
              <a:tabLst>
                <a:tab pos="1833563" algn="l"/>
                <a:tab pos="4459288" algn="l"/>
                <a:tab pos="5195888" algn="l"/>
                <a:tab pos="5888038" algn="l"/>
              </a:tabLst>
            </a:pPr>
            <a:r>
              <a:rPr lang="en-US" altLang="en-US" sz="1600"/>
              <a:t>		a) </a:t>
            </a:r>
            <a:r>
              <a:rPr lang="en-US" altLang="en-US" sz="1600" b="1"/>
              <a:t>owner access</a:t>
            </a:r>
            <a:r>
              <a:rPr lang="en-US" altLang="en-US" sz="1600"/>
              <a:t> 	7	</a:t>
            </a:r>
            <a:r>
              <a:rPr lang="en-US" altLang="en-US" sz="1600">
                <a:sym typeface="Symbol" panose="05050102010706020507" pitchFamily="18" charset="2"/>
              </a:rPr>
              <a:t>	1 1 1</a:t>
            </a:r>
            <a:br>
              <a:rPr lang="en-US" altLang="en-US" sz="1600">
                <a:sym typeface="Symbol" panose="05050102010706020507" pitchFamily="18" charset="2"/>
              </a:rPr>
            </a:br>
            <a:r>
              <a:rPr lang="en-US" altLang="en-US" sz="1600">
                <a:sym typeface="Symbol" panose="05050102010706020507" pitchFamily="18" charset="2"/>
              </a:rPr>
              <a:t>				RWX</a:t>
            </a:r>
          </a:p>
          <a:p>
            <a:pPr>
              <a:lnSpc>
                <a:spcPct val="90000"/>
              </a:lnSpc>
              <a:spcBef>
                <a:spcPct val="10000"/>
              </a:spcBef>
              <a:buFont typeface="Monotype Sorts" pitchFamily="-84" charset="2"/>
              <a:buNone/>
              <a:tabLst>
                <a:tab pos="1833563" algn="l"/>
                <a:tab pos="4459288" algn="l"/>
                <a:tab pos="5195888" algn="l"/>
                <a:tab pos="5888038" algn="l"/>
              </a:tabLst>
            </a:pPr>
            <a:r>
              <a:rPr lang="en-US" altLang="en-US" sz="1600">
                <a:sym typeface="Symbol" panose="05050102010706020507" pitchFamily="18" charset="2"/>
              </a:rPr>
              <a:t>		b) </a:t>
            </a:r>
            <a:r>
              <a:rPr lang="en-US" altLang="en-US" sz="1600" b="1">
                <a:sym typeface="Symbol" panose="05050102010706020507" pitchFamily="18" charset="2"/>
              </a:rPr>
              <a:t>group access</a:t>
            </a:r>
            <a:r>
              <a:rPr lang="en-US" altLang="en-US" sz="1600">
                <a:sym typeface="Symbol" panose="05050102010706020507" pitchFamily="18" charset="2"/>
              </a:rPr>
              <a:t> 	6	 	1 1 0</a:t>
            </a:r>
          </a:p>
          <a:p>
            <a:pPr>
              <a:lnSpc>
                <a:spcPct val="90000"/>
              </a:lnSpc>
              <a:spcBef>
                <a:spcPct val="10000"/>
              </a:spcBef>
              <a:buFont typeface="Monotype Sorts" pitchFamily="-84" charset="2"/>
              <a:buNone/>
              <a:tabLst>
                <a:tab pos="1833563" algn="l"/>
                <a:tab pos="4459288" algn="l"/>
                <a:tab pos="5195888" algn="l"/>
                <a:tab pos="5888038" algn="l"/>
              </a:tabLst>
            </a:pPr>
            <a:r>
              <a:rPr lang="en-US" altLang="en-US" sz="1600">
                <a:sym typeface="Symbol" panose="05050102010706020507" pitchFamily="18" charset="2"/>
              </a:rPr>
              <a:t>					RWX</a:t>
            </a:r>
          </a:p>
          <a:p>
            <a:pPr>
              <a:lnSpc>
                <a:spcPct val="90000"/>
              </a:lnSpc>
              <a:spcBef>
                <a:spcPct val="10000"/>
              </a:spcBef>
              <a:buFont typeface="Monotype Sorts" pitchFamily="-84" charset="2"/>
              <a:buNone/>
              <a:tabLst>
                <a:tab pos="1833563" algn="l"/>
                <a:tab pos="4459288" algn="l"/>
                <a:tab pos="5195888" algn="l"/>
                <a:tab pos="5888038" algn="l"/>
              </a:tabLst>
            </a:pPr>
            <a:r>
              <a:rPr lang="en-US" altLang="en-US" sz="1600">
                <a:sym typeface="Symbol" panose="05050102010706020507" pitchFamily="18" charset="2"/>
              </a:rPr>
              <a:t>		c) </a:t>
            </a:r>
            <a:r>
              <a:rPr lang="en-US" altLang="en-US" sz="1600" b="1">
                <a:sym typeface="Symbol" panose="05050102010706020507" pitchFamily="18" charset="2"/>
              </a:rPr>
              <a:t>public access</a:t>
            </a:r>
            <a:r>
              <a:rPr lang="en-US" altLang="en-US" sz="1600">
                <a:sym typeface="Symbol" panose="05050102010706020507" pitchFamily="18" charset="2"/>
              </a:rPr>
              <a:t>	1	 	0 0 1</a:t>
            </a:r>
          </a:p>
          <a:p>
            <a:pPr>
              <a:lnSpc>
                <a:spcPct val="90000"/>
              </a:lnSpc>
              <a:tabLst>
                <a:tab pos="1833563" algn="l"/>
                <a:tab pos="4459288" algn="l"/>
                <a:tab pos="5195888" algn="l"/>
                <a:tab pos="5888038" algn="l"/>
              </a:tabLst>
            </a:pPr>
            <a:r>
              <a:rPr lang="en-US" altLang="en-US">
                <a:sym typeface="Symbol" panose="05050102010706020507" pitchFamily="18" charset="2"/>
              </a:rPr>
              <a:t>Ask manager to create a group (unique name), say G, and add some users to the group.</a:t>
            </a:r>
          </a:p>
          <a:p>
            <a:pPr>
              <a:lnSpc>
                <a:spcPct val="90000"/>
              </a:lnSpc>
              <a:tabLst>
                <a:tab pos="1833563" algn="l"/>
                <a:tab pos="4459288" algn="l"/>
                <a:tab pos="5195888" algn="l"/>
                <a:tab pos="5888038" algn="l"/>
              </a:tabLst>
            </a:pPr>
            <a:r>
              <a:rPr lang="en-US" altLang="en-US">
                <a:sym typeface="Symbol" panose="05050102010706020507" pitchFamily="18" charset="2"/>
              </a:rPr>
              <a:t>For a particular file (say </a:t>
            </a:r>
            <a:r>
              <a:rPr lang="en-US" altLang="en-US" i="1">
                <a:sym typeface="Symbol" panose="05050102010706020507" pitchFamily="18" charset="2"/>
              </a:rPr>
              <a:t>game</a:t>
            </a:r>
            <a:r>
              <a:rPr lang="en-US" altLang="en-US">
                <a:sym typeface="Symbol" panose="05050102010706020507" pitchFamily="18" charset="2"/>
              </a:rPr>
              <a:t>) or subdirectory, define an appropriate access.</a:t>
            </a:r>
          </a:p>
        </p:txBody>
      </p:sp>
      <p:sp>
        <p:nvSpPr>
          <p:cNvPr id="95236" name="Rectangle 13">
            <a:extLst>
              <a:ext uri="{FF2B5EF4-FFF2-40B4-BE49-F238E27FC236}">
                <a16:creationId xmlns:a16="http://schemas.microsoft.com/office/drawing/2014/main" id="{C01E2BEB-98BE-E02F-97B5-C870E36DBD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8513" y="5643563"/>
            <a:ext cx="7029450" cy="808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tabLst>
                <a:tab pos="1833563" algn="l"/>
                <a:tab pos="4459288" algn="l"/>
                <a:tab pos="5195888" algn="l"/>
                <a:tab pos="5888038" algn="l"/>
              </a:tabLs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tabLst>
                <a:tab pos="1833563" algn="l"/>
                <a:tab pos="4459288" algn="l"/>
                <a:tab pos="5195888" algn="l"/>
                <a:tab pos="5888038" algn="l"/>
              </a:tabLs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tabLst>
                <a:tab pos="1833563" algn="l"/>
                <a:tab pos="4459288" algn="l"/>
                <a:tab pos="5195888" algn="l"/>
                <a:tab pos="5888038" algn="l"/>
              </a:tabLs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tabLst>
                <a:tab pos="1833563" algn="l"/>
                <a:tab pos="4459288" algn="l"/>
                <a:tab pos="5195888" algn="l"/>
                <a:tab pos="5888038" algn="l"/>
              </a:tabLs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tabLst>
                <a:tab pos="1833563" algn="l"/>
                <a:tab pos="4459288" algn="l"/>
                <a:tab pos="5195888" algn="l"/>
                <a:tab pos="5888038" algn="l"/>
              </a:tabLs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tabLst>
                <a:tab pos="1833563" algn="l"/>
                <a:tab pos="4459288" algn="l"/>
                <a:tab pos="5195888" algn="l"/>
                <a:tab pos="5888038" algn="l"/>
              </a:tabLs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tabLst>
                <a:tab pos="1833563" algn="l"/>
                <a:tab pos="4459288" algn="l"/>
                <a:tab pos="5195888" algn="l"/>
                <a:tab pos="5888038" algn="l"/>
              </a:tabLs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tabLst>
                <a:tab pos="1833563" algn="l"/>
                <a:tab pos="4459288" algn="l"/>
                <a:tab pos="5195888" algn="l"/>
                <a:tab pos="5888038" algn="l"/>
              </a:tabLs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tabLst>
                <a:tab pos="1833563" algn="l"/>
                <a:tab pos="4459288" algn="l"/>
                <a:tab pos="5195888" algn="l"/>
                <a:tab pos="5888038" algn="l"/>
              </a:tabLs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folHlink"/>
              </a:buClr>
              <a:buFont typeface="Monotype Sorts" pitchFamily="-84" charset="2"/>
              <a:buNone/>
            </a:pPr>
            <a:r>
              <a:rPr kumimoji="1" lang="en-US" altLang="en-US"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Attach a group to a file</a:t>
            </a:r>
            <a:br>
              <a:rPr kumimoji="1" lang="en-US" altLang="en-US"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</a:br>
            <a:r>
              <a:rPr kumimoji="1" lang="en-US" altLang="en-US">
                <a:latin typeface="Arial" panose="020B0604020202020204" pitchFamily="34" charset="0"/>
                <a:ea typeface="MS PGothic" panose="020B0600070205080204" pitchFamily="34" charset="-128"/>
                <a:sym typeface="Symbol" panose="05050102010706020507" pitchFamily="18" charset="2"/>
              </a:rPr>
              <a:t>	         </a:t>
            </a:r>
            <a:r>
              <a:rPr kumimoji="1" lang="en-US" altLang="en-US" b="1">
                <a:latin typeface="Courier New" panose="02070309020205020404" pitchFamily="49" charset="0"/>
                <a:ea typeface="MS PGothic" panose="020B0600070205080204" pitchFamily="34" charset="-128"/>
                <a:cs typeface="Courier New" panose="02070309020205020404" pitchFamily="49" charset="0"/>
                <a:sym typeface="Symbol" panose="05050102010706020507" pitchFamily="18" charset="2"/>
              </a:rPr>
              <a:t>chgrp     G    game</a:t>
            </a:r>
          </a:p>
        </p:txBody>
      </p:sp>
      <p:pic>
        <p:nvPicPr>
          <p:cNvPr id="95237" name="Picture 1">
            <a:extLst>
              <a:ext uri="{FF2B5EF4-FFF2-40B4-BE49-F238E27FC236}">
                <a16:creationId xmlns:a16="http://schemas.microsoft.com/office/drawing/2014/main" id="{EB9C0BA1-9431-6A50-353A-10DF0F3B88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9175" y="4660900"/>
            <a:ext cx="2513013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>
            <a:extLst>
              <a:ext uri="{FF2B5EF4-FFF2-40B4-BE49-F238E27FC236}">
                <a16:creationId xmlns:a16="http://schemas.microsoft.com/office/drawing/2014/main" id="{FB6A8353-7118-8D47-A7E4-BBC28B1C6D7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77938" y="90488"/>
            <a:ext cx="7864475" cy="609600"/>
          </a:xfrm>
        </p:spPr>
        <p:txBody>
          <a:bodyPr/>
          <a:lstStyle/>
          <a:p>
            <a:r>
              <a:rPr lang="en-US" altLang="en-US" sz="2800"/>
              <a:t>Windows 7 Access-Control List Management</a:t>
            </a:r>
          </a:p>
        </p:txBody>
      </p:sp>
      <p:pic>
        <p:nvPicPr>
          <p:cNvPr id="97283" name="Picture 2" descr="11_16.pdf">
            <a:extLst>
              <a:ext uri="{FF2B5EF4-FFF2-40B4-BE49-F238E27FC236}">
                <a16:creationId xmlns:a16="http://schemas.microsoft.com/office/drawing/2014/main" id="{A77626A0-F991-801E-6810-1845F79A89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1625" y="1120775"/>
            <a:ext cx="3533775" cy="4864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>
            <a:extLst>
              <a:ext uri="{FF2B5EF4-FFF2-40B4-BE49-F238E27FC236}">
                <a16:creationId xmlns:a16="http://schemas.microsoft.com/office/drawing/2014/main" id="{82E8668A-06F9-97EA-554A-72EDEA236CC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49325" y="150813"/>
            <a:ext cx="7737475" cy="576262"/>
          </a:xfrm>
        </p:spPr>
        <p:txBody>
          <a:bodyPr/>
          <a:lstStyle/>
          <a:p>
            <a:r>
              <a:rPr lang="en-US" altLang="en-US"/>
              <a:t>A Sample UNIX Directory Listing</a:t>
            </a:r>
          </a:p>
        </p:txBody>
      </p:sp>
      <p:pic>
        <p:nvPicPr>
          <p:cNvPr id="99331" name="Picture 4">
            <a:extLst>
              <a:ext uri="{FF2B5EF4-FFF2-40B4-BE49-F238E27FC236}">
                <a16:creationId xmlns:a16="http://schemas.microsoft.com/office/drawing/2014/main" id="{56295AD6-1669-5FEC-7856-86CBE2CBE9B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2" t="27065" r="722" b="27065"/>
          <a:stretch>
            <a:fillRect/>
          </a:stretch>
        </p:blipFill>
        <p:spPr>
          <a:xfrm>
            <a:off x="1519238" y="1208088"/>
            <a:ext cx="6629400" cy="3030537"/>
          </a:xfr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1_os-8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1_os-8">
      <a:majorFont>
        <a:latin typeface="Arial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lnDef>
  </a:objectDefaults>
  <a:extraClrSchemeLst>
    <a:extraClrScheme>
      <a:clrScheme name="1_os-8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os-8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os-8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os-8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os-8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os-8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os-8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os-8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7192</TotalTime>
  <Words>2148</Words>
  <Application>Microsoft Office PowerPoint</Application>
  <PresentationFormat>On-screen Show (4:3)</PresentationFormat>
  <Paragraphs>346</Paragraphs>
  <Slides>42</Slides>
  <Notes>42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3" baseType="lpstr">
      <vt:lpstr>Theme1</vt:lpstr>
      <vt:lpstr>Chapter 11:   File-System Interface</vt:lpstr>
      <vt:lpstr>Chapter 11:  File-System Interface</vt:lpstr>
      <vt:lpstr>Objectives</vt:lpstr>
      <vt:lpstr>File Concept</vt:lpstr>
      <vt:lpstr>File Attributes</vt:lpstr>
      <vt:lpstr>File info Window on Mac OS X</vt:lpstr>
      <vt:lpstr>File Operations</vt:lpstr>
      <vt:lpstr>Open Files</vt:lpstr>
      <vt:lpstr>Open File Locking</vt:lpstr>
      <vt:lpstr>File Locking Example – Java API</vt:lpstr>
      <vt:lpstr>File Locking Example – Java API (Cont.)</vt:lpstr>
      <vt:lpstr>File Types – Name, Extension</vt:lpstr>
      <vt:lpstr>File Structure</vt:lpstr>
      <vt:lpstr>Sequential-access File</vt:lpstr>
      <vt:lpstr>Access Methods</vt:lpstr>
      <vt:lpstr>Simulation of Sequential Access on Direct-access File</vt:lpstr>
      <vt:lpstr>Other Access Methods</vt:lpstr>
      <vt:lpstr>Example of Index and Relative Files</vt:lpstr>
      <vt:lpstr>Directory Structure</vt:lpstr>
      <vt:lpstr>Disk Structure</vt:lpstr>
      <vt:lpstr>A Typical File-system Organization</vt:lpstr>
      <vt:lpstr>Types of File Systems</vt:lpstr>
      <vt:lpstr>Operations Performed on Directory</vt:lpstr>
      <vt:lpstr>Directory Organization</vt:lpstr>
      <vt:lpstr>Single-Level Directory</vt:lpstr>
      <vt:lpstr>Two-Level Directory</vt:lpstr>
      <vt:lpstr>Tree-Structured Directories</vt:lpstr>
      <vt:lpstr>Tree-Structured Directories (Cont.)</vt:lpstr>
      <vt:lpstr>Tree-Structured Directories (Cont)</vt:lpstr>
      <vt:lpstr>Acyclic-Graph Directories</vt:lpstr>
      <vt:lpstr>Acyclic-Graph Directories (Cont.)</vt:lpstr>
      <vt:lpstr>General Graph Directory</vt:lpstr>
      <vt:lpstr>File System Mounting</vt:lpstr>
      <vt:lpstr>Mount Point</vt:lpstr>
      <vt:lpstr>File Sharing</vt:lpstr>
      <vt:lpstr>File Sharing – Remote File Systems</vt:lpstr>
      <vt:lpstr>File Sharing – Failure Modes</vt:lpstr>
      <vt:lpstr>File Sharing – Consistency Semantics</vt:lpstr>
      <vt:lpstr>Protection</vt:lpstr>
      <vt:lpstr>Access Lists and Groups</vt:lpstr>
      <vt:lpstr>Windows 7 Access-Control List Management</vt:lpstr>
      <vt:lpstr>A Sample UNIX Directory Listing</vt:lpstr>
    </vt:vector>
  </TitlesOfParts>
  <Company>Lucent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1.01</dc:title>
  <dc:creator>Lucent End User</dc:creator>
  <cp:lastModifiedBy>Hasan Jamal</cp:lastModifiedBy>
  <cp:revision>111</cp:revision>
  <dcterms:created xsi:type="dcterms:W3CDTF">2004-10-07T18:29:30Z</dcterms:created>
  <dcterms:modified xsi:type="dcterms:W3CDTF">2022-06-14T11:13:38Z</dcterms:modified>
</cp:coreProperties>
</file>